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3200" cy="91449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57200"/>
            <a:ext cx="2170603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97280" y="3840480"/>
            <a:ext cx="9966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6858000"/>
            <a:ext cx="996696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041648"/>
            <a:ext cx="9418320" cy="2706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3400">
                <a:solidFill>
                  <a:srgbClr val="7C3AED"/>
                </a:solidFill>
              </a:rPr>
              <a:t>l XXVIII Domingo del Tiempo Ordinario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11 de octubre de 2026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PREPARAD EL CAMINO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PREPARAD EL CAMINO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PREPARAD EL CAMINO AL SEÑOR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ESCUCHAD LA PALABRA DE DIOS.(Bis)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Voz que clama en el desierto: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preparad los caminos de Dios,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desterrad la mentira por siempre,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preparad los caminos de Dios(Bis)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LITURGIA DE LA PALABRA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Escuchemos la Palabra de Dios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ACTO PENITENCIAL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Yo confieso ante Dios todopoderoso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y ante vosotros, hermanos,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he pecado mucho de pensamiento, palabra, obra y omisión: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por mi culpa, por mi culpa, por mi gran culpa.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Por eso ruego a Santa María, siempre Virgen,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 los ángeles, a los santos y a vosotros, hermanos,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intercedáis por mí ante Dios, nuestro Señor.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421_jesús_es_la_estrella_fiesta_de_la_sagrada_familia_27_diciem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153334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GLORIA A DIOS (1/2)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 damos gracias, Señor,_x000D_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la tierra y el sol_x000D_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la luna y las estrellas;_x000D_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bendecimos tu nombre_x000D_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alzando las manos,_x000D_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cantando para Ti, Señor._x000D_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 damos gracias, Jesús,_x000D_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el fuego y la luz,_x000D_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la noche y por el día;_x000D_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bendecimos tu nombre_x000D_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alzando las manos,_x000D_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cantando para Ti, Señor._x000D_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A DIOS!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(A él sea el poder),_x000D_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A DIOS!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él sea el honor)._x000D_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A DIOS POR SIEMPRE,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 A TODO EL CIELO!,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PARA NUESTRO DIOS! (Bis)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421_jesús_es_la_estrella_fiesta_de_la_sagrada_familia_27_diciem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153334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GLORIA A DIOS (2/2)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 damos gracias, Señor,_x000D_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los campos en flor,_x000D_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la nieve de los montes;_x000D_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bendecimos tu nombre_x000D_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alzando las manos,_x000D_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cantando para Ti, Señor._x000D_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 damos gracias, Jesús,_x000D_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las olas del mar,_x000D_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el canto de las aves;_x000D_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bendecimos tu nombre_x000D_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alzando las manos,_x000D_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cantando para Ti, Señor._x000D_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A DIOS!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(A él sea el poder),_x000D_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A DIOS!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él sea el honor)._x000D_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A DIOS POR SIEMPRE,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 A TODO EL CIELO!,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PARA NUESTRO DIOS! (Bis)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3757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PRIMERA LECTURA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Is 25,6-10a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Aquel día, el Señor de los ejércitos preparará para todos los pueblos, en este monte, un festín de manjares suculentos, un festín de vinos de solera; manjares enjundiosos, vinos generosos. Y arrancará en este monte el velo que cubre a todos los pueblos, el paño que tapa a todas las naciones. Aniquilará la muerte para siempre. El Señor Dios enjugará las lágrimas de todos los rostros, y el oprobio de su pueblo lo alejará de todo el país. Lo ha dicho el Señor. Aquel día se dirá: «Aquí está nuestro Dios, de quien esperábamos que nos salvara; celebremos y gocemos con su salvación. La mano del Señor se posará sobre este monte.»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6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03329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SALMO RESPONSORIAL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Sal 22, 1 — Habitaré en la casa del Señor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El Señor es mi pastor, nada me falta: en verdes praderas me hace recostar; me conduce hacia fuentes tranquilas; y repara mis fuerzas.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Me guía por el sendero justo, por el honor de su nombre.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Aunque camine por cañadas oscuras, nada temo, porque tú vas conmigo: tu vara y tu cayado me sosiegan.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Preparas una mesa ante mí, enfrente de mis enemigos; me unges la cabeza con perfume, y mi copa rebosa.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Tu bondad y tu misericordia me acompañan; todos los días de mi vida, y habitaré en la casa del Señor; por años sin término.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SEGUNDA LECTURA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Flp 4,12-14.19-20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Sé vivir en pobreza y abundancia. Estoy entrenado para todo y en todo: la hartura y el hambre, la abundancia y la privación. Todo lo puedo en aquel que me conforta. En todo caso, hicisteis bien en compartir mi tribulación. En pago, mi Dios proveerá a todas vuestras necesidades con magnificencia, conforme a su espléndida riqueza en Cristo Jesús. A Dios, nuestro Padre, la gloria por los siglos de los siglos. Amén.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ALE, ALELUYA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Ale, aleluya,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aleluya, aleluya,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aleluya, aleluya,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aleluya, aleluya.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Pasarán los cielos,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pasará la tierra,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mas tus palabras no pasarán.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Aleluya, aleluya.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3757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EVANGELIO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En aquel tiempo, de nuevo tomó Jesús la palabra y habló en parábolas a los sumos sacerdotes y a los ancianos del pueblo: «El reino de los cielos se parece a un rey que celebraba la boda de su hijo. Mandó criados para que avisaran a los convidados a la boda, pero no quisieron ir. Volvió a mandar criados, encargándoles que les dijeran: «Tengo preparado el banquete, he matado terneros y reses cebadas, y todo está a punto. Venid a la boda.» Los convidados no hicieron caso; uno se marchó a sus tierras, otro a sus negocios; los demás les echaron mano a los criados y los maltrataron hasta matarlos. El rey montó en cólera, envió sus tropas, que acabaron con aquellos asesinos y prendieron fuego a la ciudad. Luego dijo a sus criados: «La boda está preparada, pero los convidados no se la merecían. Id ahora a los cruces de los caminos, y a todos los que encontréis, convidadlos a la boda.» Los criados salieron a los caminos y reunieron a todos los que encontraron, malos y buenos. La sala del banquete se llenó de comensales. Cuando el rey entró a saludar a los comensales, reparó en uno que no llevaba traje de fiesta y le dijo: «Amigo, ¿cómo has entrado aquí sin vestirte de fiesta?» El otro no abrió la boca. Entonces el rey dijo a los camareros: «Atadlo de pies y manos y arrojadlo fuera, a las tinieblas. Allí será el llanto y el rechinar de dientes.» Porque muchos son los llamados y pocos los escogidos.»; Palabra del Señor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LITURGIA EUCARÍSTICA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Preparémonos para la mesa del Señor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90130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CREDO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Dios, Padre todopoderoso,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creador del cielo y de la tierra._x000D_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Jesucristo, su único Hijo, nuestro Señor,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fue concebido por obra y gracia del Espíritu Santo;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nació de Santa María Virgen; padeció bajo el poder de Poncio Pilato;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fue crucificado, muerto y sepultado; descendió a los infiernos;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al tercer día resucitó de entre los muertos;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subió a los cielos y está sentado a la derecha de Dios Padre todopoderoso._x000D_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Desde allí ha de venir a juzgar a vivos y muertos._x000D_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el Espíritu Santo, la santa Iglesia católica,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comunión de los santos, el perdón de los pecados,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resurrección de la carne y la vida eterna. Amén.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HOY COMO AYER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HOY COMO AYER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Hoy como ayer calla quien no tiene voz,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aquél a quien nadie enseñó a decir su palabra.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Hoy como ayer quien sabe podrá dominar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el pobre tendrá que bajar otra vez la mirada.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CORO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Calasanz nos enseñó como hacer realidad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un mañana de esperanza, una nueva humanidad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despertando la razón, la conciencia y dignidad,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educando al hombre nuevo en amor y libertad.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Calasanz nos enseñó como hacer realidad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un mañana de esperanza, una nueva humanidad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ayudando a descubrir que Jesús de Nazaret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sigue vivo y su camino juntos hay que recorrer.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Mira y verás que hay niños que nunca sabrán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que tienen derecho a reír y a jugar en la plaza.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Mira y verás que muchos explotan sin fin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 fuerza de la juventud para hacer su ganancia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GRITO SANTO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Hoy quiero proclamarte,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quiero cantar a tu nombre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santo,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quiero bailar ante tu presencia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hasta morir.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bendecirte, mi Dios; amarte,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no detenerme hasta encontrarte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buscar las sendas que me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conducen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hacia la luz.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GRITO SANTO, SANTO, SANTO.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ERES SANTO, SANTO, SANTO.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SIEMPRE SANTO, SANTO, SANTO;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SANTO ERES TÚ. (Bis)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Siento en mí tu mirada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que me traspasa hasta lo más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hondo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como una fuerza que me arrastra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hacia tu cruz.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allí me limpias, me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purificas,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sacas de mí el corazón de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piedra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me transformas en criatura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viva por ti.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GRITO SANTO…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PADRE NUESTRO (Gallego)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el mar he oído hoy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Señor tu voz que me llamó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me pidió que me entregara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mis hermanos.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Esa voz me transformó,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 vida entera ya cambió,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sólo pienso ahora Señor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repetirte: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PADRE NUESTRO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TI CREEMOS,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PADRE NUESTRO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 OFRECEMOS,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PADRE NUESTRO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NUESTRAS MANOS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DE HERMANOS.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Cuando vaya a otro lugar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tendré Señor que abandonar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mi familia a mis amigos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seguirte.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Pero sé que así algún día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podré enseñar tu verdad,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ir a mi hermano y junto a él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yo repetirte.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PADRE NUESTRO…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RITO DE LA PAZ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Señor Jesucristo, que dijiste a tus apóstoles: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«La paz os dejo, mi paz os doy»,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no tengas en cuenta nuestros pecados,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sino la fe de tu Iglesia,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conforme a tu palabra concédele la paz y la unidad.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que vives y reinas por los siglos de los siglos. Amén.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 paz del Señor esté siempre con vosotros.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MARÍA, MÚSICA DE DIOS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MARÍA, MÚSICA DE DIOS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Me quedé sin voz con qué cantar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mi alma vacía dormía en sequedad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pensé para mí: me pondré en sus manos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manos de Madre, me dejaré en su amor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tú, María, házme música de Dios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tú, María, anima tú las cuerdas de mi alma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Aleluya, Amén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tú, María, házme música de Dios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tú, María, anima tú las cuerdas de mi alma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Aleluya, Amén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María, acompaña tú mi caminar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yo sola no puedo, ayúdame a andar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pensé para mí: me pondré en sus manos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manos de Madre, me dejaré en su amor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tú, María, házme música de Dios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tú, María, anima tú las cuerdas de mi alma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Aleluya, Amén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tú, María, házme música de Dios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tú, María, anima tú las cuerdas de mi alma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Aleluya, Amén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virgen_fatim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1810226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CANTO A MARÍA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Dios te salve, María;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llena eres de gracia;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contigo.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Bendita tú eres entre todas las mujeres,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bendito es el fruto de tu vientre, Jesús.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Santa María, Madre de Dios,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ruega por nosotros, pecadores,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ahora y en la hora de nuestra muerte. Amén.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PREPARAD EL CAMINO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PREPARAD EL CAMINO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PREPARAD EL CAMINO AL SEÑOR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ESCUCHAD LA PALABRA DE DIOS.(Bis)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Voz que clama en el desierto: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preparad los caminos de Dios,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desterrad la mentira por siempre,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preparad los caminos de Dios(Bis)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57200"/>
            <a:ext cx="2170603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97280" y="3840480"/>
            <a:ext cx="9966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6858000"/>
            <a:ext cx="996696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041648"/>
            <a:ext cx="9418320" cy="2706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3400">
                <a:solidFill>
                  <a:srgbClr val="7C3AED"/>
                </a:solidFill>
              </a:rPr>
              <a:t>¡ID EN PAZ!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Somos uno · 11 de octubre de 2026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paz del Señor esté siempre con vosotros.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«¿Qué os parece? Un hombre tenía dos hijos. Se acercó al primero y le dijo: «Hijo, ve hoy a trabajar en la viña.»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