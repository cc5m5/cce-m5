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3200" cy="91449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l XXVIII Domingo del Tiempo Ordinario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2_venid_vosotros_benditos_de_mi_pad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79990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 CALOR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Cerca del hogar que calienta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yo saber lo que en comunidad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quieres de mi.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Sintiendo el calor que me da tu Palabra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quiero responder a lo que me pides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sin que a nada yo pueda temer.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NADA, A NADA NUNCA HE DE TEMER,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YENDO JUNTO A TI CON TUS OJOS DE FE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HE DE TEMER (BIS)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Sólo he de beber de tu fuente de agua,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sé que sólo ella será la que sacie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hambre y mi sed.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 eres el Señor que alimenta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 hago mi opción por seguirte a Ti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nunca jamás yo temeré.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Llegan hasta mí momentos de calma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que me hacen dudar de si mi camino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orienta hacia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Comienza a faltar la paz en mi alma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sin esperarlo apareces Tú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haciéndome ver que ha nada he de temer.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ESTRIBILLO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DE LA PALABRA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Escuchemos la Palabra de Dios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ACTO PENITENCIAL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Yo confieso ante Dios todopoderoso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y ante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he pecado mucho de pensamiento, palabra, obra y omisión: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mi culpa, por mi culpa, por mi gran culpa.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Por eso ruego a Santa María, siempre Virgen,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 los ángeles, a los santos y a vosotros, hermanos,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intercedáis por mí ante Dios, nuestro Señor.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421_jesús_es_la_estrella_fiesta_de_la_sagrada_familia_27_diciem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1533347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GLORIA TE DAMOS GRACIAS, SEÑOR (R. CARISMÁTICA)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GLORIA TE DAMOS GRACIAS SEÑOR (R. CARISMÁTICA)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Te damos gracias, Señor,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Lam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por la tierra y el 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Fa                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por la luna y las estrellas;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bendecimos tu nombre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  Lam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alzando las manos,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  Fa                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cantando para Ti, 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el fuego y la luz,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noche y por el día;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bendecimos tu nombre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cantando para Ti, 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  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¡GLORIA A DIOS!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(A él sea el poder),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         Lam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¡GLORIA A DIOS!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(A él sea el honor).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 Fa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¡GLORIA A DIOS POR SIEMPRE,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Rem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GLORIA A TODO EL CIELO!,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 Sol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 ¡GLORIA PARA NUESTRO DIOS! (Bis)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Señor,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campos en flor,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 nieve de los montes;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bendecimos tu nombre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cantando para Ti, Señor.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damos gracias, Jesús,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las olas del mar,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el canto de las aves;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bendecimos tu nombre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alzando las manos,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cantando para Ti, Señor.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PRIMERA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Is 25,6-10a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Aquel día, el Señor de los ejércitos preparará para todos los pueblos, en este monte, un festín de manjares suculentos, un festín de vinos de solera; manjares enjundiosos, vinos generosos. Y arrancará en este monte el velo que cubre a todos los pueblos, el paño que tapa a todas las naciones. Aniquilará la muerte para siempre. El Señor Dios enjugará las lágrimas de todos los rostros, y el oprobio de su pueblo lo alejará de todo el país. Lo ha dicho el Señor. Aquel día se dirá: «Aquí está nuestro Dios, de quien esperábamos que nos salvara; celebremos y gocemos con su salvación. La mano del Señor se posará sobre este monte.»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60_recibimos_para_hacer_crec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2814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SALMO RESPONSORIAL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Sal 22, 1 — Habitaré en la casa del Señor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El Señor es mi pastor, nada me falta: en verdes praderas me hace recostar; me conduce hacia fuentes tranquilas; y repara mis fuerzas.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Me guía por el sendero justo, por el honor de su nombre.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Aunque camine por cañadas oscuras, nada temo, porque tú vas conmigo: tu vara y tu cayado me sosiegan.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Preparas una mesa ante mí, enfrente de mis enemigos; me unges la cabeza con perfume, y mi copa rebosa.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Tu bondad y tu misericordia me acompañan; todos los días de mi vida, y habitaré en la casa del Señor; por años sin término.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SEGUNDA LECTURA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Flp 4,12-14.19-20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Sé vivir en pobreza y abundancia. Estoy entrenado para todo y en todo: la hartura y el hambre, la abundancia y la privación. Todo lo puedo en aquel que me conforta. En todo caso, hicisteis bien en compartir mi tribulación. En pago, mi Dios proveerá a todas vuestras necesidades con magnificencia, conforme a su espléndida riqueza en Cristo Jesús. A Dios, nuestro Padre, la gloria por los siglos de los siglos. Amén.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 (1/2)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quiere resucitar a este mundo que se muere?_x000D_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cantará el aleluya de esa nueva luz que viene?_x000D_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cuando mire la tierra y las tragedias observe,_x000D_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sentirá en su corazón el dolor de quien se muere?_x000D_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es capaz de salvar a este mundo decadente,_x000D_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mantiene la esperanza de los muchos que la pierden?_x000D_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QUE SUFRE, MATA Y MUERE, DESESPERA Y ENLOQUECE,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Y OTROS SON ESPECTADORES, NO LO SIENTEN.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14_jesús_nos_conduce_y_lo_ilumina_to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051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ALELUYA DE LA TIERRA (2/2)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bajará de la cruz a tanto cristo sufriente,_x000D_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mientras los hombres miramos, impasivos e indolentes?_x000D_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grita desde el silencio de un ser que a su Dios retiene,_x000D_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se hace palabra que sin hablar se la entiende?_x000D_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¿Quién se torna en aleluya porque traduce la muerte,_x000D_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el trigo que se pudre y de uno cientos vienen?_x000D_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**¡ALELUYA! CANTARÁ, QUIEN PERDIÓ LA ESPERANZA,_x000D_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LA TIERRA SONREIRÁ. ¡ALELUYA!**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33757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EVANGELIO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r>
              <a:rPr b="1" sz="1500">
                <a:solidFill>
                  <a:srgbClr val="D4A76A"/>
                </a:solidFill>
              </a:rPr>
              <a:t>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En aquel tiempo, de nuevo tomó Jesús la palabra y habló en parábolas a los sumos sacerdotes y a los ancianos del pueblo: «El reino de los cielos se parece a un rey que celebraba la boda de su hijo. Mandó criados para que avisaran a los convidados a la boda, pero no quisieron ir. Volvió a mandar criados, encargándoles que les dijeran: «Tengo preparado el banquete, he matado terneros y reses cebadas, y todo está a punto. Venid a la boda.» Los convidados no hicieron caso; uno se marchó a sus tierras, otro a sus negocios; los demás les echaron mano a los criados y los maltrataron hasta matarlos. El rey montó en cólera, envió sus tropas, que acabaron con aquellos asesinos y prendieron fuego a la ciudad. Luego dijo a sus criados: «La boda está preparada, pero los convidados no se la merecían. Id ahora a los cruces de los caminos, y a todos los que encontréis, convidadlos a la boda.» Los criados salieron a los caminos y reunieron a todos los que encontraron, malos y buenos. La sala del banquete se llenó de comensales. Cuando el rey entró a saludar a los comensales, reparó en uno que no llevaba traje de fiesta y le dijo: «Amigo, ¿cómo has entrado aquí sin vestirte de fiesta?» El otro no abrió la boca. Entonces el rey dijo a los camareros: «Atadlo de pies y manos y arrojadlo fuera, a las tinieblas. Allí será el llanto y el rechinar de dientes.» Porque muchos son los llamados y pocos los escogidos.»; Palabra del Señor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LITURGIA EUCARÍSTICA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Preparémonos para la mesa del Señor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201409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901302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CREDO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Dios, Padre todopoderoso,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creador del cielo y de la tierra._x000D_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Jesucristo, su único Hijo, nuestro Señor,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que fue concebido por obra y gracia del Espíritu Santo;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nació de Santa María Virgen; padeció bajo el poder de Poncio Pilato;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fue crucificado, muerto y sepultado; descendió a los infiernos;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al tercer día resucitó de entre los muertos;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subió a los cielos y está sentado a la derecha de Dios Padre todopoderoso._x000D_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Desde allí ha de venir a juzgar a vivos y muertos._x000D_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Creo en el Espíritu Santo, la santa Iglesia católica,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comunión de los santos, el perdón de los pecados, _x000D_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resurrección de la carne y la vida eterna. Amén.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80_dadles_vosotros_de_com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213791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TOMA MI VIDA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 Fa Do 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es vino y pan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 Sol Fa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trabajo.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corazón, es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alma,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 Lam Rem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cuerpo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mi razón,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 Do Sol7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esfuerzo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 mi caminar...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que te doy mi vida es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amor también es mi dolor.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ilusión de mis sueños,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gozo y mi llorar,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mi canto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mi oración.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 Lam Fa 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TOMA MI VIDA, PONLA EN TU CORAZÓN.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Do Mim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Lam Fa 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DAME TU MANO Y LLÉVAME.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 Sol 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CAMBIA MI PAN EN TU CARNE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Mim Lam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MI VINO EN TU SANGRE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Rem Sol Do Do7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MI SEÑOR RENUÉVAME,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Fa Sol Do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LÍMPIAME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SÁLVAME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Esto te lo doy, no solo, mi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esta voz también es mi hermano.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la unión, la paz y el orden,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armonía y felicidad,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 un canto en comunidad.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896_ii_domingo_de_adviento_dile_sí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433427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SEÑOR SANTO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santo, Dios del universo,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Tú.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Llenos están cielo y tierra de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tu gloria.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Bendito aquél que viene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nombre del señor.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Solm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Re-Sol-Re….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Hosanna en el cielo. (bis)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PADRE NUESTRO (Gallego)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el mar he oído hoy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Señor tu voz que me llamó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me pidió que me entregara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mis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Esa voz me transformó,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mi vida entera ya cambió,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sólo pienso ahora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repetirte: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TI CREEMOS,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 OFRECEMOS,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NUESTRAS MANOS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 HERMANOS.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Cuando vaya a otro lugar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tendré Señor que abandonar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mi familia a mis amigos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seguirte.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Pero sé que así algún día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podré enseñar tu verdad,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ir a mi hermano y junto a él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yo repetirte.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PADRE NUESTRO…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0_nuestra_victoria_está_en_saber_que_siendo_2_estamos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04800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LA PAZ TE DOY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te doy a ti, mi hermano,_x000D_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Dios me regaló,_x000D_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en un abrazo a ti te entrego_x000D_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la paz que llevo en mi corazón. (BIS)_x000D_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Recíbela, recíbela,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esta es la paz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el mundo no te puede dar.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(BIS)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9_el_que_come_este_pan_vivirá_para_siemp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2991028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EL SEÑOR ES MI PASTOR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praderas reposa mi alma,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en su agua descansa mi sed.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me guía por senderos justos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amor, por amor de su nombre.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Aunque pase por valles oscuros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ningún mal, ningún mal temeré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porque se que el Señor va conmigo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su cayado sostiene mi fe.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Tu preparas por mi una mesa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frente a aquellos que buscan mi mal.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Con aceite me ungiste ,Señor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mi copa rebosa de ti.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Gloria a Dios, padre omnipotente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 su hijo Jesús, el Señor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al Espíritu que habita en el mundo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por los siglos eternos Amen.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 NADA ME FALTA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EL SEÑOR ES MI PASTOR.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patite_ilustracion_52a3d8fa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413760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A TU AMPARO Y PROTECCIÓN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 TU AMPARO Y PROTECCIÓN,_x000D_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MADRE DE DIOS, ACUDIMOS._x000D_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NO DESOIGAS NUESTROS RUEGOS_x000D_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DE TODOS LOS PELIGROS,_x000D_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VIRGEN GLORIOSA Y BENDITA,_x000D_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DEFIENDE SIEMPRE A TUS HIJOS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353_lo_imprescindible_es_abrazarse_a_cri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69454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 XXVIII Domingo del Tiempo Ordinario · Mt 22,1-14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0140957_movidos_por_la_ola_del_espírit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05840"/>
            <a:ext cx="3556955" cy="2560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48640"/>
            <a:ext cx="8046720" cy="640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858000"/>
            <a:ext cx="804672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749808"/>
            <a:ext cx="7498080" cy="59984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2600">
                <a:solidFill>
                  <a:srgbClr val="7C3AED"/>
                </a:solidFill>
              </a:rPr>
              <a:t>COMO CORRE UN RÍO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Como corre un río dentro de mi ser (x2)_x000D_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así yo confío en Cristo, mi Rey (x2)_x000D_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VIVA,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SALTA P’ARRIBA, QUE LLEVO DENTRO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QUE AFIRMA Y CONFIRMA EN ESTE MOMENTO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EL ESPÍRITU SANTO ESTÁ VINIENDO (X2)</a:t>
            </a:r>
            <a:r>
              <a:rPr b="0" sz="1900">
                <a:solidFill>
                  <a:srgbClr val="37352F"/>
                </a:solidFill>
              </a:rPr>
              <a:t>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 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Jesús está pasando por ahí_x000D_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Se va la tristeza, viene la alegría_x000D_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Y cuando pasa todo lo transforma_x000D_</a:t>
            </a:r>
          </a:p>
          <a:p>
            <a:pPr>
              <a:lnSpc>
                <a:spcPct val="105000"/>
              </a:lnSpc>
            </a:pPr>
            <a:r>
              <a:rPr b="0" sz="1900">
                <a:solidFill>
                  <a:srgbClr val="37352F"/>
                </a:solidFill>
              </a:rPr>
              <a:t>Viene la alegría para ti y para mí_x000D_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5000"/>
              </a:lnSpc>
            </a:pPr>
            <a:r>
              <a:rPr b="1" sz="1900">
                <a:solidFill>
                  <a:srgbClr val="37352F"/>
                </a:solidFill>
              </a:rPr>
              <a:t>COMO UN RÍO DE AGUA VIVA… (X2)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ema_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76220"/>
            <a:ext cx="1281869" cy="685800"/>
          </a:xfrm>
          <a:prstGeom prst="rect">
            <a:avLst/>
          </a:prstGeom>
        </p:spPr>
      </p:pic>
      <p:pic>
        <p:nvPicPr>
          <p:cNvPr id="4" name="Picture 3" descr="fano_25_domingo_vin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57200"/>
            <a:ext cx="2170603" cy="2377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97280" y="3840480"/>
            <a:ext cx="9966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6858000"/>
            <a:ext cx="9966960" cy="914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41648"/>
            <a:ext cx="9418320" cy="27066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r>
              <a:rPr b="1" sz="3400">
                <a:solidFill>
                  <a:srgbClr val="7C3AED"/>
                </a:solidFill>
              </a:rPr>
              <a:t>¡ID EN PAZ!</a:t>
            </a: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Somos uno · 11 de octubre de 2026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La paz del Señor esté siempre con vosotros.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5000"/>
              </a:lnSpc>
            </a:pPr>
            <a:r>
              <a:rPr b="0" sz="2000">
                <a:solidFill>
                  <a:srgbClr val="37352F"/>
                </a:solidFill>
              </a:rPr>
              <a:t>«¿Qué os parece? Un hombre tenía dos hijos. Se acercó al primero y le dijo: «Hijo, ve hoy a trabajar en la viña.»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