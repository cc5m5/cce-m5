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Cerca del hogar que calienta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yo saber lo que en comunidad_x000D_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quieres de mi._x000D_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Sintiendo el calor que me da tu Palabra_x000D_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responder a lo que me pides_x000D_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que a nada yo pueda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Sólo he de beber de tu fuente de agua,_x000D_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sólo ella será la que sacie_x000D_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hambre y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el Señor que alimenta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 hago mi opción por seguirte a Ti_x000D_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jamás yo temeré._x000D_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Llegan hasta mí momentos de calma_x000D_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hacen dudar de si mi camino_x000D_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orienta hacia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Comienza a faltar la paz en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sin esperarlo apareces Tú_x000D_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haciéndome ver que ha nada he de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la tierra y el sol_x000D_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luna y las estrellas;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el fuego y la luz,_x000D_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los campos en flor,_x000D_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las olas del mar,_x000D_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sentirá en su corazón el dolor de quien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mantiene la esperanza de los muchos que la pierden?_x000D_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mientras los hombres miramos, impasivos e indolentes?_x000D_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hace palabra que sin hablar se la entiende?_x000D_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el trigo que se pudre y de uno cientos vienen?_x000D_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**¡ALELUYA! CANTARÁ, QUIEN PERDIÓ LA ESPERANZA,_x000D_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LA TIERRA SONREIRÁ. ¡ALELUYA!**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vino y pan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mi trabajo._x000D_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corazón, es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cuerpo y mi razón,_x000D_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esfuerzo de mi caminar..._x000D_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mi vida es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amor también es mi dolor._x000D_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ilusión de mis sueños,_x000D_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gozo y mi llorar,_x000D_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canto y mi oración._x000D_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te lo doy, no solo,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esta voz también es mi hermano._x000D_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unión, la paz y el orden,_x000D_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armonía y felicidad,_x000D_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canto en comunidad._x000D_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8_mi_reino_no_es_de_este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0728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SEÑOR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santo, Dios del universo, Tú._x000D_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 y tierra de 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aquél que viene_x000D_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cielo. (bis)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SALMO: EL SEÑOR ES MI PASTOR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praderas reposa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su agua descansa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me guía por senderos justos_x000D_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amor, por amor de su nombre._x000D_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pase por valles oscuros_x000D_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ningún mal, ningún mal temeré_x000D_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que el Señor va conmigo_x000D_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cayado sostiene mi fe._x000D_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SALMO: EL SEÑOR ES MI PASTOR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preparas por mi una mesa_x000D_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frente a aquellos que buscan mi mal._x000D_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aceite me ungiste ,Señor_x000D_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copa rebosa de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a Dios, padre omnipotente_x000D_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su hijo Jesús, el Señor_x000D_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 Espíritu que habita en el mundo_x000D_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eternos Amen._x000D_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