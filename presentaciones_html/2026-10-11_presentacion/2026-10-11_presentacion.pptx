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3200" cy="91449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l XXVIII Domingo del Tiempo Ordinario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11 de octubre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757_tu_palabra_no_pasará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10341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 CALOR DE LA PALABRA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Cerca del hogar que calienta mi alma_x000D_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quiero yo saber lo que en comunidad_x000D_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quieres de mi._x000D_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Sintiendo el calor que me da tu Palabra_x000D_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quiero responder a lo que me pides_x000D_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sin que a nada yo pueda temer._x000D_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A NADA, A NADA NUNCA HE DE TEMER,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YENDO JUNTO A TI CON TUS OJOS DE FE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NUNCA HE DE TEMER (BIS)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Sólo he de beber de tu fuente de agua,_x000D_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sé que sólo ella será la que sacie_x000D_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 hambre y mi sed._x000D_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eres el Señor que alimenta mi alma_x000D_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si hago mi opción por seguirte a Ti_x000D_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nunca jamás yo temeré._x000D_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ESTRIBILLO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757_tu_palabra_no_pasará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10341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 CALOR DE LA PALABRA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Llegan hasta mí momentos de calma_x000D_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me hacen dudar de si mi camino_x000D_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 orienta hacia Ti._x000D_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Comienza a faltar la paz en mi alma_x000D_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sin esperarlo apareces Tú_x000D_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haciéndome ver que ha nada he de temer._x000D_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A NADA, A NADA NUNCA HE DE TEMER,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YENDO JUNTO A TI CON TUS OJOS DE FE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NUNCA HE DE TEMER (BIS)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LITURGIA DE LA PALABRA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Escuchemos la Palabra de Dios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ACTO PENITENCIAL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Yo confieso ante Dios todopoderoso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 ante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he pecado mucho de pensamiento, palabra, obra y omisión: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mi culpa, por mi culpa, por mi gran culpa.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eso ruego a Santa María, siempre Virgen,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 los ángeles, a los santos y a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intercedáis por mí ante Dios, nuestro Señor.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5_el_dialogo_del_padre_y_el_hijo_hace_brotar_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2440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¡GLORIA A DIOS!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Señor, por la tierra y el sol_x000D_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 luna y las estrellas; bendecimos tu nombre_x000D_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 cantando para Ti, Señor._x000D_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Jesús, por el fuego y la luz,_x000D_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 noche y por el día; bendecimos tu nombre_x000D_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 cantando para Ti, Señor._x000D_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DIOS! (A él sea el poder),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DIOS! (A él sea el honor).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 POR SIEMPRE,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TODO EL CIELO!,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PARA NUESTRO DIOS! (Bis)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5_el_dialogo_del_padre_y_el_hijo_hace_brotar_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2440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¡GLORIA A DIOS!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Señor, por los campos en flor,_x000D_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 nieve de los montes; bendecimos tu nombre_x000D_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 cantando para Ti, Señor._x000D_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Jesús, por las olas del mar,_x000D_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el canto de las aves; bendecimos tu nombre_x000D_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 cantando para Ti, Señor._x000D_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DIOS! (A él sea el poder),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DIOS! (A él sea el honor).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 POR SIEMPRE,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TODO EL CIELO!,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PARA NUESTRO DIOS! (Bis)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PRIMERA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Is 25,6-10a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Aquel día, el Señor de los ejércitos preparará para todos los pueblos, en este monte, un festín de manjares suculentos, un festín de vinos de solera; manjares enjundiosos, vinos generosos. Y arrancará en este monte el velo que cubre a todos los pueblos, el paño que tapa a todas las naciones. Aniquilará la muerte para siempre. El Señor Dios enjugará las lágrimas de todos los rostros, y el oprobio de su pueblo lo alejará de todo el país. Lo ha dicho el Señor. Aquel día se dirá: «Aquí está nuestro Dios, de quien esperábamos que nos salvara; celebremos y gocemos con su salvación. La mano del Señor se posará sobre este monte.»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6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03329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SALMO RESPONSORIAL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Sal 22, 1 — Habitaré en la casa del Señor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El Señor es mi pastor, nada me falta: en verdes praderas me hace recostar; me conduce hacia fuentes tranquilas; y repara mis fuerzas.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Me guía por el sendero justo, por el honor de su nombre.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Aunque camine por cañadas oscuras, nada temo, porque tú vas conmigo: tu vara y tu cayado me sosiegan.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Preparas una mesa ante mí, enfrente de mis enemigos; me unges la cabeza con perfume, y mi copa rebosa.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Tu bondad y tu misericordia me acompañan; todos los días de mi vida, y habitaré en la casa del Señor; por años sin término.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SEGUNDA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Flp 4,12-14.19-20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Sé vivir en pobreza y abundancia. Estoy entrenado para todo y en todo: la hartura y el hambre, la abundancia y la privación. Todo lo puedo en aquel que me conforta. En todo caso, hicisteis bien en compartir mi tribulación. En pago, mi Dios proveerá a todas vuestras necesidades con magnificencia, conforme a su espléndida riqueza en Cristo Jesús. A Dios, nuestro Padre, la gloria por los siglos de los siglos. Amén.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4_jesús_nos_conduce_y_lo_ilumina_to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41051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ALELUYA DE LA TIERRA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QUE SUFRE, MATA Y MUERE, DESESPERA Y ENLOQUECE,_x000D_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OTROS SON ESPECTADORES, NO LO SIENTEN._x000D_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¡ALELUYA! CANTARÁ, QUIEN PERDIÓ LA ESPERANZA,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LA TIERRA SONREIRÁ. ¡ALELUYA! (BIS)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EVANGELIO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En aquel tiempo, de nuevo tomó Jesús la palabra y habló en parábolas a los sumos sacerdotes y a los ancianos del pueblo: «El reino de los cielos se parece a un rey que celebraba la boda de su hijo. Mandó criados para que avisaran a los convidados a la boda, pero no quisieron ir. Volvió a mandar criados, encargándoles que les dijeran: «Tengo preparado el banquete, he matado terneros y reses cebadas, y todo está a punto. Venid a la boda.» Los convidados no hicieron caso; uno se marchó a sus tierras, otro a sus negocios; los demás les echaron mano a los criados y los maltrataron hasta matarlos. El rey montó en cólera, envió sus tropas, que acabaron con aquellos asesinos y prendieron fuego a la ciudad. Luego dijo a sus criados: «La boda está preparada, pero los convidados no se la merecían. Id ahora a los cruces de los caminos, y a todos los que encontréis, convidadlos a la boda.» Los criados salieron a los caminos y reunieron a todos los que encontraron, malos y buenos. La sala del banquete se llenó de comensales. Cuando el rey entró a saludar a los comensales, reparó en uno que no llevaba traje de fiesta y le dijo: «Amigo, ¿cómo has entrado aquí sin vestirte de fiesta?» El otro no abrió la boca. Entonces el rey dijo a los camareros: «Atadlo de pies y manos y arrojadlo fuera, a las tinieblas. Allí será el llanto y el rechinar de dientes.» Porque muchos son los llamados y pocos los escogidos.»; Palabra del Señor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LITURGIA EUCARÍSTICA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Preparémonos para la mesa del Señor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90130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CREDO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Dios, Padre todopoderoso,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creador del cielo y de la tierra._x000D_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Jesucristo, su único Hijo, nuestro Señor,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fue concebido por obra y gracia del Espíritu Santo;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nació de Santa María Virgen; padeció bajo el poder de Poncio Pilato;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fue crucificado, muerto y sepultado; descendió a los infiernos;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al tercer día resucitó de entre los muertos;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subió a los cielos y está sentado a la derecha de Dios Padre todopoderoso._x000D_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Desde allí ha de venir a juzgar a vivos y muertos._x000D_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el Espíritu Santo, la santa Iglesia católica,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comunión de los santos, el perdón de los pecados,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resurrección de la carne y la vida eterna. Amén.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2_reconócelo_al_partir_el_p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54623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TOMA MI VIDA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 que te doy es vino y pan señor._x000D_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 que te doy es mi trabajo._x000D_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corazón, es mi alma,_x000D_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cuerpo y mi razón,_x000D_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esfuerzo de mi caminar..._x000D_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 que te doy mi vida es señor._x000D_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amor también es mi dolor._x000D_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la ilusión de mis sueños,_x000D_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gozo y mi llorar,_x000D_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canto y mi oración._x000D_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TOMA MI VIDA, PONLA EN TU CORAZÓN.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DAME TU MANO Y LLÉVAME.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CAMBIA MI PAN EN TU CARNE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MI VINO EN TU SANGRE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A MI SEÑOR RENUÉVAME,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LÍMPIAME Y SÁLVAME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2_reconócelo_al_partir_el_p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54623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TOMA MI VIDA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 te lo doy, no solo, mi Señor,_x000D_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esta voz también es mi hermano._x000D_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la unión, la paz y el orden,_x000D_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armonía y felicidad,_x000D_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un canto en comunidad._x000D_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TOMA MI VIDA, PONLA EN TU CORAZÓN.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DAME TU MANO Y LLÉVAME.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CAMBIA MI PAN EN TU CARNE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MI VINO EN TU SANGRE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A MI SEÑOR RENUÉVAME,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LÍMPIAME Y SÁLVAME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758_mi_reino_no_es_de_este_mun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0728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SEÑOR SANTO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 santo, Dios del universo, Tú._x000D_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Llenos están cielo y tierra de  tu gloria._x000D_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Bendito aquél que viene_x000D_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nombre del señor._x000D_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Hosanna en el cielo. (bis)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0_nuestra_victoria_está_en_saber_que_siendo_2_estamos_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04800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LA PAZ TE DOY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te doy a ti, mi hermano,_x000D_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que Dios me regaló,_x000D_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en un abrazo a ti te entrego_x000D_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que llevo en mi corazón. (BIS)_x000D_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Recíbela, recíbela,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esta es la paz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el mundo no te puede dar.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(BIS)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SALMO: EL SEÑOR ES MI PASTOR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SEÑOR ES MI PASTOR NADA ME FALTA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SEÑOR ES MI PASTOR.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SEÑOR ES MI PASTOR NADA ME FALTA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SEÑOR ES MI PASTOR.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praderas reposa mi alma,_x000D_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su agua descansa mi sed._x000D_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me guía por senderos justos_x000D_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amor, por amor de su nombre._x000D_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Aunque pase por valles oscuros_x000D_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ningún mal, ningún mal temeré_x000D_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porque se que el Señor va conmigo_x000D_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su cayado sostiene mi fe._x000D_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ESTRIBILLO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SALMO: EL SEÑOR ES MI PASTOR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Tu preparas por mi una mesa_x000D_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frente a aquellos que buscan mi mal._x000D_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Con aceite me ungiste ,Señor_x000D_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mi copa rebosa de ti._x000D_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Gloria a Dios, padre omnipotente_x000D_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a su hijo Jesús, el Señor_x000D_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al Espíritu que habita en el mundo_x000D_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los siglos eternos Amen._x000D_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SEÑOR ES MI PASTOR NADA ME FALTA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SEÑOR ES MI PASTOR.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SEÑOR ES MI PASTOR NADA ME FALTA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SEÑOR ES MI PASTOR.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patite_ilustracion_52a3d8fa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41376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 TU AMPARO Y PROTECCIÓN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TU AMPARO Y PROTECCIÓN,_x000D_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MADRE DE DIOS, ACUDIMOS._x000D_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DESOIGAS NUESTROS RUEGOS_x000D_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DE TODOS LOS PELIGROS,_x000D_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VIRGEN GLORIOSA Y BENDITA,_x000D_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DEFIENDE SIEMPRE A TUS HIJOS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7_movidos_por_la_ola_d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5695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COMO CORRE UN RÍO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Como corre un río dentro de mi ser (x2)_x000D_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así yo confío en Cristo, mi Rey (x2)_x000D_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SALTA P’ARRIBA, QUE LLEVO DENTRO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AFIRMA Y CONFIRMA EN ESTE MOMENTO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ESPÍRITU SANTO ESTÁ VINIENDO (X2)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Jesús está pasando por ahí_x000D_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Jesús está pasando por ahí_x000D_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 va la tristeza, viene la alegría_x000D_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Viene la alegría para ti y para mí_x000D_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VIVA… (X2)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¡ID EN PAZ!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Somos uno · 11 de octubre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paz del Señor esté siempre con vosotros.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«¿Qué os parece? Un hombre tenía dos hijos. Se acercó al primero y le dijo: «Hijo, ve hoy a trabajar en la viña.»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