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548640"/>
            <a:ext cx="2504542" cy="2743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371600" y="3566160"/>
            <a:ext cx="94183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6053328"/>
            <a:ext cx="9418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3794760"/>
            <a:ext cx="877824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1">
                <a:solidFill>
                  <a:srgbClr val="7C3AED"/>
                </a:solidFill>
              </a:rPr>
              <a:t>DOMINGO XXIV DEL TIEMPO ORDINARIO</a:t>
            </a:r>
          </a:p>
          <a:p>
            <a:r>
              <a:rPr sz="1900">
                <a:solidFill>
                  <a:srgbClr val="2C3E50"/>
                </a:solidFill>
              </a:rPr>
              <a:t>13 de septiembre de 2026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06298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CANCIÓN DE ENTRADA</a:t>
            </a:r>
          </a:p>
          <a:p>
            <a:r>
              <a:rPr sz="2800" b="1">
                <a:solidFill>
                  <a:srgbClr val="7C3AED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 AL SEÑOR</a:t>
            </a:r>
          </a:p>
          <a:p/>
          <a:p>
            <a:r>
              <a:rPr sz="1900">
                <a:solidFill>
                  <a:srgbClr val="2C3E50"/>
                </a:solidFill>
              </a:rPr>
              <a:t>Y ESCUCHAD LA PALABRA DE DIOS.(Bis)</a:t>
            </a:r>
          </a:p>
          <a:p/>
          <a:p>
            <a:r>
              <a:rPr sz="1900">
                <a:solidFill>
                  <a:srgbClr val="2C3E50"/>
                </a:solidFill>
              </a:rPr>
              <a:t>Voz que clama en el desierto: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Dios,</a:t>
            </a:r>
          </a:p>
          <a:p/>
          <a:p>
            <a:r>
              <a:rPr sz="1900">
                <a:solidFill>
                  <a:srgbClr val="2C3E50"/>
                </a:solidFill>
              </a:rPr>
              <a:t>desterrad la mentira por siempre,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Dios(Bis)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ACTO PENITENCIAL</a:t>
            </a:r>
          </a:p>
          <a:p/>
          <a:p>
            <a:r>
              <a:rPr sz="1900">
                <a:solidFill>
                  <a:srgbClr val="2C3E50"/>
                </a:solidFill>
              </a:rPr>
              <a:t>Yo confieso ante Dios todopoderoso</a:t>
            </a:r>
          </a:p>
          <a:p>
            <a:r>
              <a:rPr sz="1900">
                <a:solidFill>
                  <a:srgbClr val="2C3E50"/>
                </a:solidFill>
              </a:rPr>
              <a:t>y ante vosotros, hermanos,</a:t>
            </a:r>
          </a:p>
          <a:p>
            <a:r>
              <a:rPr sz="1900">
                <a:solidFill>
                  <a:srgbClr val="2C3E50"/>
                </a:solidFill>
              </a:rPr>
              <a:t>que he pecado mucho de pensamiento, palabra, obra y omisión:</a:t>
            </a:r>
          </a:p>
          <a:p>
            <a:r>
              <a:rPr sz="1900">
                <a:solidFill>
                  <a:srgbClr val="2C3E50"/>
                </a:solidFill>
              </a:rPr>
              <a:t>por mi culpa, por mi culpa, por mi gran culpa.</a:t>
            </a:r>
          </a:p>
          <a:p/>
          <a:p>
            <a:r>
              <a:rPr sz="1900">
                <a:solidFill>
                  <a:srgbClr val="2C3E50"/>
                </a:solidFill>
              </a:rPr>
              <a:t>Por eso ruego a Santa María, siempre Virgen,</a:t>
            </a:r>
          </a:p>
          <a:p>
            <a:r>
              <a:rPr sz="1900">
                <a:solidFill>
                  <a:srgbClr val="2C3E50"/>
                </a:solidFill>
              </a:rPr>
              <a:t>a los ángeles, a los santos y a vosotros, hermanos,</a:t>
            </a:r>
          </a:p>
          <a:p>
            <a:r>
              <a:rPr sz="1900">
                <a:solidFill>
                  <a:srgbClr val="2C3E50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BENDICIÓN DEL AGUA</a:t>
            </a:r>
          </a:p>
          <a:p>
            <a:r>
              <a:rPr sz="1900">
                <a:solidFill>
                  <a:srgbClr val="2C3E50"/>
                </a:solidFill>
              </a:rPr>
              <a:t>Señor, Dios todopoderoso, que por medio del agua...</a:t>
            </a:r>
          </a:p>
          <a:p/>
          <a:p>
            <a:r>
              <a:rPr sz="1900">
                <a:solidFill>
                  <a:srgbClr val="2C3E50"/>
                </a:solidFill>
              </a:rPr>
              <a:t>(Se bendice el agua y se asperja sobre la asamblea)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GLORIA</a:t>
            </a:r>
          </a:p>
          <a:p/>
          <a:p>
            <a:r>
              <a:rPr sz="1900">
                <a:solidFill>
                  <a:srgbClr val="2C3E50"/>
                </a:solidFill>
              </a:rPr>
              <a:t>Gloria a Dios en el cielo,</a:t>
            </a:r>
          </a:p>
          <a:p>
            <a:r>
              <a:rPr sz="1900">
                <a:solidFill>
                  <a:srgbClr val="2C3E50"/>
                </a:solidFill>
              </a:rPr>
              <a:t>y en la tierra paz a los hombres que ama el Señor.</a:t>
            </a:r>
          </a:p>
          <a:p>
            <a:r>
              <a:rPr sz="1900">
                <a:solidFill>
                  <a:srgbClr val="2C3E50"/>
                </a:solidFill>
              </a:rPr>
              <a:t>Te alabamos, te bendecimos, te adoramos, te glorificamos.</a:t>
            </a:r>
          </a:p>
          <a:p>
            <a:r>
              <a:rPr sz="1900">
                <a:solidFill>
                  <a:srgbClr val="2C3E50"/>
                </a:solidFill>
              </a:rPr>
              <a:t>Te damos gracias, Señor Dios, Rey celestial.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44797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LITURGIA DE LA PALABRA</a:t>
            </a:r>
          </a:p>
          <a:p/>
          <a:p>
            <a:r>
              <a:rPr sz="1900">
                <a:solidFill>
                  <a:srgbClr val="2C3E50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83848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PRIMERA LECTURA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Gn 1, 1-10</a:t>
            </a:r>
          </a:p>
          <a:p/>
          <a:p>
            <a:r>
              <a:rPr sz="1900">
                <a:solidFill>
                  <a:srgbClr val="2C3E50"/>
                </a:solidFill>
              </a:rPr>
              <a:t>En el principio creó Dios el cielo y la tierra...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75471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SALMO RESPONSORIAL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Sal 23 (24)</a:t>
            </a:r>
          </a:p>
          <a:p/>
          <a:p>
            <a:r>
              <a:rPr sz="1900">
                <a:solidFill>
                  <a:srgbClr val="2C3E50"/>
                </a:solidFill>
              </a:rPr>
              <a:t>Antífona: El Señor es mi pastor.</a:t>
            </a:r>
          </a:p>
          <a:p/>
          <a:p>
            <a:r>
              <a:rPr sz="1900">
                <a:solidFill>
                  <a:srgbClr val="2C3E50"/>
                </a:solidFill>
              </a:rPr>
              <a:t>El Señor es mi pastor, nada me falta...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ALELUYA</a:t>
            </a:r>
          </a:p>
          <a:p/>
          <a:p>
            <a:r>
              <a:rPr sz="1900">
                <a:solidFill>
                  <a:srgbClr val="2C3E50"/>
                </a:solidFill>
              </a:rPr>
              <a:t>Mt 5, 1-12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438612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SEGUNDA LECTURA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Fil 4, 4-9</a:t>
            </a:r>
          </a:p>
          <a:p/>
          <a:p>
            <a:r>
              <a:rPr sz="1900">
                <a:solidFill>
                  <a:srgbClr val="2C3E50"/>
                </a:solidFill>
              </a:rPr>
              <a:t>Estad siempre alegres en el Señor...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83848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EVANGELIO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Mt 5, 1-12</a:t>
            </a:r>
          </a:p>
          <a:p/>
          <a:p>
            <a:r>
              <a:rPr sz="1900">
                <a:solidFill>
                  <a:srgbClr val="2C3E50"/>
                </a:solidFill>
              </a:rPr>
              <a:t>Viendo Jesús a la multitud, subió al monte...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LITURGIA EUCARÍSTICA</a:t>
            </a:r>
          </a:p>
          <a:p/>
          <a:p>
            <a:r>
              <a:rPr sz="1900">
                <a:solidFill>
                  <a:srgbClr val="2C3E50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CREDO</a:t>
            </a:r>
          </a:p>
          <a:p/>
          <a:p>
            <a:r>
              <a:rPr sz="1900">
                <a:solidFill>
                  <a:srgbClr val="2C3E50"/>
                </a:solidFill>
              </a:rPr>
              <a:t>Creo en Dios, Padre todopoderoso, creador del cielo y de la tierra.</a:t>
            </a:r>
          </a:p>
          <a:p>
            <a:r>
              <a:rPr sz="1900">
                <a:solidFill>
                  <a:srgbClr val="2C3E50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r>
              <a:rPr sz="1900">
                <a:solidFill>
                  <a:srgbClr val="2C3E50"/>
                </a:solidFill>
              </a:rPr>
              <a:t>Desde allí ha de venir a juzgar a vivos y muertos.</a:t>
            </a:r>
          </a:p>
          <a:p>
            <a:r>
              <a:rPr sz="1900">
                <a:solidFill>
                  <a:srgbClr val="2C3E50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OFERTORIO</a:t>
            </a:r>
          </a:p>
          <a:p>
            <a:r>
              <a:rPr sz="2800" b="1">
                <a:solidFill>
                  <a:srgbClr val="7C3AED"/>
                </a:solidFill>
              </a:rPr>
              <a:t>HOY COMO AYER</a:t>
            </a:r>
          </a:p>
          <a:p/>
          <a:p>
            <a:r>
              <a:rPr sz="1900">
                <a:solidFill>
                  <a:srgbClr val="2C3E50"/>
                </a:solidFill>
              </a:rPr>
              <a:t>HOY COMO AYER</a:t>
            </a:r>
          </a:p>
          <a:p/>
          <a:p>
            <a:r>
              <a:rPr sz="1900">
                <a:solidFill>
                  <a:srgbClr val="2C3E50"/>
                </a:solidFill>
              </a:rPr>
              <a:t>Hoy como ayer calla quien no tiene voz,</a:t>
            </a:r>
          </a:p>
          <a:p/>
          <a:p>
            <a:r>
              <a:rPr sz="1900">
                <a:solidFill>
                  <a:srgbClr val="2C3E50"/>
                </a:solidFill>
              </a:rPr>
              <a:t>aquél a quien nadie enseñó a decir su palabra.</a:t>
            </a:r>
          </a:p>
          <a:p/>
          <a:p>
            <a:r>
              <a:rPr sz="1900">
                <a:solidFill>
                  <a:srgbClr val="2C3E50"/>
                </a:solidFill>
              </a:rPr>
              <a:t>Hoy como ayer quien sabe podrá dominar</a:t>
            </a:r>
          </a:p>
          <a:p/>
          <a:p>
            <a:r>
              <a:rPr sz="1900">
                <a:solidFill>
                  <a:srgbClr val="2C3E50"/>
                </a:solidFill>
              </a:rPr>
              <a:t>y el pobre tendrá que bajar otra vez la mirada.</a:t>
            </a:r>
          </a:p>
          <a:p/>
          <a:p>
            <a:r>
              <a:rPr sz="1900">
                <a:solidFill>
                  <a:srgbClr val="2C3E50"/>
                </a:solidFill>
              </a:rPr>
              <a:t>CORO</a:t>
            </a:r>
          </a:p>
          <a:p/>
          <a:p>
            <a:r>
              <a:rPr sz="1900">
                <a:solidFill>
                  <a:srgbClr val="2C3E50"/>
                </a:solidFill>
              </a:rPr>
              <a:t>Calasanz nos enseñó como hacer realidad</a:t>
            </a:r>
          </a:p>
          <a:p/>
          <a:p>
            <a:r>
              <a:rPr sz="1900">
                <a:solidFill>
                  <a:srgbClr val="2C3E50"/>
                </a:solidFill>
              </a:rPr>
              <a:t>un mañana de esperanza, una nueva humanidad</a:t>
            </a:r>
          </a:p>
          <a:p/>
          <a:p>
            <a:r>
              <a:rPr sz="1900">
                <a:solidFill>
                  <a:srgbClr val="2C3E50"/>
                </a:solidFill>
              </a:rPr>
              <a:t>despertando la razón, la conciencia y dignidad,</a:t>
            </a:r>
          </a:p>
          <a:p/>
          <a:p>
            <a:r>
              <a:rPr sz="1900">
                <a:solidFill>
                  <a:srgbClr val="2C3E50"/>
                </a:solidFill>
              </a:rPr>
              <a:t>educando al hombre nuevo en amor y libertad.</a:t>
            </a:r>
          </a:p>
          <a:p/>
          <a:p>
            <a:r>
              <a:rPr sz="1900">
                <a:solidFill>
                  <a:srgbClr val="2C3E50"/>
                </a:solidFill>
              </a:rPr>
              <a:t>Calasanz nos enseñó como hacer realidad</a:t>
            </a:r>
          </a:p>
          <a:p/>
          <a:p>
            <a:r>
              <a:rPr sz="1900">
                <a:solidFill>
                  <a:srgbClr val="2C3E50"/>
                </a:solidFill>
              </a:rPr>
              <a:t>un mañana de esperanza, una nueva humanidad</a:t>
            </a:r>
          </a:p>
          <a:p/>
          <a:p>
            <a:r>
              <a:rPr sz="1900">
                <a:solidFill>
                  <a:srgbClr val="2C3E50"/>
                </a:solidFill>
              </a:rPr>
              <a:t>ayudando a descubrir que Jesús de Nazaret</a:t>
            </a:r>
          </a:p>
          <a:p/>
          <a:p>
            <a:r>
              <a:rPr sz="1900">
                <a:solidFill>
                  <a:srgbClr val="2C3E50"/>
                </a:solidFill>
              </a:rPr>
              <a:t>sigue vivo y su camino juntos hay que recorrer.</a:t>
            </a:r>
          </a:p>
          <a:p/>
          <a:p>
            <a:r>
              <a:rPr sz="1900">
                <a:solidFill>
                  <a:srgbClr val="2C3E50"/>
                </a:solidFill>
              </a:rPr>
              <a:t>Mira y verás que hay niños que nunca sabrán</a:t>
            </a:r>
          </a:p>
          <a:p/>
          <a:p>
            <a:r>
              <a:rPr sz="1900">
                <a:solidFill>
                  <a:srgbClr val="2C3E50"/>
                </a:solidFill>
              </a:rPr>
              <a:t>que tienen derecho a reír y a jugar en la plaza.</a:t>
            </a:r>
          </a:p>
          <a:p/>
          <a:p>
            <a:r>
              <a:rPr sz="1900">
                <a:solidFill>
                  <a:srgbClr val="2C3E50"/>
                </a:solidFill>
              </a:rPr>
              <a:t>Mira y verás que muchos explotan sin fin</a:t>
            </a:r>
          </a:p>
          <a:p/>
          <a:p>
            <a:r>
              <a:rPr sz="1900">
                <a:solidFill>
                  <a:srgbClr val="2C3E50"/>
                </a:solidFill>
              </a:rPr>
              <a:t>la fuerza de la juventud para hacer su ganancia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SANTO</a:t>
            </a:r>
          </a:p>
          <a:p/>
          <a:p>
            <a:r>
              <a:rPr sz="1900">
                <a:solidFill>
                  <a:srgbClr val="2C3E50"/>
                </a:solidFill>
              </a:rPr>
              <a:t>Santo, santo, santo es el Señor,</a:t>
            </a:r>
          </a:p>
          <a:p>
            <a:r>
              <a:rPr sz="1900">
                <a:solidFill>
                  <a:srgbClr val="2C3E50"/>
                </a:solidFill>
              </a:rPr>
              <a:t>Dios del universo.</a:t>
            </a:r>
          </a:p>
          <a:p>
            <a:r>
              <a:rPr sz="1900">
                <a:solidFill>
                  <a:srgbClr val="2C3E50"/>
                </a:solidFill>
              </a:rPr>
              <a:t>Llenos están el cielo y la tierra de tu gloria.</a:t>
            </a:r>
          </a:p>
          <a:p>
            <a:r>
              <a:rPr sz="1900">
                <a:solidFill>
                  <a:srgbClr val="2C3E50"/>
                </a:solidFill>
              </a:rPr>
              <a:t>Hosanna en el cielo.</a:t>
            </a:r>
          </a:p>
          <a:p>
            <a:r>
              <a:rPr sz="1900">
                <a:solidFill>
                  <a:srgbClr val="2C3E50"/>
                </a:solidFill>
              </a:rPr>
              <a:t>Bendito el que viene en nombre del Señor.</a:t>
            </a:r>
          </a:p>
          <a:p>
            <a:r>
              <a:rPr sz="1900">
                <a:solidFill>
                  <a:srgbClr val="2C3E50"/>
                </a:solidFill>
              </a:rPr>
              <a:t>Hosanna en el cielo.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PADRE NUESTRO</a:t>
            </a:r>
          </a:p>
          <a:p/>
          <a:p>
            <a:r>
              <a:rPr sz="1900">
                <a:solidFill>
                  <a:srgbClr val="2C3E50"/>
                </a:solidFill>
              </a:rPr>
              <a:t>Padre nuestro, que estás en el cielo,</a:t>
            </a:r>
          </a:p>
          <a:p>
            <a:r>
              <a:rPr sz="1900">
                <a:solidFill>
                  <a:srgbClr val="2C3E50"/>
                </a:solidFill>
              </a:rPr>
              <a:t>santificado sea tu nombre;</a:t>
            </a:r>
          </a:p>
          <a:p>
            <a:r>
              <a:rPr sz="1900">
                <a:solidFill>
                  <a:srgbClr val="2C3E50"/>
                </a:solidFill>
              </a:rPr>
              <a:t>venga a nosotros tu reino;</a:t>
            </a:r>
          </a:p>
          <a:p>
            <a:r>
              <a:rPr sz="1900">
                <a:solidFill>
                  <a:srgbClr val="2C3E50"/>
                </a:solidFill>
              </a:rPr>
              <a:t>hágase tu voluntad en la tierra como en el cielo.</a:t>
            </a:r>
          </a:p>
          <a:p/>
          <a:p>
            <a:r>
              <a:rPr sz="1900">
                <a:solidFill>
                  <a:srgbClr val="2C3E50"/>
                </a:solidFill>
              </a:rPr>
              <a:t>Danos hoy nuestro pan de cada día;</a:t>
            </a:r>
          </a:p>
          <a:p>
            <a:r>
              <a:rPr sz="1900">
                <a:solidFill>
                  <a:srgbClr val="2C3E50"/>
                </a:solidFill>
              </a:rPr>
              <a:t>perdona nuestras ofensas,</a:t>
            </a:r>
          </a:p>
          <a:p>
            <a:r>
              <a:rPr sz="1900">
                <a:solidFill>
                  <a:srgbClr val="2C3E50"/>
                </a:solidFill>
              </a:rPr>
              <a:t>como también nosotros perdonamos a los que nos ofenden;</a:t>
            </a:r>
          </a:p>
          <a:p>
            <a:r>
              <a:rPr sz="1900">
                <a:solidFill>
                  <a:srgbClr val="2C3E50"/>
                </a:solidFill>
              </a:rPr>
              <a:t>no nos dejes caer en la tentación,</a:t>
            </a:r>
          </a:p>
          <a:p>
            <a:r>
              <a:rPr sz="1900">
                <a:solidFill>
                  <a:srgbClr val="2C3E50"/>
                </a:solidFill>
              </a:rPr>
              <a:t>y líbranos del mal.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474097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RITO DE LA PAZ</a:t>
            </a:r>
          </a:p>
          <a:p/>
          <a:p>
            <a:r>
              <a:rPr sz="1900">
                <a:solidFill>
                  <a:srgbClr val="2C3E50"/>
                </a:solidFill>
              </a:rPr>
              <a:t>Señor Jesucristo, que dijiste a tus apóstoles:</a:t>
            </a:r>
          </a:p>
          <a:p>
            <a:r>
              <a:rPr sz="1900">
                <a:solidFill>
                  <a:srgbClr val="2C3E50"/>
                </a:solidFill>
              </a:rPr>
              <a:t>«La paz os dejo, mi paz os doy»,</a:t>
            </a:r>
          </a:p>
          <a:p>
            <a:r>
              <a:rPr sz="1900">
                <a:solidFill>
                  <a:srgbClr val="2C3E50"/>
                </a:solidFill>
              </a:rPr>
              <a:t>no tengas en cuenta nuestros pecados,</a:t>
            </a:r>
          </a:p>
          <a:p>
            <a:r>
              <a:rPr sz="1900">
                <a:solidFill>
                  <a:srgbClr val="2C3E50"/>
                </a:solidFill>
              </a:rPr>
              <a:t>sino la fe de tu Iglesia,</a:t>
            </a:r>
          </a:p>
          <a:p>
            <a:r>
              <a:rPr sz="1900">
                <a:solidFill>
                  <a:srgbClr val="2C3E50"/>
                </a:solidFill>
              </a:rPr>
              <a:t>y conforme a tu palabra concédele la paz y la unidad.</a:t>
            </a:r>
          </a:p>
          <a:p/>
          <a:p>
            <a:r>
              <a:rPr sz="1900">
                <a:solidFill>
                  <a:srgbClr val="2C3E50"/>
                </a:solidFill>
              </a:rPr>
              <a:t>Tú que vives y reinas por los siglos de los siglos. Amén.</a:t>
            </a:r>
          </a:p>
          <a:p/>
          <a:p>
            <a:r>
              <a:rPr sz="1900">
                <a:solidFill>
                  <a:srgbClr val="2C3E50"/>
                </a:solidFill>
              </a:rPr>
              <a:t>La paz del Señor esté siempre con vosotros.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COMUNIÓN</a:t>
            </a:r>
          </a:p>
          <a:p>
            <a:r>
              <a:rPr sz="2800" b="1">
                <a:solidFill>
                  <a:srgbClr val="7C3AED"/>
                </a:solidFill>
              </a:rPr>
              <a:t>MARÍA,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MARÍA,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Me quedé sin voz con qué cantar</a:t>
            </a:r>
          </a:p>
          <a:p/>
          <a:p>
            <a:r>
              <a:rPr sz="1900">
                <a:solidFill>
                  <a:srgbClr val="2C3E50"/>
                </a:solidFill>
              </a:rPr>
              <a:t>y mi alma vacía dormía en sequedad</a:t>
            </a:r>
          </a:p>
          <a:p/>
          <a:p>
            <a:r>
              <a:rPr sz="1900">
                <a:solidFill>
                  <a:srgbClr val="2C3E50"/>
                </a:solidFill>
              </a:rPr>
              <a:t>Y pensé para mí: me pondré en sus manos</a:t>
            </a:r>
          </a:p>
          <a:p/>
          <a:p>
            <a:r>
              <a:rPr sz="1900">
                <a:solidFill>
                  <a:srgbClr val="2C3E50"/>
                </a:solidFill>
              </a:rPr>
              <a:t>manos de Madre, me dejaré en su amor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házme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anima tú las cuerdas de mi alma</a:t>
            </a:r>
          </a:p>
          <a:p/>
          <a:p>
            <a:r>
              <a:rPr sz="1900">
                <a:solidFill>
                  <a:srgbClr val="2C3E50"/>
                </a:solidFill>
              </a:rPr>
              <a:t>Aleluya, Amén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házme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anima tú las cuerdas de mi alma</a:t>
            </a:r>
          </a:p>
          <a:p/>
          <a:p>
            <a:r>
              <a:rPr sz="1900">
                <a:solidFill>
                  <a:srgbClr val="2C3E50"/>
                </a:solidFill>
              </a:rPr>
              <a:t>Aleluya, Amén</a:t>
            </a:r>
          </a:p>
          <a:p/>
          <a:p>
            <a:r>
              <a:rPr sz="1900">
                <a:solidFill>
                  <a:srgbClr val="2C3E50"/>
                </a:solidFill>
              </a:rPr>
              <a:t>María, acompaña tú mi caminar</a:t>
            </a:r>
          </a:p>
          <a:p/>
          <a:p>
            <a:r>
              <a:rPr sz="1900">
                <a:solidFill>
                  <a:srgbClr val="2C3E50"/>
                </a:solidFill>
              </a:rPr>
              <a:t>yo sola no puedo, ayúdame a andar</a:t>
            </a:r>
          </a:p>
          <a:p/>
          <a:p>
            <a:r>
              <a:rPr sz="1900">
                <a:solidFill>
                  <a:srgbClr val="2C3E50"/>
                </a:solidFill>
              </a:rPr>
              <a:t>Y pensé para mí: me pondré en sus manos</a:t>
            </a:r>
          </a:p>
          <a:p/>
          <a:p>
            <a:r>
              <a:rPr sz="1900">
                <a:solidFill>
                  <a:srgbClr val="2C3E50"/>
                </a:solidFill>
              </a:rPr>
              <a:t>manos de Madre, me dejaré en su amor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házme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anima tú las cuerdas de mi alma</a:t>
            </a:r>
          </a:p>
          <a:p/>
          <a:p>
            <a:r>
              <a:rPr sz="1900">
                <a:solidFill>
                  <a:srgbClr val="2C3E50"/>
                </a:solidFill>
              </a:rPr>
              <a:t>Aleluya, Amén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házme música de Dios</a:t>
            </a:r>
          </a:p>
          <a:p/>
          <a:p>
            <a:r>
              <a:rPr sz="1900">
                <a:solidFill>
                  <a:srgbClr val="2C3E50"/>
                </a:solidFill>
              </a:rPr>
              <a:t>Y tú, María, anima tú las cuerdas de mi alma</a:t>
            </a:r>
          </a:p>
          <a:p/>
          <a:p>
            <a:r>
              <a:rPr sz="1900">
                <a:solidFill>
                  <a:srgbClr val="2C3E50"/>
                </a:solidFill>
              </a:rPr>
              <a:t>Aleluya, Amén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198132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CANTO A MARÍA</a:t>
            </a:r>
          </a:p>
          <a:p/>
          <a:p>
            <a:r>
              <a:rPr sz="1900">
                <a:solidFill>
                  <a:srgbClr val="2C3E50"/>
                </a:solidFill>
              </a:rPr>
              <a:t>Dios te salve, María;</a:t>
            </a:r>
          </a:p>
          <a:p>
            <a:r>
              <a:rPr sz="1900">
                <a:solidFill>
                  <a:srgbClr val="2C3E50"/>
                </a:solidFill>
              </a:rPr>
              <a:t>llena eres de gracia;</a:t>
            </a:r>
          </a:p>
          <a:p>
            <a:r>
              <a:rPr sz="1900">
                <a:solidFill>
                  <a:srgbClr val="2C3E50"/>
                </a:solidFill>
              </a:rPr>
              <a:t>el Señor es contigo.</a:t>
            </a:r>
          </a:p>
          <a:p>
            <a:r>
              <a:rPr sz="1900">
                <a:solidFill>
                  <a:srgbClr val="2C3E50"/>
                </a:solidFill>
              </a:rPr>
              <a:t>Bendita tú eres entre todas las mujeres,</a:t>
            </a:r>
          </a:p>
          <a:p>
            <a:r>
              <a:rPr sz="1900">
                <a:solidFill>
                  <a:srgbClr val="2C3E50"/>
                </a:solidFill>
              </a:rPr>
              <a:t>y bendito es el fruto de tu vientre, Jesús.</a:t>
            </a:r>
          </a:p>
          <a:p/>
          <a:p>
            <a:r>
              <a:rPr sz="1900">
                <a:solidFill>
                  <a:srgbClr val="2C3E50"/>
                </a:solidFill>
              </a:rPr>
              <a:t>Santa María, Madre de Dios,</a:t>
            </a:r>
          </a:p>
          <a:p>
            <a:r>
              <a:rPr sz="1900">
                <a:solidFill>
                  <a:srgbClr val="2C3E50"/>
                </a:solidFill>
              </a:rPr>
              <a:t>ruega por nosotros, pecadores,</a:t>
            </a:r>
          </a:p>
          <a:p>
            <a:r>
              <a:rPr sz="1900">
                <a:solidFill>
                  <a:srgbClr val="2C3E50"/>
                </a:solidFill>
              </a:rPr>
              <a:t>ahora y en la hora de nuestra muerte. Amén.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06298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DESPEDIDA</a:t>
            </a:r>
          </a:p>
          <a:p>
            <a:r>
              <a:rPr sz="2800" b="1">
                <a:solidFill>
                  <a:srgbClr val="7C3AED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 AL SEÑOR</a:t>
            </a:r>
          </a:p>
          <a:p/>
          <a:p>
            <a:r>
              <a:rPr sz="1900">
                <a:solidFill>
                  <a:srgbClr val="2C3E50"/>
                </a:solidFill>
              </a:rPr>
              <a:t>Y ESCUCHAD LA PALABRA DE DIOS.(Bis)</a:t>
            </a:r>
          </a:p>
          <a:p/>
          <a:p>
            <a:r>
              <a:rPr sz="1900">
                <a:solidFill>
                  <a:srgbClr val="2C3E50"/>
                </a:solidFill>
              </a:rPr>
              <a:t>Voz que clama en el desierto: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Dios,</a:t>
            </a:r>
          </a:p>
          <a:p/>
          <a:p>
            <a:r>
              <a:rPr sz="1900">
                <a:solidFill>
                  <a:srgbClr val="2C3E50"/>
                </a:solidFill>
              </a:rPr>
              <a:t>desterrad la mentira por siempre,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Dios(Bis)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