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3200" cy="91449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AED"/>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3200400" y="457200"/>
            <a:ext cx="2170603" cy="2377440"/>
          </a:xfrm>
          <a:prstGeom prst="rect">
            <a:avLst/>
          </a:prstGeom>
        </p:spPr>
      </p:pic>
      <p:sp>
        <p:nvSpPr>
          <p:cNvPr id="5" name="Rounded Rectangle 4"/>
          <p:cNvSpPr/>
          <p:nvPr/>
        </p:nvSpPr>
        <p:spPr>
          <a:xfrm>
            <a:off x="1097280" y="3840480"/>
            <a:ext cx="9966960" cy="310896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6858000"/>
            <a:ext cx="996696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041648"/>
            <a:ext cx="9418320" cy="2706624"/>
          </a:xfrm>
          <a:prstGeom prst="rect">
            <a:avLst/>
          </a:prstGeom>
          <a:noFill/>
        </p:spPr>
        <p:txBody>
          <a:bodyPr wrap="square" lIns="0" rIns="0" tIns="0" bIns="0" anchor="t"/>
          <a:lstStyle/>
          <a:p>
            <a:r>
              <a:rPr b="1" sz="3400">
                <a:solidFill>
                  <a:srgbClr val="7C3AED"/>
                </a:solidFill>
              </a:rPr>
              <a:t>l XXIX Domingo del Tiempo Ordinario</a:t>
            </a:r>
          </a:p>
          <a:p>
            <a:pPr>
              <a:lnSpc>
                <a:spcPct val="115000"/>
              </a:lnSpc>
            </a:pPr>
            <a:r>
              <a:rPr b="0" sz="2000">
                <a:solidFill>
                  <a:srgbClr val="37352F"/>
                </a:solidFill>
              </a:rPr>
              <a:t>18 de octubre de 2026</a:t>
            </a:r>
          </a:p>
          <a:p>
            <a:pPr>
              <a:spcBef>
                <a:spcPts val="0"/>
              </a:spcBef>
              <a:spcAft>
                <a:spcPts val="0"/>
              </a:spcAft>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20140953.jpg"/>
          <p:cNvPicPr>
            <a:picLocks noChangeAspect="1"/>
          </p:cNvPicPr>
          <p:nvPr/>
        </p:nvPicPr>
        <p:blipFill>
          <a:blip r:embed="rId3"/>
          <a:stretch>
            <a:fillRect/>
          </a:stretch>
        </p:blipFill>
        <p:spPr>
          <a:xfrm>
            <a:off x="6675120" y="1005840"/>
            <a:ext cx="3381657"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HE VENIDO A SERVIR</a:t>
            </a:r>
          </a:p>
          <a:p>
            <a:pPr>
              <a:spcBef>
                <a:spcPts val="0"/>
              </a:spcBef>
              <a:spcAft>
                <a:spcPts val="0"/>
              </a:spcAft>
            </a:pPr>
          </a:p>
          <a:p>
            <a:pPr>
              <a:lnSpc>
                <a:spcPct val="105000"/>
              </a:lnSpc>
            </a:pPr>
            <a:r>
              <a:rPr b="0" sz="1900">
                <a:solidFill>
                  <a:srgbClr val="37352F"/>
                </a:solidFill>
              </a:rPr>
              <a:t>Quien quiera ser grande,_x000D_</a:t>
            </a:r>
          </a:p>
          <a:p>
            <a:pPr>
              <a:lnSpc>
                <a:spcPct val="105000"/>
              </a:lnSpc>
            </a:pPr>
            <a:r>
              <a:rPr b="0" sz="1900">
                <a:solidFill>
                  <a:srgbClr val="37352F"/>
                </a:solidFill>
              </a:rPr>
              <a:t>quien quiera ser el primero,_x000D_</a:t>
            </a:r>
          </a:p>
          <a:p>
            <a:pPr>
              <a:lnSpc>
                <a:spcPct val="105000"/>
              </a:lnSpc>
            </a:pPr>
            <a:r>
              <a:rPr b="0" sz="1900">
                <a:solidFill>
                  <a:srgbClr val="37352F"/>
                </a:solidFill>
              </a:rPr>
              <a:t>sea el esclavo de todos,_x000D_</a:t>
            </a:r>
          </a:p>
          <a:p>
            <a:pPr>
              <a:lnSpc>
                <a:spcPct val="105000"/>
              </a:lnSpc>
            </a:pPr>
            <a:r>
              <a:rPr b="0" sz="1900">
                <a:solidFill>
                  <a:srgbClr val="37352F"/>
                </a:solidFill>
              </a:rPr>
              <a:t>sea el más pequeño._x000D_</a:t>
            </a:r>
          </a:p>
          <a:p>
            <a:pPr>
              <a:lnSpc>
                <a:spcPct val="105000"/>
              </a:lnSpc>
            </a:pPr>
            <a:r>
              <a:rPr b="0" sz="1900">
                <a:solidFill>
                  <a:srgbClr val="37352F"/>
                </a:solidFill>
              </a:rPr>
              <a:t>No he venido a ser servido,_x000D_</a:t>
            </a:r>
          </a:p>
          <a:p>
            <a:pPr>
              <a:lnSpc>
                <a:spcPct val="105000"/>
              </a:lnSpc>
            </a:pPr>
            <a:r>
              <a:rPr b="0" sz="1900">
                <a:solidFill>
                  <a:srgbClr val="37352F"/>
                </a:solidFill>
              </a:rPr>
              <a:t>que he venido a servir_x000D_</a:t>
            </a:r>
          </a:p>
          <a:p>
            <a:pPr>
              <a:lnSpc>
                <a:spcPct val="105000"/>
              </a:lnSpc>
            </a:pPr>
            <a:r>
              <a:rPr b="0" sz="1900">
                <a:solidFill>
                  <a:srgbClr val="37352F"/>
                </a:solidFill>
              </a:rPr>
              <a:t>y a dar la vida por todos_x000D_</a:t>
            </a:r>
          </a:p>
          <a:p>
            <a:pPr>
              <a:lnSpc>
                <a:spcPct val="105000"/>
              </a:lnSpc>
            </a:pPr>
            <a:r>
              <a:rPr b="0" sz="1900">
                <a:solidFill>
                  <a:srgbClr val="37352F"/>
                </a:solidFill>
              </a:rPr>
              <a:t>para que todos puedan vivir (2)_x000D_</a:t>
            </a:r>
          </a:p>
          <a:p>
            <a:pPr>
              <a:lnSpc>
                <a:spcPct val="105000"/>
              </a:lnSpc>
            </a:pPr>
            <a:r>
              <a:rPr b="0" sz="1900">
                <a:solidFill>
                  <a:srgbClr val="37352F"/>
                </a:solidFill>
              </a:rPr>
              <a:t>en_x000D_</a:t>
            </a:r>
          </a:p>
          <a:p>
            <a:pPr>
              <a:lnSpc>
                <a:spcPct val="105000"/>
              </a:lnSpc>
            </a:pPr>
            <a:r>
              <a:rPr b="0" sz="1900">
                <a:solidFill>
                  <a:srgbClr val="37352F"/>
                </a:solidFill>
              </a:rPr>
              <a:t>plenitud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sp>
        <p:nvSpPr>
          <p:cNvPr id="4" name="Rounded Rectangle 3"/>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LITURGIA DE LA PALABRA</a:t>
            </a:r>
          </a:p>
          <a:p>
            <a:pPr>
              <a:spcBef>
                <a:spcPts val="0"/>
              </a:spcBef>
              <a:spcAft>
                <a:spcPts val="0"/>
              </a:spcAft>
            </a:pPr>
          </a:p>
          <a:p>
            <a:pPr>
              <a:lnSpc>
                <a:spcPct val="115000"/>
              </a:lnSpc>
            </a:pPr>
            <a:r>
              <a:rPr b="0" sz="2000">
                <a:solidFill>
                  <a:srgbClr val="37352F"/>
                </a:solidFill>
              </a:rPr>
              <a:t>Escuchemos la Palabra de Dios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sp>
        <p:nvSpPr>
          <p:cNvPr id="4" name="Rounded Rectangle 3"/>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ACTO PENITENCIAL</a:t>
            </a:r>
          </a:p>
          <a:p>
            <a:pPr>
              <a:spcBef>
                <a:spcPts val="0"/>
              </a:spcBef>
              <a:spcAft>
                <a:spcPts val="0"/>
              </a:spcAft>
            </a:pPr>
          </a:p>
          <a:p>
            <a:pPr>
              <a:lnSpc>
                <a:spcPct val="115000"/>
              </a:lnSpc>
            </a:pPr>
            <a:r>
              <a:rPr b="0" sz="2000">
                <a:solidFill>
                  <a:srgbClr val="37352F"/>
                </a:solidFill>
              </a:rPr>
              <a:t>Yo confieso ante Dios todopoderoso</a:t>
            </a:r>
          </a:p>
          <a:p>
            <a:pPr>
              <a:lnSpc>
                <a:spcPct val="115000"/>
              </a:lnSpc>
            </a:pPr>
            <a:r>
              <a:rPr b="0" sz="2000">
                <a:solidFill>
                  <a:srgbClr val="37352F"/>
                </a:solidFill>
              </a:rPr>
              <a:t>y ante vosotros, hermanos,</a:t>
            </a:r>
          </a:p>
          <a:p>
            <a:pPr>
              <a:lnSpc>
                <a:spcPct val="115000"/>
              </a:lnSpc>
            </a:pPr>
            <a:r>
              <a:rPr b="0" sz="2000">
                <a:solidFill>
                  <a:srgbClr val="37352F"/>
                </a:solidFill>
              </a:rPr>
              <a:t>que he pecado mucho de pensamiento, palabra, obra y omisión:</a:t>
            </a:r>
          </a:p>
          <a:p>
            <a:pPr>
              <a:lnSpc>
                <a:spcPct val="115000"/>
              </a:lnSpc>
            </a:pPr>
            <a:r>
              <a:rPr b="0" sz="2000">
                <a:solidFill>
                  <a:srgbClr val="37352F"/>
                </a:solidFill>
              </a:rPr>
              <a:t>por mi culpa, por mi culpa, por mi gran culpa.</a:t>
            </a:r>
          </a:p>
          <a:p>
            <a:pPr>
              <a:spcBef>
                <a:spcPts val="0"/>
              </a:spcBef>
              <a:spcAft>
                <a:spcPts val="0"/>
              </a:spcAft>
            </a:pPr>
          </a:p>
          <a:p>
            <a:pPr>
              <a:lnSpc>
                <a:spcPct val="115000"/>
              </a:lnSpc>
            </a:pPr>
            <a:r>
              <a:rPr b="0" sz="2000">
                <a:solidFill>
                  <a:srgbClr val="37352F"/>
                </a:solidFill>
              </a:rPr>
              <a:t>Por eso ruego a Santa María, siempre Virgen,</a:t>
            </a:r>
          </a:p>
          <a:p>
            <a:pPr>
              <a:lnSpc>
                <a:spcPct val="115000"/>
              </a:lnSpc>
            </a:pPr>
            <a:r>
              <a:rPr b="0" sz="2000">
                <a:solidFill>
                  <a:srgbClr val="37352F"/>
                </a:solidFill>
              </a:rPr>
              <a:t>a los ángeles, a los santos y a vosotros, hermanos,</a:t>
            </a:r>
          </a:p>
          <a:p>
            <a:pPr>
              <a:lnSpc>
                <a:spcPct val="115000"/>
              </a:lnSpc>
            </a:pPr>
            <a:r>
              <a:rPr b="0" sz="2000">
                <a:solidFill>
                  <a:srgbClr val="37352F"/>
                </a:solidFill>
              </a:rPr>
              <a:t>que intercedáis por mí ante Dios, nuestro Señor.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634_pide_con_insistencia_a_papá_somos_sus_niños_mimados.jpg"/>
          <p:cNvPicPr>
            <a:picLocks noChangeAspect="1"/>
          </p:cNvPicPr>
          <p:nvPr/>
        </p:nvPicPr>
        <p:blipFill>
          <a:blip r:embed="rId3"/>
          <a:stretch>
            <a:fillRect/>
          </a:stretch>
        </p:blipFill>
        <p:spPr>
          <a:xfrm>
            <a:off x="6675120" y="1005840"/>
            <a:ext cx="3017353"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ALABO TU BONDAD (1/2)</a:t>
            </a:r>
          </a:p>
          <a:p>
            <a:pPr>
              <a:spcBef>
                <a:spcPts val="0"/>
              </a:spcBef>
              <a:spcAft>
                <a:spcPts val="0"/>
              </a:spcAft>
            </a:pPr>
          </a:p>
          <a:p>
            <a:pPr>
              <a:lnSpc>
                <a:spcPct val="105000"/>
              </a:lnSpc>
            </a:pPr>
            <a:r>
              <a:rPr b="0" sz="1900">
                <a:solidFill>
                  <a:srgbClr val="37352F"/>
                </a:solidFill>
              </a:rPr>
              <a:t>Todo mi ser canta hoy_x000D_</a:t>
            </a:r>
          </a:p>
          <a:p>
            <a:pPr>
              <a:lnSpc>
                <a:spcPct val="105000"/>
              </a:lnSpc>
            </a:pPr>
            <a:r>
              <a:rPr b="0" sz="1900">
                <a:solidFill>
                  <a:srgbClr val="37352F"/>
                </a:solidFill>
              </a:rPr>
              <a:t>por las cosas que hay en mí._x000D_</a:t>
            </a:r>
          </a:p>
          <a:p>
            <a:pPr>
              <a:lnSpc>
                <a:spcPct val="105000"/>
              </a:lnSpc>
            </a:pPr>
            <a:r>
              <a:rPr b="0" sz="1900">
                <a:solidFill>
                  <a:srgbClr val="37352F"/>
                </a:solidFill>
              </a:rPr>
              <a:t>Gracias te doy mi Señor,_x000D_</a:t>
            </a:r>
          </a:p>
          <a:p>
            <a:pPr>
              <a:lnSpc>
                <a:spcPct val="105000"/>
              </a:lnSpc>
            </a:pPr>
            <a:r>
              <a:rPr b="0" sz="1900">
                <a:solidFill>
                  <a:srgbClr val="37352F"/>
                </a:solidFill>
              </a:rPr>
              <a:t>Tú me haces tan feliz._x000D_</a:t>
            </a:r>
          </a:p>
          <a:p>
            <a:pPr>
              <a:lnSpc>
                <a:spcPct val="105000"/>
              </a:lnSpc>
            </a:pPr>
            <a:r>
              <a:rPr b="0" sz="1900">
                <a:solidFill>
                  <a:srgbClr val="37352F"/>
                </a:solidFill>
              </a:rPr>
              <a:t>Tú me has regalado tu amistad,_x000D_</a:t>
            </a:r>
          </a:p>
          <a:p>
            <a:pPr>
              <a:lnSpc>
                <a:spcPct val="105000"/>
              </a:lnSpc>
            </a:pPr>
            <a:r>
              <a:rPr b="0" sz="1900">
                <a:solidFill>
                  <a:srgbClr val="37352F"/>
                </a:solidFill>
              </a:rPr>
              <a:t>confío en ti, me llenas de tu_x000D_</a:t>
            </a:r>
          </a:p>
          <a:p>
            <a:pPr>
              <a:lnSpc>
                <a:spcPct val="105000"/>
              </a:lnSpc>
            </a:pPr>
            <a:r>
              <a:rPr b="0" sz="1900">
                <a:solidFill>
                  <a:srgbClr val="37352F"/>
                </a:solidFill>
              </a:rPr>
              <a:t>Tú me haces sentir tu gran bondad,_x000D_</a:t>
            </a:r>
          </a:p>
          <a:p>
            <a:pPr>
              <a:lnSpc>
                <a:spcPct val="105000"/>
              </a:lnSpc>
            </a:pPr>
            <a:r>
              <a:rPr b="0" sz="1900">
                <a:solidFill>
                  <a:srgbClr val="37352F"/>
                </a:solidFill>
              </a:rPr>
              <a:t>yo cantaré por siempre tu fidelidad._x000D_</a:t>
            </a:r>
          </a:p>
          <a:p>
            <a:pPr>
              <a:spcBef>
                <a:spcPts val="0"/>
              </a:spcBef>
              <a:spcAft>
                <a:spcPts val="0"/>
              </a:spcAft>
            </a:pPr>
          </a:p>
          <a:p>
            <a:pPr>
              <a:lnSpc>
                <a:spcPct val="105000"/>
              </a:lnSpc>
            </a:pPr>
            <a:r>
              <a:rPr b="1" sz="1900">
                <a:solidFill>
                  <a:srgbClr val="37352F"/>
                </a:solidFill>
              </a:rPr>
              <a:t>GLORIA A TI, SEÑOR POR TU BONDAD.</a:t>
            </a:r>
            <a:r>
              <a:rPr b="0" sz="1900">
                <a:solidFill>
                  <a:srgbClr val="37352F"/>
                </a:solidFill>
              </a:rPr>
              <a:t>_x000D_</a:t>
            </a:r>
          </a:p>
          <a:p>
            <a:pPr>
              <a:lnSpc>
                <a:spcPct val="105000"/>
              </a:lnSpc>
            </a:pPr>
            <a:r>
              <a:rPr b="1" sz="1900">
                <a:solidFill>
                  <a:srgbClr val="37352F"/>
                </a:solidFill>
              </a:rPr>
              <a:t>GLORIA, GLORIA,</a:t>
            </a:r>
            <a:r>
              <a:rPr b="0" sz="1900">
                <a:solidFill>
                  <a:srgbClr val="37352F"/>
                </a:solidFill>
              </a:rPr>
              <a:t>_x000D_</a:t>
            </a:r>
          </a:p>
          <a:p>
            <a:pPr>
              <a:lnSpc>
                <a:spcPct val="105000"/>
              </a:lnSpc>
            </a:pPr>
            <a:r>
              <a:rPr b="1" sz="1900">
                <a:solidFill>
                  <a:srgbClr val="37352F"/>
                </a:solidFill>
              </a:rPr>
              <a:t>SIEMPRE CANTARÉ TU FIDELIDAD.</a:t>
            </a:r>
            <a:r>
              <a:rPr b="0" sz="1900">
                <a:solidFill>
                  <a:srgbClr val="37352F"/>
                </a:solidFill>
              </a:rPr>
              <a:t>_x000D_</a:t>
            </a:r>
          </a:p>
          <a:p>
            <a:pPr>
              <a:lnSpc>
                <a:spcPct val="105000"/>
              </a:lnSpc>
            </a:pPr>
            <a:r>
              <a:rPr b="1" sz="1900">
                <a:solidFill>
                  <a:srgbClr val="37352F"/>
                </a:solidFill>
              </a:rPr>
              <a:t>GLORIA A TI, SEÑOR POR TU BONDAD.</a:t>
            </a:r>
            <a:r>
              <a:rPr b="0" sz="1900">
                <a:solidFill>
                  <a:srgbClr val="37352F"/>
                </a:solidFill>
              </a:rPr>
              <a:t>_x000D_</a:t>
            </a:r>
          </a:p>
          <a:p>
            <a:pPr>
              <a:lnSpc>
                <a:spcPct val="105000"/>
              </a:lnSpc>
            </a:pPr>
            <a:r>
              <a:rPr b="1" sz="1900">
                <a:solidFill>
                  <a:srgbClr val="37352F"/>
                </a:solidFill>
              </a:rPr>
              <a:t>GLORIA, GLORIA,</a:t>
            </a:r>
            <a:r>
              <a:rPr b="0" sz="1900">
                <a:solidFill>
                  <a:srgbClr val="37352F"/>
                </a:solidFill>
              </a:rPr>
              <a:t>_x000D_</a:t>
            </a:r>
          </a:p>
          <a:p>
            <a:pPr>
              <a:lnSpc>
                <a:spcPct val="105000"/>
              </a:lnSpc>
            </a:pPr>
            <a:r>
              <a:rPr b="1" sz="1900">
                <a:solidFill>
                  <a:srgbClr val="37352F"/>
                </a:solidFill>
              </a:rPr>
              <a:t>SIEMPRE CANTARÉ TU FIDELIDAD.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634_pide_con_insistencia_a_papá_somos_sus_niños_mimados.jpg"/>
          <p:cNvPicPr>
            <a:picLocks noChangeAspect="1"/>
          </p:cNvPicPr>
          <p:nvPr/>
        </p:nvPicPr>
        <p:blipFill>
          <a:blip r:embed="rId3"/>
          <a:stretch>
            <a:fillRect/>
          </a:stretch>
        </p:blipFill>
        <p:spPr>
          <a:xfrm>
            <a:off x="6675120" y="1005840"/>
            <a:ext cx="3017353"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ALABO TU BONDAD (2/2)</a:t>
            </a:r>
          </a:p>
          <a:p>
            <a:pPr>
              <a:spcBef>
                <a:spcPts val="0"/>
              </a:spcBef>
              <a:spcAft>
                <a:spcPts val="0"/>
              </a:spcAft>
            </a:pPr>
          </a:p>
          <a:p>
            <a:pPr>
              <a:lnSpc>
                <a:spcPct val="105000"/>
              </a:lnSpc>
            </a:pPr>
            <a:r>
              <a:rPr b="0" sz="1900">
                <a:solidFill>
                  <a:srgbClr val="37352F"/>
                </a:solidFill>
              </a:rPr>
              <a:t>Siempre a tu lado estaré_x000D_</a:t>
            </a:r>
          </a:p>
          <a:p>
            <a:pPr>
              <a:lnSpc>
                <a:spcPct val="105000"/>
              </a:lnSpc>
            </a:pPr>
            <a:r>
              <a:rPr b="0" sz="1900">
                <a:solidFill>
                  <a:srgbClr val="37352F"/>
                </a:solidFill>
              </a:rPr>
              <a:t>alabando tu bondad_x000D_</a:t>
            </a:r>
          </a:p>
          <a:p>
            <a:pPr>
              <a:lnSpc>
                <a:spcPct val="105000"/>
              </a:lnSpc>
            </a:pPr>
            <a:r>
              <a:rPr b="0" sz="1900">
                <a:solidFill>
                  <a:srgbClr val="37352F"/>
                </a:solidFill>
              </a:rPr>
              <a:t>A mis hermanos diré_x000D_</a:t>
            </a:r>
          </a:p>
          <a:p>
            <a:pPr>
              <a:lnSpc>
                <a:spcPct val="105000"/>
              </a:lnSpc>
            </a:pPr>
            <a:r>
              <a:rPr b="0" sz="1900">
                <a:solidFill>
                  <a:srgbClr val="37352F"/>
                </a:solidFill>
              </a:rPr>
              <a:t>el gran gozo que hallo en ti._x000D_</a:t>
            </a:r>
          </a:p>
          <a:p>
            <a:pPr>
              <a:lnSpc>
                <a:spcPct val="105000"/>
              </a:lnSpc>
            </a:pPr>
            <a:r>
              <a:rPr b="0" sz="1900">
                <a:solidFill>
                  <a:srgbClr val="37352F"/>
                </a:solidFill>
              </a:rPr>
              <a:t>En ti podrán siempre encontrar_x000D_</a:t>
            </a:r>
          </a:p>
          <a:p>
            <a:pPr>
              <a:lnSpc>
                <a:spcPct val="105000"/>
              </a:lnSpc>
            </a:pPr>
            <a:r>
              <a:rPr b="0" sz="1900">
                <a:solidFill>
                  <a:srgbClr val="37352F"/>
                </a:solidFill>
              </a:rPr>
              <a:t>fidelidad, confianza y amistad._x000D_</a:t>
            </a:r>
          </a:p>
          <a:p>
            <a:pPr>
              <a:lnSpc>
                <a:spcPct val="105000"/>
              </a:lnSpc>
            </a:pPr>
            <a:r>
              <a:rPr b="0" sz="1900">
                <a:solidFill>
                  <a:srgbClr val="37352F"/>
                </a:solidFill>
              </a:rPr>
              <a:t>Nunca fallara tu gran amor,_x000D_</a:t>
            </a:r>
          </a:p>
          <a:p>
            <a:pPr>
              <a:lnSpc>
                <a:spcPct val="105000"/>
              </a:lnSpc>
            </a:pPr>
            <a:r>
              <a:rPr b="0" sz="1900">
                <a:solidFill>
                  <a:srgbClr val="37352F"/>
                </a:solidFill>
              </a:rPr>
              <a:t>ni tu perdón. Me quieres tal como soy_x000D_</a:t>
            </a:r>
          </a:p>
          <a:p>
            <a:pPr>
              <a:spcBef>
                <a:spcPts val="0"/>
              </a:spcBef>
              <a:spcAft>
                <a:spcPts val="0"/>
              </a:spcAft>
            </a:pPr>
          </a:p>
          <a:p>
            <a:pPr>
              <a:lnSpc>
                <a:spcPct val="105000"/>
              </a:lnSpc>
            </a:pPr>
            <a:r>
              <a:rPr b="1" sz="1900">
                <a:solidFill>
                  <a:srgbClr val="37352F"/>
                </a:solidFill>
              </a:rPr>
              <a:t>GLORIA A TI, SEÑOR POR TU BONDAD.</a:t>
            </a:r>
            <a:r>
              <a:rPr b="0" sz="1900">
                <a:solidFill>
                  <a:srgbClr val="37352F"/>
                </a:solidFill>
              </a:rPr>
              <a:t>_x000D_</a:t>
            </a:r>
          </a:p>
          <a:p>
            <a:pPr>
              <a:lnSpc>
                <a:spcPct val="105000"/>
              </a:lnSpc>
            </a:pPr>
            <a:r>
              <a:rPr b="1" sz="1900">
                <a:solidFill>
                  <a:srgbClr val="37352F"/>
                </a:solidFill>
              </a:rPr>
              <a:t>GLORIA, GLORIA,</a:t>
            </a:r>
            <a:r>
              <a:rPr b="0" sz="1900">
                <a:solidFill>
                  <a:srgbClr val="37352F"/>
                </a:solidFill>
              </a:rPr>
              <a:t>_x000D_</a:t>
            </a:r>
          </a:p>
          <a:p>
            <a:pPr>
              <a:lnSpc>
                <a:spcPct val="105000"/>
              </a:lnSpc>
            </a:pPr>
            <a:r>
              <a:rPr b="1" sz="1900">
                <a:solidFill>
                  <a:srgbClr val="37352F"/>
                </a:solidFill>
              </a:rPr>
              <a:t>SIEMPRE CANTARÉ TU FIDELIDAD.</a:t>
            </a:r>
            <a:r>
              <a:rPr b="0" sz="1900">
                <a:solidFill>
                  <a:srgbClr val="37352F"/>
                </a:solidFill>
              </a:rPr>
              <a:t>_x000D_</a:t>
            </a:r>
          </a:p>
          <a:p>
            <a:pPr>
              <a:lnSpc>
                <a:spcPct val="105000"/>
              </a:lnSpc>
            </a:pPr>
            <a:r>
              <a:rPr b="1" sz="1900">
                <a:solidFill>
                  <a:srgbClr val="37352F"/>
                </a:solidFill>
              </a:rPr>
              <a:t>GLORIA A TI, SEÑOR POR TU BONDAD.</a:t>
            </a:r>
            <a:r>
              <a:rPr b="0" sz="1900">
                <a:solidFill>
                  <a:srgbClr val="37352F"/>
                </a:solidFill>
              </a:rPr>
              <a:t>_x000D_</a:t>
            </a:r>
          </a:p>
          <a:p>
            <a:pPr>
              <a:lnSpc>
                <a:spcPct val="105000"/>
              </a:lnSpc>
            </a:pPr>
            <a:r>
              <a:rPr b="1" sz="1900">
                <a:solidFill>
                  <a:srgbClr val="37352F"/>
                </a:solidFill>
              </a:rPr>
              <a:t>GLORIA, GLORIA,</a:t>
            </a:r>
            <a:r>
              <a:rPr b="0" sz="1900">
                <a:solidFill>
                  <a:srgbClr val="37352F"/>
                </a:solidFill>
              </a:rPr>
              <a:t>_x000D_</a:t>
            </a:r>
          </a:p>
          <a:p>
            <a:pPr>
              <a:lnSpc>
                <a:spcPct val="105000"/>
              </a:lnSpc>
            </a:pPr>
            <a:r>
              <a:rPr b="1" sz="1900">
                <a:solidFill>
                  <a:srgbClr val="37352F"/>
                </a:solidFill>
              </a:rPr>
              <a:t>SIEMPRE CANTARÉ TU FIDELIDAD.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6675120" y="1005840"/>
            <a:ext cx="2337572"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PRIMERA LECTURA</a:t>
            </a:r>
          </a:p>
          <a:p>
            <a:pPr>
              <a:spcBef>
                <a:spcPts val="0"/>
              </a:spcBef>
              <a:spcAft>
                <a:spcPts val="0"/>
              </a:spcAft>
            </a:pPr>
          </a:p>
          <a:p>
            <a:r>
              <a:rPr b="1" sz="1500">
                <a:solidFill>
                  <a:srgbClr val="D4A76A"/>
                </a:solidFill>
              </a:rPr>
              <a:t>Is 45,1.4-6</a:t>
            </a:r>
          </a:p>
          <a:p>
            <a:pPr>
              <a:spcBef>
                <a:spcPts val="0"/>
              </a:spcBef>
              <a:spcAft>
                <a:spcPts val="0"/>
              </a:spcAft>
            </a:pPr>
          </a:p>
          <a:p>
            <a:pPr>
              <a:lnSpc>
                <a:spcPct val="115000"/>
              </a:lnSpc>
            </a:pPr>
            <a:r>
              <a:rPr b="0" sz="2000">
                <a:solidFill>
                  <a:srgbClr val="37352F"/>
                </a:solidFill>
              </a:rPr>
              <a:t>Así dice el Señor a su Ungido, a Ciro, a quien lleva de la mano: «Doblegaré ante él las naciones, desceñiré las cinturas de los reyes, abriré ante él las puertas, los batientes no se le cerrarán. Por mi siervo Jacob, por mi escogido Israel, te llamé por tu nombre, te di un título, aunque no me conocías. Yo soy el Señor y no hay otro; fuera de mí, no hay dios. Te pongo la insignia, aunque no me conoces, para que sepan de Oriente a Occidente que no hay otro fuera de mí. Yo soy el Señor, y no hay otro.»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20140962.jpg"/>
          <p:cNvPicPr>
            <a:picLocks noChangeAspect="1"/>
          </p:cNvPicPr>
          <p:nvPr/>
        </p:nvPicPr>
        <p:blipFill>
          <a:blip r:embed="rId3"/>
          <a:stretch>
            <a:fillRect/>
          </a:stretch>
        </p:blipFill>
        <p:spPr>
          <a:xfrm>
            <a:off x="6675120" y="1005840"/>
            <a:ext cx="3603329"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SALMO RESPONSORIAL</a:t>
            </a:r>
          </a:p>
          <a:p>
            <a:pPr>
              <a:spcBef>
                <a:spcPts val="0"/>
              </a:spcBef>
              <a:spcAft>
                <a:spcPts val="0"/>
              </a:spcAft>
            </a:pPr>
          </a:p>
          <a:p>
            <a:r>
              <a:rPr b="1" sz="1500">
                <a:solidFill>
                  <a:srgbClr val="D4A76A"/>
                </a:solidFill>
              </a:rPr>
              <a:t>Sal 95,1 — Aclamad la gloria y el poder del Señor</a:t>
            </a:r>
          </a:p>
          <a:p>
            <a:pPr>
              <a:spcBef>
                <a:spcPts val="0"/>
              </a:spcBef>
              <a:spcAft>
                <a:spcPts val="0"/>
              </a:spcAft>
            </a:pPr>
          </a:p>
          <a:p>
            <a:pPr>
              <a:lnSpc>
                <a:spcPct val="115000"/>
              </a:lnSpc>
            </a:pPr>
            <a:r>
              <a:rPr b="0" sz="2000">
                <a:solidFill>
                  <a:srgbClr val="37352F"/>
                </a:solidFill>
              </a:rPr>
              <a:t>Cantad al Señor un cántico nuevo, cantad al Señor, toda la tierra.</a:t>
            </a:r>
          </a:p>
          <a:p>
            <a:pPr>
              <a:spcBef>
                <a:spcPts val="0"/>
              </a:spcBef>
              <a:spcAft>
                <a:spcPts val="0"/>
              </a:spcAft>
            </a:pPr>
          </a:p>
          <a:p>
            <a:pPr>
              <a:lnSpc>
                <a:spcPct val="115000"/>
              </a:lnSpc>
            </a:pPr>
            <a:r>
              <a:rPr b="0" sz="2000">
                <a:solidFill>
                  <a:srgbClr val="37352F"/>
                </a:solidFill>
              </a:rPr>
              <a:t>Contad a los pueblos su gloria, sus maravillas a todas las naciones.</a:t>
            </a:r>
          </a:p>
          <a:p>
            <a:pPr>
              <a:spcBef>
                <a:spcPts val="0"/>
              </a:spcBef>
              <a:spcAft>
                <a:spcPts val="0"/>
              </a:spcAft>
            </a:pPr>
          </a:p>
          <a:p>
            <a:pPr>
              <a:lnSpc>
                <a:spcPct val="115000"/>
              </a:lnSpc>
            </a:pPr>
            <a:r>
              <a:rPr b="0" sz="2000">
                <a:solidFill>
                  <a:srgbClr val="37352F"/>
                </a:solidFill>
              </a:rPr>
              <a:t>Porque es grande el Señor, y muy digno de alabanza, más temible que todos los dioses.</a:t>
            </a:r>
          </a:p>
          <a:p>
            <a:pPr>
              <a:spcBef>
                <a:spcPts val="0"/>
              </a:spcBef>
              <a:spcAft>
                <a:spcPts val="0"/>
              </a:spcAft>
            </a:pPr>
          </a:p>
          <a:p>
            <a:pPr>
              <a:lnSpc>
                <a:spcPct val="115000"/>
              </a:lnSpc>
            </a:pPr>
            <a:r>
              <a:rPr b="0" sz="2000">
                <a:solidFill>
                  <a:srgbClr val="37352F"/>
                </a:solidFill>
              </a:rPr>
              <a:t>Pues los dioses de los gentiles son apariencia, mientras que el Señor ha hecho el cielo.</a:t>
            </a:r>
          </a:p>
          <a:p>
            <a:pPr>
              <a:spcBef>
                <a:spcPts val="0"/>
              </a:spcBef>
              <a:spcAft>
                <a:spcPts val="0"/>
              </a:spcAft>
            </a:pPr>
          </a:p>
          <a:p>
            <a:pPr>
              <a:lnSpc>
                <a:spcPct val="115000"/>
              </a:lnSpc>
            </a:pPr>
            <a:r>
              <a:rPr b="0" sz="2000">
                <a:solidFill>
                  <a:srgbClr val="37352F"/>
                </a:solidFill>
              </a:rPr>
              <a:t>Familias de los pueblos, aclamad al Señor, aclamad la gloria y el poder del Señor, aclamad la gloria del nombre del Señor, entrad en sus atrios trayéndole ofrendas.</a:t>
            </a:r>
          </a:p>
          <a:p>
            <a:pPr>
              <a:spcBef>
                <a:spcPts val="0"/>
              </a:spcBef>
              <a:spcAft>
                <a:spcPts val="0"/>
              </a:spcAft>
            </a:pPr>
          </a:p>
          <a:p>
            <a:pPr>
              <a:lnSpc>
                <a:spcPct val="115000"/>
              </a:lnSpc>
            </a:pPr>
            <a:r>
              <a:rPr b="0" sz="2000">
                <a:solidFill>
                  <a:srgbClr val="37352F"/>
                </a:solidFill>
              </a:rPr>
              <a:t>Postraos ante el Señor en el atrio sagrado, tiemble en su presencia la tierra toda; decid a los pueblos: «El Señor es rey, él gobierna a los pueblos rectamente.»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sp>
        <p:nvSpPr>
          <p:cNvPr id="4" name="Rounded Rectangle 3"/>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SEGUNDA LECTURA</a:t>
            </a:r>
          </a:p>
          <a:p>
            <a:pPr>
              <a:spcBef>
                <a:spcPts val="0"/>
              </a:spcBef>
              <a:spcAft>
                <a:spcPts val="0"/>
              </a:spcAft>
            </a:pPr>
          </a:p>
          <a:p>
            <a:r>
              <a:rPr b="1" sz="1500">
                <a:solidFill>
                  <a:srgbClr val="D4A76A"/>
                </a:solidFill>
              </a:rPr>
              <a:t>Tes 1,1-5b</a:t>
            </a:r>
          </a:p>
          <a:p>
            <a:pPr>
              <a:spcBef>
                <a:spcPts val="0"/>
              </a:spcBef>
              <a:spcAft>
                <a:spcPts val="0"/>
              </a:spcAft>
            </a:pPr>
          </a:p>
          <a:p>
            <a:pPr>
              <a:lnSpc>
                <a:spcPct val="115000"/>
              </a:lnSpc>
            </a:pPr>
            <a:r>
              <a:rPr b="0" sz="2000">
                <a:solidFill>
                  <a:srgbClr val="37352F"/>
                </a:solidFill>
              </a:rPr>
              <a:t>Pablo, Silvano y Tirnoteo a la Iglesia de los tesalonicenses, en Dios Padre y en el Señor Jesucristo. A vosotros, gracia y paz. Siempre damos gracias a Dios por todos vosotros y os tenemos presentes en nuestras oraciones. Ante Dios, nuestro Padre, recordarnos sin cesar la actividad de vuestra fe, el esfuerzo de vuestro amor y el aguante de vuestra esperanza en Jesucristo, nuestro Señor. Bien sabemos, hermanos amados de Dios, que él os ha elegido y que, cuando se proclamó el Evangelio entre vosotros, no hubo sólo palabras, sino además fuerza del Espíritu Santo y convicción profunda.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573_viviré_para_alabar_hacer_reverencia_y_servir_a_jesús_mi_rey.jpg"/>
          <p:cNvPicPr>
            <a:picLocks noChangeAspect="1"/>
          </p:cNvPicPr>
          <p:nvPr/>
        </p:nvPicPr>
        <p:blipFill>
          <a:blip r:embed="rId3"/>
          <a:stretch>
            <a:fillRect/>
          </a:stretch>
        </p:blipFill>
        <p:spPr>
          <a:xfrm>
            <a:off x="6675120" y="1005840"/>
            <a:ext cx="2880360"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ALELUYA (Leonard Cohen)</a:t>
            </a:r>
          </a:p>
          <a:p>
            <a:pPr>
              <a:spcBef>
                <a:spcPts val="0"/>
              </a:spcBef>
              <a:spcAft>
                <a:spcPts val="0"/>
              </a:spcAft>
            </a:pPr>
          </a:p>
          <a:p>
            <a:pPr>
              <a:lnSpc>
                <a:spcPct val="105000"/>
              </a:lnSpc>
            </a:pPr>
            <a:r>
              <a:rPr b="0" sz="1900">
                <a:solidFill>
                  <a:srgbClr val="37352F"/>
                </a:solidFill>
              </a:rPr>
              <a:t>Quiero escuchar tu corazón,_x000D_</a:t>
            </a:r>
          </a:p>
          <a:p>
            <a:pPr>
              <a:lnSpc>
                <a:spcPct val="105000"/>
              </a:lnSpc>
            </a:pPr>
            <a:r>
              <a:rPr b="0" sz="1900">
                <a:solidFill>
                  <a:srgbClr val="37352F"/>
                </a:solidFill>
              </a:rPr>
              <a:t>conozco el sonido de tu voz,_x000D_</a:t>
            </a:r>
          </a:p>
          <a:p>
            <a:pPr>
              <a:lnSpc>
                <a:spcPct val="105000"/>
              </a:lnSpc>
            </a:pPr>
            <a:r>
              <a:rPr b="0" sz="1900">
                <a:solidFill>
                  <a:srgbClr val="37352F"/>
                </a:solidFill>
              </a:rPr>
              <a:t>abrázame con tu palabra, Padre._x000D_</a:t>
            </a:r>
          </a:p>
          <a:p>
            <a:pPr>
              <a:lnSpc>
                <a:spcPct val="105000"/>
              </a:lnSpc>
            </a:pPr>
            <a:r>
              <a:rPr b="0" sz="1900">
                <a:solidFill>
                  <a:srgbClr val="37352F"/>
                </a:solidFill>
              </a:rPr>
              <a:t>Ayúdanos a comprender_x000D_</a:t>
            </a:r>
          </a:p>
          <a:p>
            <a:pPr>
              <a:lnSpc>
                <a:spcPct val="105000"/>
              </a:lnSpc>
            </a:pPr>
            <a:r>
              <a:rPr b="0" sz="1900">
                <a:solidFill>
                  <a:srgbClr val="37352F"/>
                </a:solidFill>
              </a:rPr>
              <a:t>que hay tantas cosas por hacer,_x000D_</a:t>
            </a:r>
          </a:p>
          <a:p>
            <a:pPr>
              <a:lnSpc>
                <a:spcPct val="105000"/>
              </a:lnSpc>
            </a:pPr>
            <a:r>
              <a:rPr b="0" sz="1900">
                <a:solidFill>
                  <a:srgbClr val="37352F"/>
                </a:solidFill>
              </a:rPr>
              <a:t>regálanos tus manos, aleluya._x000D_</a:t>
            </a:r>
          </a:p>
          <a:p>
            <a:pPr>
              <a:spcBef>
                <a:spcPts val="0"/>
              </a:spcBef>
              <a:spcAft>
                <a:spcPts val="0"/>
              </a:spcAft>
            </a:pPr>
          </a:p>
          <a:p>
            <a:pPr>
              <a:lnSpc>
                <a:spcPct val="105000"/>
              </a:lnSpc>
            </a:pPr>
            <a:r>
              <a:rPr b="0" sz="1900">
                <a:solidFill>
                  <a:srgbClr val="37352F"/>
                </a:solidFill>
              </a:rPr>
              <a:t>ALELUYA, ALELUYA,_x000D_</a:t>
            </a:r>
          </a:p>
          <a:p>
            <a:pPr>
              <a:lnSpc>
                <a:spcPct val="105000"/>
              </a:lnSpc>
            </a:pPr>
            <a:r>
              <a:rPr b="0" sz="1900">
                <a:solidFill>
                  <a:srgbClr val="37352F"/>
                </a:solidFill>
              </a:rPr>
              <a:t>ALELUYA, ALELU…_x000D_</a:t>
            </a:r>
          </a:p>
          <a:p>
            <a:pPr>
              <a:lnSpc>
                <a:spcPct val="105000"/>
              </a:lnSpc>
            </a:pPr>
            <a:r>
              <a:rPr b="0" sz="1900">
                <a:solidFill>
                  <a:srgbClr val="37352F"/>
                </a:solidFill>
              </a:rPr>
              <a:t>ALELUYA, ALELUYA,_x000D_</a:t>
            </a:r>
          </a:p>
          <a:p>
            <a:pPr>
              <a:lnSpc>
                <a:spcPct val="105000"/>
              </a:lnSpc>
            </a:pPr>
            <a:r>
              <a:rPr b="0" sz="1900">
                <a:solidFill>
                  <a:srgbClr val="37352F"/>
                </a:solidFill>
              </a:rPr>
              <a:t>ALELUYA, ALELUYA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6675120" y="1005840"/>
            <a:ext cx="2337572"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EVANGELIO</a:t>
            </a:r>
          </a:p>
          <a:p>
            <a:pPr>
              <a:spcBef>
                <a:spcPts val="0"/>
              </a:spcBef>
              <a:spcAft>
                <a:spcPts val="0"/>
              </a:spcAft>
            </a:pPr>
          </a:p>
          <a:p>
            <a:r>
              <a:rPr b="1" sz="1500">
                <a:solidFill>
                  <a:srgbClr val="D4A76A"/>
                </a:solidFill>
              </a:rPr>
              <a:t>Mt 22,15-21</a:t>
            </a:r>
          </a:p>
          <a:p>
            <a:pPr>
              <a:spcBef>
                <a:spcPts val="0"/>
              </a:spcBef>
              <a:spcAft>
                <a:spcPts val="0"/>
              </a:spcAft>
            </a:pPr>
          </a:p>
          <a:p>
            <a:pPr>
              <a:lnSpc>
                <a:spcPct val="115000"/>
              </a:lnSpc>
            </a:pPr>
            <a:r>
              <a:rPr b="0" sz="2000">
                <a:solidFill>
                  <a:srgbClr val="37352F"/>
                </a:solidFill>
              </a:rPr>
              <a:t>En aquel tiempo, se retiraron los fariseos y llegaron a un acuerdo para comprometer a Jesús con una pregunta.Le enviaron unos discípulos, con unos partidarios de Herodes, y le dijeron: «Maestro, sabemos que eres sincero y que enseñas el camino de Dios conforme a la verdad; sin que te importe nadie, porque no miras lo que la gente sea. Dinos, pues, qué opinas: ¿es licito pagar impuesto al César o no?»Comprendiendo su mala voluntad, les dijo Jesús: «Hipócritas, ¿por qué me tentáis? Enseñadme la moneda del impuesto.»Le presentaron un denario. Él les preguntó: «¿De quién son esta cara y esta inscripción?»Le respondieron: «Del César.»Entonces les replicó: «Pues pagadle al César lo que es del César y a Dios lo que es de Dios.»; Palabra del Señor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sp>
        <p:nvSpPr>
          <p:cNvPr id="4" name="Rounded Rectangle 3"/>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LITURGIA EUCARÍSTICA</a:t>
            </a:r>
          </a:p>
          <a:p>
            <a:pPr>
              <a:spcBef>
                <a:spcPts val="0"/>
              </a:spcBef>
              <a:spcAft>
                <a:spcPts val="0"/>
              </a:spcAft>
            </a:pPr>
          </a:p>
          <a:p>
            <a:pPr>
              <a:lnSpc>
                <a:spcPct val="115000"/>
              </a:lnSpc>
            </a:pPr>
            <a:r>
              <a:rPr b="0" sz="2000">
                <a:solidFill>
                  <a:srgbClr val="37352F"/>
                </a:solidFill>
              </a:rPr>
              <a:t>Preparémonos para la mesa del Señor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20140954.jpg"/>
          <p:cNvPicPr>
            <a:picLocks noChangeAspect="1"/>
          </p:cNvPicPr>
          <p:nvPr/>
        </p:nvPicPr>
        <p:blipFill>
          <a:blip r:embed="rId3"/>
          <a:stretch>
            <a:fillRect/>
          </a:stretch>
        </p:blipFill>
        <p:spPr>
          <a:xfrm>
            <a:off x="6675120" y="1005840"/>
            <a:ext cx="3901302"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CREDO</a:t>
            </a:r>
          </a:p>
          <a:p>
            <a:pPr>
              <a:spcBef>
                <a:spcPts val="0"/>
              </a:spcBef>
              <a:spcAft>
                <a:spcPts val="0"/>
              </a:spcAft>
            </a:pPr>
          </a:p>
          <a:p>
            <a:pPr>
              <a:lnSpc>
                <a:spcPct val="115000"/>
              </a:lnSpc>
            </a:pPr>
            <a:r>
              <a:rPr b="0" sz="2000">
                <a:solidFill>
                  <a:srgbClr val="37352F"/>
                </a:solidFill>
              </a:rPr>
              <a:t>Creo en Dios, Padre todopoderoso, _x000D_</a:t>
            </a:r>
          </a:p>
          <a:p>
            <a:pPr>
              <a:lnSpc>
                <a:spcPct val="115000"/>
              </a:lnSpc>
            </a:pPr>
            <a:r>
              <a:rPr b="0" sz="2000">
                <a:solidFill>
                  <a:srgbClr val="37352F"/>
                </a:solidFill>
              </a:rPr>
              <a:t>creador del cielo y de la tierra._x000D_</a:t>
            </a:r>
          </a:p>
          <a:p>
            <a:pPr>
              <a:lnSpc>
                <a:spcPct val="115000"/>
              </a:lnSpc>
            </a:pPr>
            <a:r>
              <a:rPr b="0" sz="2000">
                <a:solidFill>
                  <a:srgbClr val="37352F"/>
                </a:solidFill>
              </a:rPr>
              <a:t>Creo en Jesucristo, su único Hijo, nuestro Señor, _x000D_</a:t>
            </a:r>
          </a:p>
          <a:p>
            <a:pPr>
              <a:lnSpc>
                <a:spcPct val="115000"/>
              </a:lnSpc>
            </a:pPr>
            <a:r>
              <a:rPr b="0" sz="2000">
                <a:solidFill>
                  <a:srgbClr val="37352F"/>
                </a:solidFill>
              </a:rPr>
              <a:t>que fue concebido por obra y gracia del Espíritu Santo; _x000D_</a:t>
            </a:r>
          </a:p>
          <a:p>
            <a:pPr>
              <a:lnSpc>
                <a:spcPct val="115000"/>
              </a:lnSpc>
            </a:pPr>
            <a:r>
              <a:rPr b="0" sz="2000">
                <a:solidFill>
                  <a:srgbClr val="37352F"/>
                </a:solidFill>
              </a:rPr>
              <a:t>nació de Santa María Virgen; padeció bajo el poder de Poncio Pilato; _x000D_</a:t>
            </a:r>
          </a:p>
          <a:p>
            <a:pPr>
              <a:lnSpc>
                <a:spcPct val="115000"/>
              </a:lnSpc>
            </a:pPr>
            <a:r>
              <a:rPr b="0" sz="2000">
                <a:solidFill>
                  <a:srgbClr val="37352F"/>
                </a:solidFill>
              </a:rPr>
              <a:t>fue crucificado, muerto y sepultado; descendió a los infiernos; _x000D_</a:t>
            </a:r>
          </a:p>
          <a:p>
            <a:pPr>
              <a:lnSpc>
                <a:spcPct val="115000"/>
              </a:lnSpc>
            </a:pPr>
            <a:r>
              <a:rPr b="0" sz="2000">
                <a:solidFill>
                  <a:srgbClr val="37352F"/>
                </a:solidFill>
              </a:rPr>
              <a:t>al tercer día resucitó de entre los muertos; _x000D_</a:t>
            </a:r>
          </a:p>
          <a:p>
            <a:pPr>
              <a:lnSpc>
                <a:spcPct val="115000"/>
              </a:lnSpc>
            </a:pPr>
            <a:r>
              <a:rPr b="0" sz="2000">
                <a:solidFill>
                  <a:srgbClr val="37352F"/>
                </a:solidFill>
              </a:rPr>
              <a:t>subió a los cielos y está sentado a la derecha de Dios Padre todopoderoso._x000D_</a:t>
            </a:r>
          </a:p>
          <a:p>
            <a:pPr>
              <a:lnSpc>
                <a:spcPct val="115000"/>
              </a:lnSpc>
            </a:pPr>
            <a:r>
              <a:rPr b="0" sz="2000">
                <a:solidFill>
                  <a:srgbClr val="37352F"/>
                </a:solidFill>
              </a:rPr>
              <a:t>Desde allí ha de venir a juzgar a vivos y muertos._x000D_</a:t>
            </a:r>
          </a:p>
          <a:p>
            <a:pPr>
              <a:lnSpc>
                <a:spcPct val="115000"/>
              </a:lnSpc>
            </a:pPr>
            <a:r>
              <a:rPr b="0" sz="2000">
                <a:solidFill>
                  <a:srgbClr val="37352F"/>
                </a:solidFill>
              </a:rPr>
              <a:t>Creo en el Espíritu Santo, la santa Iglesia católica, _x000D_</a:t>
            </a:r>
          </a:p>
          <a:p>
            <a:pPr>
              <a:lnSpc>
                <a:spcPct val="115000"/>
              </a:lnSpc>
            </a:pPr>
            <a:r>
              <a:rPr b="0" sz="2000">
                <a:solidFill>
                  <a:srgbClr val="37352F"/>
                </a:solidFill>
              </a:rPr>
              <a:t>la comunión de los santos, el perdón de los pecados, _x000D_</a:t>
            </a:r>
          </a:p>
          <a:p>
            <a:pPr>
              <a:lnSpc>
                <a:spcPct val="115000"/>
              </a:lnSpc>
            </a:pPr>
            <a:r>
              <a:rPr b="0" sz="2000">
                <a:solidFill>
                  <a:srgbClr val="37352F"/>
                </a:solidFill>
              </a:rPr>
              <a:t>la resurrección de la carne y la vida eterna. Amén.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952_reconócelo_al_partir_el_pan.jpg"/>
          <p:cNvPicPr>
            <a:picLocks noChangeAspect="1"/>
          </p:cNvPicPr>
          <p:nvPr/>
        </p:nvPicPr>
        <p:blipFill>
          <a:blip r:embed="rId3"/>
          <a:stretch>
            <a:fillRect/>
          </a:stretch>
        </p:blipFill>
        <p:spPr>
          <a:xfrm>
            <a:off x="6675120" y="1005840"/>
            <a:ext cx="2546237"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TOMA MI VIDA (1/2)</a:t>
            </a:r>
          </a:p>
          <a:p>
            <a:pPr>
              <a:spcBef>
                <a:spcPts val="0"/>
              </a:spcBef>
              <a:spcAft>
                <a:spcPts val="0"/>
              </a:spcAft>
            </a:pPr>
          </a:p>
          <a:p>
            <a:pPr>
              <a:lnSpc>
                <a:spcPct val="105000"/>
              </a:lnSpc>
            </a:pPr>
            <a:r>
              <a:rPr b="0" sz="1900">
                <a:solidFill>
                  <a:srgbClr val="37352F"/>
                </a:solidFill>
              </a:rPr>
              <a:t>Esto que te doy es vino y pan señor._x000D_</a:t>
            </a:r>
          </a:p>
          <a:p>
            <a:pPr>
              <a:lnSpc>
                <a:spcPct val="105000"/>
              </a:lnSpc>
            </a:pPr>
            <a:r>
              <a:rPr b="0" sz="1900">
                <a:solidFill>
                  <a:srgbClr val="37352F"/>
                </a:solidFill>
              </a:rPr>
              <a:t>Esto que te doy es mi trabajo._x000D_</a:t>
            </a:r>
          </a:p>
          <a:p>
            <a:pPr>
              <a:lnSpc>
                <a:spcPct val="105000"/>
              </a:lnSpc>
            </a:pPr>
            <a:r>
              <a:rPr b="0" sz="1900">
                <a:solidFill>
                  <a:srgbClr val="37352F"/>
                </a:solidFill>
              </a:rPr>
              <a:t>Es mi corazón, es mi alma,_x000D_</a:t>
            </a:r>
          </a:p>
          <a:p>
            <a:pPr>
              <a:lnSpc>
                <a:spcPct val="105000"/>
              </a:lnSpc>
            </a:pPr>
            <a:r>
              <a:rPr b="0" sz="1900">
                <a:solidFill>
                  <a:srgbClr val="37352F"/>
                </a:solidFill>
              </a:rPr>
              <a:t>es mi cuerpo y mi razón,_x000D_</a:t>
            </a:r>
          </a:p>
          <a:p>
            <a:pPr>
              <a:lnSpc>
                <a:spcPct val="105000"/>
              </a:lnSpc>
            </a:pPr>
            <a:r>
              <a:rPr b="0" sz="1900">
                <a:solidFill>
                  <a:srgbClr val="37352F"/>
                </a:solidFill>
              </a:rPr>
              <a:t>el esfuerzo de mi caminar..._x000D_</a:t>
            </a:r>
          </a:p>
          <a:p>
            <a:pPr>
              <a:spcBef>
                <a:spcPts val="0"/>
              </a:spcBef>
              <a:spcAft>
                <a:spcPts val="0"/>
              </a:spcAft>
            </a:pPr>
          </a:p>
          <a:p>
            <a:pPr>
              <a:lnSpc>
                <a:spcPct val="105000"/>
              </a:lnSpc>
            </a:pPr>
            <a:r>
              <a:rPr b="0" sz="1900">
                <a:solidFill>
                  <a:srgbClr val="37352F"/>
                </a:solidFill>
              </a:rPr>
              <a:t>Esto que te doy mi vida es señor._x000D_</a:t>
            </a:r>
          </a:p>
          <a:p>
            <a:pPr>
              <a:lnSpc>
                <a:spcPct val="105000"/>
              </a:lnSpc>
            </a:pPr>
            <a:r>
              <a:rPr b="0" sz="1900">
                <a:solidFill>
                  <a:srgbClr val="37352F"/>
                </a:solidFill>
              </a:rPr>
              <a:t>es mi amor también es mi dolor._x000D_</a:t>
            </a:r>
          </a:p>
          <a:p>
            <a:pPr>
              <a:lnSpc>
                <a:spcPct val="105000"/>
              </a:lnSpc>
            </a:pPr>
            <a:r>
              <a:rPr b="0" sz="1900">
                <a:solidFill>
                  <a:srgbClr val="37352F"/>
                </a:solidFill>
              </a:rPr>
              <a:t>Es la ilusión de mis sueños,_x000D_</a:t>
            </a:r>
          </a:p>
          <a:p>
            <a:pPr>
              <a:lnSpc>
                <a:spcPct val="105000"/>
              </a:lnSpc>
            </a:pPr>
            <a:r>
              <a:rPr b="0" sz="1900">
                <a:solidFill>
                  <a:srgbClr val="37352F"/>
                </a:solidFill>
              </a:rPr>
              <a:t>es mi gozo y mi llorar,_x000D_</a:t>
            </a:r>
          </a:p>
          <a:p>
            <a:pPr>
              <a:lnSpc>
                <a:spcPct val="105000"/>
              </a:lnSpc>
            </a:pPr>
            <a:r>
              <a:rPr b="0" sz="1900">
                <a:solidFill>
                  <a:srgbClr val="37352F"/>
                </a:solidFill>
              </a:rPr>
              <a:t>es mi canto y mi oración._x000D_</a:t>
            </a:r>
          </a:p>
          <a:p>
            <a:pPr>
              <a:spcBef>
                <a:spcPts val="0"/>
              </a:spcBef>
              <a:spcAft>
                <a:spcPts val="0"/>
              </a:spcAft>
            </a:pPr>
          </a:p>
          <a:p>
            <a:pPr>
              <a:lnSpc>
                <a:spcPct val="105000"/>
              </a:lnSpc>
            </a:pPr>
            <a:r>
              <a:rPr b="1" sz="1900">
                <a:solidFill>
                  <a:srgbClr val="37352F"/>
                </a:solidFill>
              </a:rPr>
              <a:t>TOMA MI VIDA, PONLA EN TU CORAZÓN.</a:t>
            </a:r>
            <a:r>
              <a:rPr b="0" sz="1900">
                <a:solidFill>
                  <a:srgbClr val="37352F"/>
                </a:solidFill>
              </a:rPr>
              <a:t>_x000D_</a:t>
            </a:r>
          </a:p>
          <a:p>
            <a:pPr>
              <a:lnSpc>
                <a:spcPct val="105000"/>
              </a:lnSpc>
            </a:pPr>
            <a:r>
              <a:rPr b="1" sz="1900">
                <a:solidFill>
                  <a:srgbClr val="37352F"/>
                </a:solidFill>
              </a:rPr>
              <a:t>DAME TU MANO Y LLÉVAME.</a:t>
            </a:r>
            <a:r>
              <a:rPr b="0" sz="1900">
                <a:solidFill>
                  <a:srgbClr val="37352F"/>
                </a:solidFill>
              </a:rPr>
              <a:t>_x000D_</a:t>
            </a:r>
          </a:p>
          <a:p>
            <a:pPr>
              <a:lnSpc>
                <a:spcPct val="105000"/>
              </a:lnSpc>
            </a:pPr>
            <a:r>
              <a:rPr b="1" sz="1900">
                <a:solidFill>
                  <a:srgbClr val="37352F"/>
                </a:solidFill>
              </a:rPr>
              <a:t>CAMBIA MI PAN EN TU CARNE</a:t>
            </a:r>
            <a:r>
              <a:rPr b="0" sz="1900">
                <a:solidFill>
                  <a:srgbClr val="37352F"/>
                </a:solidFill>
              </a:rPr>
              <a:t>_x000D_</a:t>
            </a:r>
          </a:p>
          <a:p>
            <a:pPr>
              <a:lnSpc>
                <a:spcPct val="105000"/>
              </a:lnSpc>
            </a:pPr>
            <a:r>
              <a:rPr b="1" sz="1900">
                <a:solidFill>
                  <a:srgbClr val="37352F"/>
                </a:solidFill>
              </a:rPr>
              <a:t>Y MI VINO EN TU SANGRE</a:t>
            </a:r>
            <a:r>
              <a:rPr b="0" sz="1900">
                <a:solidFill>
                  <a:srgbClr val="37352F"/>
                </a:solidFill>
              </a:rPr>
              <a:t>_x000D_</a:t>
            </a:r>
          </a:p>
          <a:p>
            <a:pPr>
              <a:lnSpc>
                <a:spcPct val="105000"/>
              </a:lnSpc>
            </a:pPr>
            <a:r>
              <a:rPr b="1" sz="1900">
                <a:solidFill>
                  <a:srgbClr val="37352F"/>
                </a:solidFill>
              </a:rPr>
              <a:t>Y A MI SEÑOR RENUÉVAME,</a:t>
            </a:r>
            <a:r>
              <a:rPr b="0" sz="1900">
                <a:solidFill>
                  <a:srgbClr val="37352F"/>
                </a:solidFill>
              </a:rPr>
              <a:t>_x000D_</a:t>
            </a:r>
          </a:p>
          <a:p>
            <a:pPr>
              <a:lnSpc>
                <a:spcPct val="105000"/>
              </a:lnSpc>
            </a:pPr>
            <a:r>
              <a:rPr b="1" sz="1900">
                <a:solidFill>
                  <a:srgbClr val="37352F"/>
                </a:solidFill>
              </a:rPr>
              <a:t>LÍMPIAME Y SÁLVAME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952_reconócelo_al_partir_el_pan.jpg"/>
          <p:cNvPicPr>
            <a:picLocks noChangeAspect="1"/>
          </p:cNvPicPr>
          <p:nvPr/>
        </p:nvPicPr>
        <p:blipFill>
          <a:blip r:embed="rId3"/>
          <a:stretch>
            <a:fillRect/>
          </a:stretch>
        </p:blipFill>
        <p:spPr>
          <a:xfrm>
            <a:off x="6675120" y="1005840"/>
            <a:ext cx="2546237"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TOMA MI VIDA (2/2)</a:t>
            </a:r>
          </a:p>
          <a:p>
            <a:pPr>
              <a:spcBef>
                <a:spcPts val="0"/>
              </a:spcBef>
              <a:spcAft>
                <a:spcPts val="0"/>
              </a:spcAft>
            </a:pPr>
          </a:p>
          <a:p>
            <a:pPr>
              <a:lnSpc>
                <a:spcPct val="105000"/>
              </a:lnSpc>
            </a:pPr>
            <a:r>
              <a:rPr b="0" sz="1900">
                <a:solidFill>
                  <a:srgbClr val="37352F"/>
                </a:solidFill>
              </a:rPr>
              <a:t>Esto te lo doy, no solo, mi Señor,_x000D_</a:t>
            </a:r>
          </a:p>
          <a:p>
            <a:pPr>
              <a:lnSpc>
                <a:spcPct val="105000"/>
              </a:lnSpc>
            </a:pPr>
            <a:r>
              <a:rPr b="0" sz="1900">
                <a:solidFill>
                  <a:srgbClr val="37352F"/>
                </a:solidFill>
              </a:rPr>
              <a:t>esta voz también es mi hermano._x000D_</a:t>
            </a:r>
          </a:p>
          <a:p>
            <a:pPr>
              <a:lnSpc>
                <a:spcPct val="105000"/>
              </a:lnSpc>
            </a:pPr>
            <a:r>
              <a:rPr b="0" sz="1900">
                <a:solidFill>
                  <a:srgbClr val="37352F"/>
                </a:solidFill>
              </a:rPr>
              <a:t>Es la unión, la paz y el orden,_x000D_</a:t>
            </a:r>
          </a:p>
          <a:p>
            <a:pPr>
              <a:lnSpc>
                <a:spcPct val="105000"/>
              </a:lnSpc>
            </a:pPr>
            <a:r>
              <a:rPr b="0" sz="1900">
                <a:solidFill>
                  <a:srgbClr val="37352F"/>
                </a:solidFill>
              </a:rPr>
              <a:t>la armonía y felicidad,_x000D_</a:t>
            </a:r>
          </a:p>
          <a:p>
            <a:pPr>
              <a:lnSpc>
                <a:spcPct val="105000"/>
              </a:lnSpc>
            </a:pPr>
            <a:r>
              <a:rPr b="0" sz="1900">
                <a:solidFill>
                  <a:srgbClr val="37352F"/>
                </a:solidFill>
              </a:rPr>
              <a:t>es un canto en comunidad._x000D_</a:t>
            </a:r>
          </a:p>
          <a:p>
            <a:pPr>
              <a:spcBef>
                <a:spcPts val="0"/>
              </a:spcBef>
              <a:spcAft>
                <a:spcPts val="0"/>
              </a:spcAft>
            </a:pPr>
          </a:p>
          <a:p>
            <a:pPr>
              <a:lnSpc>
                <a:spcPct val="105000"/>
              </a:lnSpc>
            </a:pPr>
            <a:r>
              <a:rPr b="1" sz="1900">
                <a:solidFill>
                  <a:srgbClr val="37352F"/>
                </a:solidFill>
              </a:rPr>
              <a:t>TOMA MI VIDA, PONLA EN TU CORAZÓN.</a:t>
            </a:r>
            <a:r>
              <a:rPr b="0" sz="1900">
                <a:solidFill>
                  <a:srgbClr val="37352F"/>
                </a:solidFill>
              </a:rPr>
              <a:t>_x000D_</a:t>
            </a:r>
          </a:p>
          <a:p>
            <a:pPr>
              <a:lnSpc>
                <a:spcPct val="105000"/>
              </a:lnSpc>
            </a:pPr>
            <a:r>
              <a:rPr b="1" sz="1900">
                <a:solidFill>
                  <a:srgbClr val="37352F"/>
                </a:solidFill>
              </a:rPr>
              <a:t>DAME TU MANO Y LLÉVAME.</a:t>
            </a:r>
            <a:r>
              <a:rPr b="0" sz="1900">
                <a:solidFill>
                  <a:srgbClr val="37352F"/>
                </a:solidFill>
              </a:rPr>
              <a:t>_x000D_</a:t>
            </a:r>
          </a:p>
          <a:p>
            <a:pPr>
              <a:lnSpc>
                <a:spcPct val="105000"/>
              </a:lnSpc>
            </a:pPr>
            <a:r>
              <a:rPr b="1" sz="1900">
                <a:solidFill>
                  <a:srgbClr val="37352F"/>
                </a:solidFill>
              </a:rPr>
              <a:t>CAMBIA MI PAN EN TU CARNE</a:t>
            </a:r>
            <a:r>
              <a:rPr b="0" sz="1900">
                <a:solidFill>
                  <a:srgbClr val="37352F"/>
                </a:solidFill>
              </a:rPr>
              <a:t>_x000D_</a:t>
            </a:r>
          </a:p>
          <a:p>
            <a:pPr>
              <a:lnSpc>
                <a:spcPct val="105000"/>
              </a:lnSpc>
            </a:pPr>
            <a:r>
              <a:rPr b="1" sz="1900">
                <a:solidFill>
                  <a:srgbClr val="37352F"/>
                </a:solidFill>
              </a:rPr>
              <a:t>Y MI VINO EN TU SANGRE</a:t>
            </a:r>
            <a:r>
              <a:rPr b="0" sz="1900">
                <a:solidFill>
                  <a:srgbClr val="37352F"/>
                </a:solidFill>
              </a:rPr>
              <a:t>_x000D_</a:t>
            </a:r>
          </a:p>
          <a:p>
            <a:pPr>
              <a:lnSpc>
                <a:spcPct val="105000"/>
              </a:lnSpc>
            </a:pPr>
            <a:r>
              <a:rPr b="1" sz="1900">
                <a:solidFill>
                  <a:srgbClr val="37352F"/>
                </a:solidFill>
              </a:rPr>
              <a:t>Y A MI SEÑOR RENUÉVAME,</a:t>
            </a:r>
            <a:r>
              <a:rPr b="0" sz="1900">
                <a:solidFill>
                  <a:srgbClr val="37352F"/>
                </a:solidFill>
              </a:rPr>
              <a:t>_x000D_</a:t>
            </a:r>
          </a:p>
          <a:p>
            <a:pPr>
              <a:lnSpc>
                <a:spcPct val="105000"/>
              </a:lnSpc>
            </a:pPr>
            <a:r>
              <a:rPr b="1" sz="1900">
                <a:solidFill>
                  <a:srgbClr val="37352F"/>
                </a:solidFill>
              </a:rPr>
              <a:t>LÍMPIAME Y SÁLVAME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758_mi_reino_no_es_de_este_mundo.jpg"/>
          <p:cNvPicPr>
            <a:picLocks noChangeAspect="1"/>
          </p:cNvPicPr>
          <p:nvPr/>
        </p:nvPicPr>
        <p:blipFill>
          <a:blip r:embed="rId3"/>
          <a:stretch>
            <a:fillRect/>
          </a:stretch>
        </p:blipFill>
        <p:spPr>
          <a:xfrm>
            <a:off x="6675120" y="1005840"/>
            <a:ext cx="3507288"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SEÑOR SANTO</a:t>
            </a:r>
          </a:p>
          <a:p>
            <a:pPr>
              <a:spcBef>
                <a:spcPts val="0"/>
              </a:spcBef>
              <a:spcAft>
                <a:spcPts val="0"/>
              </a:spcAft>
            </a:pPr>
          </a:p>
          <a:p>
            <a:pPr>
              <a:lnSpc>
                <a:spcPct val="105000"/>
              </a:lnSpc>
            </a:pPr>
            <a:r>
              <a:rPr b="0" sz="1900">
                <a:solidFill>
                  <a:srgbClr val="37352F"/>
                </a:solidFill>
              </a:rPr>
              <a:t>Señor santo, Dios del universo, Tú._x000D_</a:t>
            </a:r>
          </a:p>
          <a:p>
            <a:pPr>
              <a:lnSpc>
                <a:spcPct val="105000"/>
              </a:lnSpc>
            </a:pPr>
            <a:r>
              <a:rPr b="0" sz="1900">
                <a:solidFill>
                  <a:srgbClr val="37352F"/>
                </a:solidFill>
              </a:rPr>
              <a:t>Llenos están cielo y tierra de  tu gloria._x000D_</a:t>
            </a:r>
          </a:p>
          <a:p>
            <a:pPr>
              <a:lnSpc>
                <a:spcPct val="105000"/>
              </a:lnSpc>
            </a:pPr>
            <a:r>
              <a:rPr b="0" sz="1900">
                <a:solidFill>
                  <a:srgbClr val="37352F"/>
                </a:solidFill>
              </a:rPr>
              <a:t>Bendito aquél que viene_x000D_</a:t>
            </a:r>
          </a:p>
          <a:p>
            <a:pPr>
              <a:lnSpc>
                <a:spcPct val="105000"/>
              </a:lnSpc>
            </a:pPr>
            <a:r>
              <a:rPr b="0" sz="1900">
                <a:solidFill>
                  <a:srgbClr val="37352F"/>
                </a:solidFill>
              </a:rPr>
              <a:t>en nombre del señor._x000D_</a:t>
            </a:r>
          </a:p>
          <a:p>
            <a:pPr>
              <a:lnSpc>
                <a:spcPct val="105000"/>
              </a:lnSpc>
            </a:pPr>
            <a:r>
              <a:rPr b="0" sz="1900">
                <a:solidFill>
                  <a:srgbClr val="37352F"/>
                </a:solidFill>
              </a:rPr>
              <a:t>Hosanna en el cielo. (bis)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2_un_amor_más_que_justo.jpg"/>
          <p:cNvPicPr>
            <a:picLocks noChangeAspect="1"/>
          </p:cNvPicPr>
          <p:nvPr/>
        </p:nvPicPr>
        <p:blipFill>
          <a:blip r:embed="rId3"/>
          <a:stretch>
            <a:fillRect/>
          </a:stretch>
        </p:blipFill>
        <p:spPr>
          <a:xfrm>
            <a:off x="6675120" y="1005840"/>
            <a:ext cx="3391152"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PADRE NUESTRO (Gallego) (1/2)</a:t>
            </a:r>
          </a:p>
          <a:p>
            <a:pPr>
              <a:spcBef>
                <a:spcPts val="0"/>
              </a:spcBef>
              <a:spcAft>
                <a:spcPts val="0"/>
              </a:spcAft>
            </a:pPr>
          </a:p>
          <a:p>
            <a:pPr>
              <a:lnSpc>
                <a:spcPct val="105000"/>
              </a:lnSpc>
            </a:pPr>
            <a:r>
              <a:rPr b="0" sz="1900">
                <a:solidFill>
                  <a:srgbClr val="37352F"/>
                </a:solidFill>
              </a:rPr>
              <a:t>En el mar he oído hoy_x000D_</a:t>
            </a:r>
          </a:p>
          <a:p>
            <a:pPr>
              <a:lnSpc>
                <a:spcPct val="105000"/>
              </a:lnSpc>
            </a:pPr>
            <a:r>
              <a:rPr b="0" sz="1900">
                <a:solidFill>
                  <a:srgbClr val="37352F"/>
                </a:solidFill>
              </a:rPr>
              <a:t>Señor tu voz que me llamó_x000D_</a:t>
            </a:r>
          </a:p>
          <a:p>
            <a:pPr>
              <a:lnSpc>
                <a:spcPct val="105000"/>
              </a:lnSpc>
            </a:pPr>
            <a:r>
              <a:rPr b="0" sz="1900">
                <a:solidFill>
                  <a:srgbClr val="37352F"/>
                </a:solidFill>
              </a:rPr>
              <a:t>y me pidió que me entregara_x000D_</a:t>
            </a:r>
          </a:p>
          <a:p>
            <a:pPr>
              <a:lnSpc>
                <a:spcPct val="105000"/>
              </a:lnSpc>
            </a:pPr>
            <a:r>
              <a:rPr b="0" sz="1900">
                <a:solidFill>
                  <a:srgbClr val="37352F"/>
                </a:solidFill>
              </a:rPr>
              <a:t>a mis hermanos._x000D_</a:t>
            </a:r>
          </a:p>
          <a:p>
            <a:pPr>
              <a:lnSpc>
                <a:spcPct val="105000"/>
              </a:lnSpc>
            </a:pPr>
            <a:r>
              <a:rPr b="0" sz="1900">
                <a:solidFill>
                  <a:srgbClr val="37352F"/>
                </a:solidFill>
              </a:rPr>
              <a:t>Esa voz me transformó,_x000D_</a:t>
            </a:r>
          </a:p>
          <a:p>
            <a:pPr>
              <a:lnSpc>
                <a:spcPct val="105000"/>
              </a:lnSpc>
            </a:pPr>
            <a:r>
              <a:rPr b="0" sz="1900">
                <a:solidFill>
                  <a:srgbClr val="37352F"/>
                </a:solidFill>
              </a:rPr>
              <a:t>mi vida entera ya cambió,_x000D_</a:t>
            </a:r>
          </a:p>
          <a:p>
            <a:pPr>
              <a:lnSpc>
                <a:spcPct val="105000"/>
              </a:lnSpc>
            </a:pPr>
            <a:r>
              <a:rPr b="0" sz="1900">
                <a:solidFill>
                  <a:srgbClr val="37352F"/>
                </a:solidFill>
              </a:rPr>
              <a:t>y sólo pienso ahora Señor_x000D_</a:t>
            </a:r>
          </a:p>
          <a:p>
            <a:pPr>
              <a:lnSpc>
                <a:spcPct val="105000"/>
              </a:lnSpc>
            </a:pPr>
            <a:r>
              <a:rPr b="0" sz="1900">
                <a:solidFill>
                  <a:srgbClr val="37352F"/>
                </a:solidFill>
              </a:rPr>
              <a:t>en repetirte:_x000D_</a:t>
            </a:r>
          </a:p>
          <a:p>
            <a:pPr>
              <a:spcBef>
                <a:spcPts val="0"/>
              </a:spcBef>
              <a:spcAft>
                <a:spcPts val="0"/>
              </a:spcAft>
            </a:pPr>
          </a:p>
          <a:p>
            <a:pPr>
              <a:lnSpc>
                <a:spcPct val="105000"/>
              </a:lnSpc>
            </a:pPr>
            <a:r>
              <a:rPr b="1" sz="1900">
                <a:solidFill>
                  <a:srgbClr val="37352F"/>
                </a:solidFill>
              </a:rPr>
              <a:t>PADRE NUESTRO</a:t>
            </a:r>
            <a:r>
              <a:rPr b="0" sz="1900">
                <a:solidFill>
                  <a:srgbClr val="37352F"/>
                </a:solidFill>
              </a:rPr>
              <a:t>_x000D_</a:t>
            </a:r>
          </a:p>
          <a:p>
            <a:pPr>
              <a:lnSpc>
                <a:spcPct val="105000"/>
              </a:lnSpc>
            </a:pPr>
            <a:r>
              <a:rPr b="1" sz="1900">
                <a:solidFill>
                  <a:srgbClr val="37352F"/>
                </a:solidFill>
              </a:rPr>
              <a:t>EN TI CREEMOS,</a:t>
            </a:r>
            <a:r>
              <a:rPr b="0" sz="1900">
                <a:solidFill>
                  <a:srgbClr val="37352F"/>
                </a:solidFill>
              </a:rPr>
              <a:t>_x000D_</a:t>
            </a:r>
          </a:p>
          <a:p>
            <a:pPr>
              <a:lnSpc>
                <a:spcPct val="105000"/>
              </a:lnSpc>
            </a:pPr>
            <a:r>
              <a:rPr b="1" sz="1900">
                <a:solidFill>
                  <a:srgbClr val="37352F"/>
                </a:solidFill>
              </a:rPr>
              <a:t>PADRE NUESTRO</a:t>
            </a:r>
            <a:r>
              <a:rPr b="0" sz="1900">
                <a:solidFill>
                  <a:srgbClr val="37352F"/>
                </a:solidFill>
              </a:rPr>
              <a:t>_x000D_</a:t>
            </a:r>
          </a:p>
          <a:p>
            <a:pPr>
              <a:lnSpc>
                <a:spcPct val="105000"/>
              </a:lnSpc>
            </a:pPr>
            <a:r>
              <a:rPr b="1" sz="1900">
                <a:solidFill>
                  <a:srgbClr val="37352F"/>
                </a:solidFill>
              </a:rPr>
              <a:t>TE OFRECEMOS,</a:t>
            </a:r>
            <a:r>
              <a:rPr b="0" sz="1900">
                <a:solidFill>
                  <a:srgbClr val="37352F"/>
                </a:solidFill>
              </a:rPr>
              <a:t>_x000D_</a:t>
            </a:r>
          </a:p>
          <a:p>
            <a:pPr>
              <a:lnSpc>
                <a:spcPct val="105000"/>
              </a:lnSpc>
            </a:pPr>
            <a:r>
              <a:rPr b="1" sz="1900">
                <a:solidFill>
                  <a:srgbClr val="37352F"/>
                </a:solidFill>
              </a:rPr>
              <a:t>PADRE NUESTRO</a:t>
            </a:r>
            <a:r>
              <a:rPr b="0" sz="1900">
                <a:solidFill>
                  <a:srgbClr val="37352F"/>
                </a:solidFill>
              </a:rPr>
              <a:t>_x000D_</a:t>
            </a:r>
          </a:p>
          <a:p>
            <a:pPr>
              <a:lnSpc>
                <a:spcPct val="105000"/>
              </a:lnSpc>
            </a:pPr>
            <a:r>
              <a:rPr b="1" sz="1900">
                <a:solidFill>
                  <a:srgbClr val="37352F"/>
                </a:solidFill>
              </a:rPr>
              <a:t>NUESTRAS MANOS</a:t>
            </a:r>
            <a:r>
              <a:rPr b="0" sz="1900">
                <a:solidFill>
                  <a:srgbClr val="37352F"/>
                </a:solidFill>
              </a:rPr>
              <a:t>_x000D_</a:t>
            </a:r>
          </a:p>
          <a:p>
            <a:pPr>
              <a:lnSpc>
                <a:spcPct val="105000"/>
              </a:lnSpc>
            </a:pPr>
            <a:r>
              <a:rPr b="1" sz="1900">
                <a:solidFill>
                  <a:srgbClr val="37352F"/>
                </a:solidFill>
              </a:rPr>
              <a:t>DE HERMANOS.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2_un_amor_más_que_justo.jpg"/>
          <p:cNvPicPr>
            <a:picLocks noChangeAspect="1"/>
          </p:cNvPicPr>
          <p:nvPr/>
        </p:nvPicPr>
        <p:blipFill>
          <a:blip r:embed="rId3"/>
          <a:stretch>
            <a:fillRect/>
          </a:stretch>
        </p:blipFill>
        <p:spPr>
          <a:xfrm>
            <a:off x="6675120" y="1005840"/>
            <a:ext cx="3391152"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PADRE NUESTRO (Gallego) (2/2)</a:t>
            </a:r>
          </a:p>
          <a:p>
            <a:pPr>
              <a:spcBef>
                <a:spcPts val="0"/>
              </a:spcBef>
              <a:spcAft>
                <a:spcPts val="0"/>
              </a:spcAft>
            </a:pPr>
          </a:p>
          <a:p>
            <a:pPr>
              <a:lnSpc>
                <a:spcPct val="105000"/>
              </a:lnSpc>
            </a:pPr>
            <a:r>
              <a:rPr b="0" sz="1900">
                <a:solidFill>
                  <a:srgbClr val="37352F"/>
                </a:solidFill>
              </a:rPr>
              <a:t>Cuando vaya a otro lugar_x000D_</a:t>
            </a:r>
          </a:p>
          <a:p>
            <a:pPr>
              <a:lnSpc>
                <a:spcPct val="105000"/>
              </a:lnSpc>
            </a:pPr>
            <a:r>
              <a:rPr b="0" sz="1900">
                <a:solidFill>
                  <a:srgbClr val="37352F"/>
                </a:solidFill>
              </a:rPr>
              <a:t>tendré Señor que abandonar_x000D_</a:t>
            </a:r>
          </a:p>
          <a:p>
            <a:pPr>
              <a:lnSpc>
                <a:spcPct val="105000"/>
              </a:lnSpc>
            </a:pPr>
            <a:r>
              <a:rPr b="0" sz="1900">
                <a:solidFill>
                  <a:srgbClr val="37352F"/>
                </a:solidFill>
              </a:rPr>
              <a:t>a mi familia a mis amigos_x000D_</a:t>
            </a:r>
          </a:p>
          <a:p>
            <a:pPr>
              <a:lnSpc>
                <a:spcPct val="105000"/>
              </a:lnSpc>
            </a:pPr>
            <a:r>
              <a:rPr b="0" sz="1900">
                <a:solidFill>
                  <a:srgbClr val="37352F"/>
                </a:solidFill>
              </a:rPr>
              <a:t>por seguirte._x000D_</a:t>
            </a:r>
          </a:p>
          <a:p>
            <a:pPr>
              <a:lnSpc>
                <a:spcPct val="105000"/>
              </a:lnSpc>
            </a:pPr>
            <a:r>
              <a:rPr b="0" sz="1900">
                <a:solidFill>
                  <a:srgbClr val="37352F"/>
                </a:solidFill>
              </a:rPr>
              <a:t>Pero sé que así algún día_x000D_</a:t>
            </a:r>
          </a:p>
          <a:p>
            <a:pPr>
              <a:lnSpc>
                <a:spcPct val="105000"/>
              </a:lnSpc>
            </a:pPr>
            <a:r>
              <a:rPr b="0" sz="1900">
                <a:solidFill>
                  <a:srgbClr val="37352F"/>
                </a:solidFill>
              </a:rPr>
              <a:t>podré enseñar tu verdad,_x000D_</a:t>
            </a:r>
          </a:p>
          <a:p>
            <a:pPr>
              <a:lnSpc>
                <a:spcPct val="105000"/>
              </a:lnSpc>
            </a:pPr>
            <a:r>
              <a:rPr b="0" sz="1900">
                <a:solidFill>
                  <a:srgbClr val="37352F"/>
                </a:solidFill>
              </a:rPr>
              <a:t>ir a mi hermano y junto a él_x000D_</a:t>
            </a:r>
          </a:p>
          <a:p>
            <a:pPr>
              <a:lnSpc>
                <a:spcPct val="105000"/>
              </a:lnSpc>
            </a:pPr>
            <a:r>
              <a:rPr b="0" sz="1900">
                <a:solidFill>
                  <a:srgbClr val="37352F"/>
                </a:solidFill>
              </a:rPr>
              <a:t>yo repetirte._x000D_</a:t>
            </a:r>
          </a:p>
          <a:p>
            <a:pPr>
              <a:spcBef>
                <a:spcPts val="0"/>
              </a:spcBef>
              <a:spcAft>
                <a:spcPts val="0"/>
              </a:spcAft>
            </a:pPr>
          </a:p>
          <a:p>
            <a:pPr>
              <a:lnSpc>
                <a:spcPct val="105000"/>
              </a:lnSpc>
            </a:pPr>
            <a:r>
              <a:rPr b="1" sz="1900">
                <a:solidFill>
                  <a:srgbClr val="37352F"/>
                </a:solidFill>
              </a:rPr>
              <a:t>PADRE NUESTRO</a:t>
            </a:r>
            <a:r>
              <a:rPr b="0" sz="1900">
                <a:solidFill>
                  <a:srgbClr val="37352F"/>
                </a:solidFill>
              </a:rPr>
              <a:t>_x000D_</a:t>
            </a:r>
          </a:p>
          <a:p>
            <a:pPr>
              <a:lnSpc>
                <a:spcPct val="105000"/>
              </a:lnSpc>
            </a:pPr>
            <a:r>
              <a:rPr b="1" sz="1900">
                <a:solidFill>
                  <a:srgbClr val="37352F"/>
                </a:solidFill>
              </a:rPr>
              <a:t>EN TI CREEMOS,</a:t>
            </a:r>
            <a:r>
              <a:rPr b="0" sz="1900">
                <a:solidFill>
                  <a:srgbClr val="37352F"/>
                </a:solidFill>
              </a:rPr>
              <a:t>_x000D_</a:t>
            </a:r>
          </a:p>
          <a:p>
            <a:pPr>
              <a:lnSpc>
                <a:spcPct val="105000"/>
              </a:lnSpc>
            </a:pPr>
            <a:r>
              <a:rPr b="1" sz="1900">
                <a:solidFill>
                  <a:srgbClr val="37352F"/>
                </a:solidFill>
              </a:rPr>
              <a:t>PADRE NUESTRO</a:t>
            </a:r>
            <a:r>
              <a:rPr b="0" sz="1900">
                <a:solidFill>
                  <a:srgbClr val="37352F"/>
                </a:solidFill>
              </a:rPr>
              <a:t>_x000D_</a:t>
            </a:r>
          </a:p>
          <a:p>
            <a:pPr>
              <a:lnSpc>
                <a:spcPct val="105000"/>
              </a:lnSpc>
            </a:pPr>
            <a:r>
              <a:rPr b="1" sz="1900">
                <a:solidFill>
                  <a:srgbClr val="37352F"/>
                </a:solidFill>
              </a:rPr>
              <a:t>TE OFRECEMOS,</a:t>
            </a:r>
            <a:r>
              <a:rPr b="0" sz="1900">
                <a:solidFill>
                  <a:srgbClr val="37352F"/>
                </a:solidFill>
              </a:rPr>
              <a:t>_x000D_</a:t>
            </a:r>
          </a:p>
          <a:p>
            <a:pPr>
              <a:lnSpc>
                <a:spcPct val="105000"/>
              </a:lnSpc>
            </a:pPr>
            <a:r>
              <a:rPr b="1" sz="1900">
                <a:solidFill>
                  <a:srgbClr val="37352F"/>
                </a:solidFill>
              </a:rPr>
              <a:t>PADRE NUESTRO</a:t>
            </a:r>
            <a:r>
              <a:rPr b="0" sz="1900">
                <a:solidFill>
                  <a:srgbClr val="37352F"/>
                </a:solidFill>
              </a:rPr>
              <a:t>_x000D_</a:t>
            </a:r>
          </a:p>
          <a:p>
            <a:pPr>
              <a:lnSpc>
                <a:spcPct val="105000"/>
              </a:lnSpc>
            </a:pPr>
            <a:r>
              <a:rPr b="1" sz="1900">
                <a:solidFill>
                  <a:srgbClr val="37352F"/>
                </a:solidFill>
              </a:rPr>
              <a:t>NUESTRAS MANOS</a:t>
            </a:r>
            <a:r>
              <a:rPr b="0" sz="1900">
                <a:solidFill>
                  <a:srgbClr val="37352F"/>
                </a:solidFill>
              </a:rPr>
              <a:t>_x000D_</a:t>
            </a:r>
          </a:p>
          <a:p>
            <a:pPr>
              <a:lnSpc>
                <a:spcPct val="105000"/>
              </a:lnSpc>
            </a:pPr>
            <a:r>
              <a:rPr b="1" sz="1900">
                <a:solidFill>
                  <a:srgbClr val="37352F"/>
                </a:solidFill>
              </a:rPr>
              <a:t>DE HERMANOS.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690_la_ley_del_amor_no_pesa_ni_aplasta_sino_que_libera.jpg"/>
          <p:cNvPicPr>
            <a:picLocks noChangeAspect="1"/>
          </p:cNvPicPr>
          <p:nvPr/>
        </p:nvPicPr>
        <p:blipFill>
          <a:blip r:embed="rId3"/>
          <a:stretch>
            <a:fillRect/>
          </a:stretch>
        </p:blipFill>
        <p:spPr>
          <a:xfrm>
            <a:off x="6675120" y="1005840"/>
            <a:ext cx="3810000"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PAZ EN LA TIERRA</a:t>
            </a:r>
          </a:p>
          <a:p>
            <a:pPr>
              <a:spcBef>
                <a:spcPts val="0"/>
              </a:spcBef>
              <a:spcAft>
                <a:spcPts val="0"/>
              </a:spcAft>
            </a:pPr>
          </a:p>
          <a:p>
            <a:pPr>
              <a:lnSpc>
                <a:spcPct val="105000"/>
              </a:lnSpc>
            </a:pPr>
            <a:r>
              <a:rPr b="1" sz="1900">
                <a:solidFill>
                  <a:srgbClr val="37352F"/>
                </a:solidFill>
              </a:rPr>
              <a:t>PAZ EN LA TIERRA,</a:t>
            </a:r>
            <a:r>
              <a:rPr b="0" sz="1900">
                <a:solidFill>
                  <a:srgbClr val="37352F"/>
                </a:solidFill>
              </a:rPr>
              <a:t>_x000D_</a:t>
            </a:r>
          </a:p>
          <a:p>
            <a:pPr>
              <a:lnSpc>
                <a:spcPct val="105000"/>
              </a:lnSpc>
            </a:pPr>
            <a:r>
              <a:rPr b="1" sz="1900">
                <a:solidFill>
                  <a:srgbClr val="37352F"/>
                </a:solidFill>
              </a:rPr>
              <a:t>PAZ EN LAS ALTURAS.</a:t>
            </a:r>
            <a:r>
              <a:rPr b="0" sz="1900">
                <a:solidFill>
                  <a:srgbClr val="37352F"/>
                </a:solidFill>
              </a:rPr>
              <a:t>_x000D_</a:t>
            </a:r>
          </a:p>
          <a:p>
            <a:pPr>
              <a:lnSpc>
                <a:spcPct val="105000"/>
              </a:lnSpc>
            </a:pPr>
            <a:r>
              <a:rPr b="1" sz="1900">
                <a:solidFill>
                  <a:srgbClr val="37352F"/>
                </a:solidFill>
              </a:rPr>
              <a:t>QUE EL GOZO ETERNO REINE</a:t>
            </a:r>
            <a:r>
              <a:rPr b="0" sz="1900">
                <a:solidFill>
                  <a:srgbClr val="37352F"/>
                </a:solidFill>
              </a:rPr>
              <a:t>_x000D_</a:t>
            </a:r>
          </a:p>
          <a:p>
            <a:pPr>
              <a:lnSpc>
                <a:spcPct val="105000"/>
              </a:lnSpc>
            </a:pPr>
            <a:r>
              <a:rPr b="1" sz="1900">
                <a:solidFill>
                  <a:srgbClr val="37352F"/>
                </a:solidFill>
              </a:rPr>
              <a:t>EN NUESTRO CORAZÓN. (BIS)</a:t>
            </a:r>
            <a:r>
              <a:rPr b="0" sz="1900">
                <a:solidFill>
                  <a:srgbClr val="37352F"/>
                </a:solidFill>
              </a:rPr>
              <a:t>_x000D_</a:t>
            </a:r>
          </a:p>
          <a:p>
            <a:pPr>
              <a:spcBef>
                <a:spcPts val="0"/>
              </a:spcBef>
              <a:spcAft>
                <a:spcPts val="0"/>
              </a:spcAft>
            </a:pPr>
          </a:p>
          <a:p>
            <a:pPr>
              <a:lnSpc>
                <a:spcPct val="105000"/>
              </a:lnSpc>
            </a:pPr>
            <a:r>
              <a:rPr b="0" sz="1900">
                <a:solidFill>
                  <a:srgbClr val="37352F"/>
                </a:solidFill>
              </a:rPr>
              <a:t>Da la paz, hermano, da la paz._x000D_</a:t>
            </a:r>
          </a:p>
          <a:p>
            <a:pPr>
              <a:lnSpc>
                <a:spcPct val="105000"/>
              </a:lnSpc>
            </a:pPr>
            <a:r>
              <a:rPr b="0" sz="1900">
                <a:solidFill>
                  <a:srgbClr val="37352F"/>
                </a:solidFill>
              </a:rPr>
              <a:t>Constrúyela en tu corazón_x000D_</a:t>
            </a:r>
          </a:p>
          <a:p>
            <a:pPr>
              <a:lnSpc>
                <a:spcPct val="105000"/>
              </a:lnSpc>
            </a:pPr>
            <a:r>
              <a:rPr b="0" sz="1900">
                <a:solidFill>
                  <a:srgbClr val="37352F"/>
                </a:solidFill>
              </a:rPr>
              <a:t>y con tu gesto afirmarás_x000D_</a:t>
            </a:r>
          </a:p>
          <a:p>
            <a:pPr>
              <a:lnSpc>
                <a:spcPct val="105000"/>
              </a:lnSpc>
            </a:pPr>
            <a:r>
              <a:rPr b="0" sz="1900">
                <a:solidFill>
                  <a:srgbClr val="37352F"/>
                </a:solidFill>
              </a:rPr>
              <a:t>que quieres la paz._x000D_</a:t>
            </a:r>
          </a:p>
          <a:p>
            <a:pPr>
              <a:spcBef>
                <a:spcPts val="0"/>
              </a:spcBef>
              <a:spcAft>
                <a:spcPts val="0"/>
              </a:spcAft>
            </a:pPr>
          </a:p>
          <a:p>
            <a:pPr>
              <a:lnSpc>
                <a:spcPct val="105000"/>
              </a:lnSpc>
            </a:pPr>
            <a:r>
              <a:rPr b="0" sz="1900">
                <a:solidFill>
                  <a:srgbClr val="37352F"/>
                </a:solidFill>
              </a:rPr>
              <a:t>Que tu paz, hermano, sea don;_x000D_</a:t>
            </a:r>
          </a:p>
          <a:p>
            <a:pPr>
              <a:lnSpc>
                <a:spcPct val="105000"/>
              </a:lnSpc>
            </a:pPr>
            <a:r>
              <a:rPr b="0" sz="1900">
                <a:solidFill>
                  <a:srgbClr val="37352F"/>
                </a:solidFill>
              </a:rPr>
              <a:t>es el mejor signo de amor_x000D_</a:t>
            </a:r>
          </a:p>
          <a:p>
            <a:pPr>
              <a:lnSpc>
                <a:spcPct val="105000"/>
              </a:lnSpc>
            </a:pPr>
            <a:r>
              <a:rPr b="0" sz="1900">
                <a:solidFill>
                  <a:srgbClr val="37352F"/>
                </a:solidFill>
              </a:rPr>
              <a:t>que Tú nos puedes ofrecer,_x000D_</a:t>
            </a:r>
          </a:p>
          <a:p>
            <a:pPr>
              <a:lnSpc>
                <a:spcPct val="105000"/>
              </a:lnSpc>
            </a:pPr>
            <a:r>
              <a:rPr b="0" sz="1900">
                <a:solidFill>
                  <a:srgbClr val="37352F"/>
                </a:solidFill>
              </a:rPr>
              <a:t>abrazo de paz.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2_un_amor_más_que_justo.jpg"/>
          <p:cNvPicPr>
            <a:picLocks noChangeAspect="1"/>
          </p:cNvPicPr>
          <p:nvPr/>
        </p:nvPicPr>
        <p:blipFill>
          <a:blip r:embed="rId3"/>
          <a:stretch>
            <a:fillRect/>
          </a:stretch>
        </p:blipFill>
        <p:spPr>
          <a:xfrm>
            <a:off x="6675120" y="1005840"/>
            <a:ext cx="3391152"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TODO MI SER</a:t>
            </a:r>
          </a:p>
          <a:p>
            <a:pPr>
              <a:spcBef>
                <a:spcPts val="0"/>
              </a:spcBef>
              <a:spcAft>
                <a:spcPts val="0"/>
              </a:spcAft>
            </a:pPr>
          </a:p>
          <a:p>
            <a:pPr>
              <a:lnSpc>
                <a:spcPct val="105000"/>
              </a:lnSpc>
            </a:pPr>
            <a:r>
              <a:rPr b="0" sz="1900">
                <a:solidFill>
                  <a:srgbClr val="37352F"/>
                </a:solidFill>
              </a:rPr>
              <a:t>Todo mi ser, todo lo que soy_x000D_</a:t>
            </a:r>
          </a:p>
          <a:p>
            <a:pPr>
              <a:lnSpc>
                <a:spcPct val="105000"/>
              </a:lnSpc>
            </a:pPr>
            <a:r>
              <a:rPr b="0" sz="1900">
                <a:solidFill>
                  <a:srgbClr val="37352F"/>
                </a:solidFill>
              </a:rPr>
              <a:t>te pertenece sólo a ti._x000D_</a:t>
            </a:r>
          </a:p>
          <a:p>
            <a:pPr>
              <a:lnSpc>
                <a:spcPct val="105000"/>
              </a:lnSpc>
            </a:pPr>
            <a:r>
              <a:rPr b="0" sz="1900">
                <a:solidFill>
                  <a:srgbClr val="37352F"/>
                </a:solidFill>
              </a:rPr>
              <a:t>Desde mi pobreza,_x000D_</a:t>
            </a:r>
          </a:p>
          <a:p>
            <a:pPr>
              <a:lnSpc>
                <a:spcPct val="105000"/>
              </a:lnSpc>
            </a:pPr>
            <a:r>
              <a:rPr b="0" sz="1900">
                <a:solidFill>
                  <a:srgbClr val="37352F"/>
                </a:solidFill>
              </a:rPr>
              <a:t>Tú eres la fuerza._x000D_</a:t>
            </a:r>
          </a:p>
          <a:p>
            <a:pPr>
              <a:lnSpc>
                <a:spcPct val="105000"/>
              </a:lnSpc>
            </a:pPr>
            <a:r>
              <a:rPr b="0" sz="1900">
                <a:solidFill>
                  <a:srgbClr val="37352F"/>
                </a:solidFill>
              </a:rPr>
              <a:t>Nada sé, sólo que caminaré._x000D_</a:t>
            </a:r>
          </a:p>
          <a:p>
            <a:pPr>
              <a:spcBef>
                <a:spcPts val="0"/>
              </a:spcBef>
              <a:spcAft>
                <a:spcPts val="0"/>
              </a:spcAft>
            </a:pPr>
          </a:p>
          <a:p>
            <a:pPr>
              <a:lnSpc>
                <a:spcPct val="105000"/>
              </a:lnSpc>
            </a:pPr>
            <a:r>
              <a:rPr b="1" sz="1900">
                <a:solidFill>
                  <a:srgbClr val="37352F"/>
                </a:solidFill>
              </a:rPr>
              <a:t>LLEGASTE A MI VIDA CON TU LUZ,</a:t>
            </a:r>
            <a:r>
              <a:rPr b="0" sz="1900">
                <a:solidFill>
                  <a:srgbClr val="37352F"/>
                </a:solidFill>
              </a:rPr>
              <a:t>_x000D_</a:t>
            </a:r>
          </a:p>
          <a:p>
            <a:pPr>
              <a:lnSpc>
                <a:spcPct val="105000"/>
              </a:lnSpc>
            </a:pPr>
            <a:r>
              <a:rPr b="1" sz="1900">
                <a:solidFill>
                  <a:srgbClr val="37352F"/>
                </a:solidFill>
              </a:rPr>
              <a:t>CAMBIASTE MI MENTE CON TU AMOR,</a:t>
            </a:r>
            <a:r>
              <a:rPr b="0" sz="1900">
                <a:solidFill>
                  <a:srgbClr val="37352F"/>
                </a:solidFill>
              </a:rPr>
              <a:t>_x000D_</a:t>
            </a:r>
          </a:p>
          <a:p>
            <a:pPr>
              <a:lnSpc>
                <a:spcPct val="105000"/>
              </a:lnSpc>
            </a:pPr>
            <a:r>
              <a:rPr b="1" sz="1900">
                <a:solidFill>
                  <a:srgbClr val="37352F"/>
                </a:solidFill>
              </a:rPr>
              <a:t>VACIASTE MI ALMA Y AHORA ESTÁS</a:t>
            </a:r>
            <a:r>
              <a:rPr b="0" sz="1900">
                <a:solidFill>
                  <a:srgbClr val="37352F"/>
                </a:solidFill>
              </a:rPr>
              <a:t>_x000D_</a:t>
            </a:r>
          </a:p>
          <a:p>
            <a:pPr>
              <a:lnSpc>
                <a:spcPct val="105000"/>
              </a:lnSpc>
            </a:pPr>
            <a:r>
              <a:rPr b="1" sz="1900">
                <a:solidFill>
                  <a:srgbClr val="37352F"/>
                </a:solidFill>
              </a:rPr>
              <a:t>DENTRO DE MÍ.</a:t>
            </a:r>
            <a:r>
              <a:rPr b="0" sz="1900">
                <a:solidFill>
                  <a:srgbClr val="37352F"/>
                </a:solidFill>
              </a:rPr>
              <a:t>_x000D_</a:t>
            </a:r>
          </a:p>
          <a:p>
            <a:pPr>
              <a:spcBef>
                <a:spcPts val="0"/>
              </a:spcBef>
              <a:spcAft>
                <a:spcPts val="0"/>
              </a:spcAft>
            </a:pPr>
          </a:p>
          <a:p>
            <a:pPr>
              <a:lnSpc>
                <a:spcPct val="105000"/>
              </a:lnSpc>
            </a:pPr>
            <a:r>
              <a:rPr b="0" sz="1900">
                <a:solidFill>
                  <a:srgbClr val="37352F"/>
                </a:solidFill>
              </a:rPr>
              <a:t>Todo mi ser, todo lo que soy,_x000D_</a:t>
            </a:r>
          </a:p>
          <a:p>
            <a:pPr>
              <a:lnSpc>
                <a:spcPct val="105000"/>
              </a:lnSpc>
            </a:pPr>
            <a:r>
              <a:rPr b="0" sz="1900">
                <a:solidFill>
                  <a:srgbClr val="37352F"/>
                </a:solidFill>
              </a:rPr>
              <a:t>lo bueno y lo malo la pongo a tus pies._x000D_</a:t>
            </a:r>
          </a:p>
          <a:p>
            <a:pPr>
              <a:lnSpc>
                <a:spcPct val="105000"/>
              </a:lnSpc>
            </a:pPr>
            <a:r>
              <a:rPr b="0" sz="1900">
                <a:solidFill>
                  <a:srgbClr val="37352F"/>
                </a:solidFill>
              </a:rPr>
              <a:t>Aunque a veces llegues a mi templo_x000D_</a:t>
            </a:r>
          </a:p>
          <a:p>
            <a:pPr>
              <a:lnSpc>
                <a:spcPct val="105000"/>
              </a:lnSpc>
            </a:pPr>
            <a:r>
              <a:rPr b="0" sz="1900">
                <a:solidFill>
                  <a:srgbClr val="37352F"/>
                </a:solidFill>
              </a:rPr>
              <a:t>y lo encuentres ya lleno,_x000D_</a:t>
            </a:r>
          </a:p>
          <a:p>
            <a:pPr>
              <a:lnSpc>
                <a:spcPct val="105000"/>
              </a:lnSpc>
            </a:pPr>
            <a:r>
              <a:rPr b="0" sz="1900">
                <a:solidFill>
                  <a:srgbClr val="37352F"/>
                </a:solidFill>
              </a:rPr>
              <a:t>no es verdad, sólo se llena_x000D_</a:t>
            </a:r>
          </a:p>
          <a:p>
            <a:pPr>
              <a:lnSpc>
                <a:spcPct val="105000"/>
              </a:lnSpc>
            </a:pPr>
            <a:r>
              <a:rPr b="0" sz="1900">
                <a:solidFill>
                  <a:srgbClr val="37352F"/>
                </a:solidFill>
              </a:rPr>
              <a:t>cuando Tú moras en él.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patite_ilustracion_52a3d8fa.jpeg"/>
          <p:cNvPicPr>
            <a:picLocks noChangeAspect="1"/>
          </p:cNvPicPr>
          <p:nvPr/>
        </p:nvPicPr>
        <p:blipFill>
          <a:blip r:embed="rId3"/>
          <a:stretch>
            <a:fillRect/>
          </a:stretch>
        </p:blipFill>
        <p:spPr>
          <a:xfrm>
            <a:off x="6675120" y="1005840"/>
            <a:ext cx="3413760"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A TU AMPARO Y PROTECCIÓN</a:t>
            </a:r>
          </a:p>
          <a:p>
            <a:pPr>
              <a:spcBef>
                <a:spcPts val="0"/>
              </a:spcBef>
              <a:spcAft>
                <a:spcPts val="0"/>
              </a:spcAft>
            </a:pPr>
          </a:p>
          <a:p>
            <a:pPr>
              <a:lnSpc>
                <a:spcPct val="105000"/>
              </a:lnSpc>
            </a:pPr>
            <a:r>
              <a:rPr b="0" sz="1900">
                <a:solidFill>
                  <a:srgbClr val="37352F"/>
                </a:solidFill>
              </a:rPr>
              <a:t>A TU AMPARO Y PROTECCIÓN,_x000D_</a:t>
            </a:r>
          </a:p>
          <a:p>
            <a:pPr>
              <a:lnSpc>
                <a:spcPct val="105000"/>
              </a:lnSpc>
            </a:pPr>
            <a:r>
              <a:rPr b="0" sz="1900">
                <a:solidFill>
                  <a:srgbClr val="37352F"/>
                </a:solidFill>
              </a:rPr>
              <a:t>MADRE DE DIOS, ACUDIMOS._x000D_</a:t>
            </a:r>
          </a:p>
          <a:p>
            <a:pPr>
              <a:lnSpc>
                <a:spcPct val="105000"/>
              </a:lnSpc>
            </a:pPr>
            <a:r>
              <a:rPr b="0" sz="1900">
                <a:solidFill>
                  <a:srgbClr val="37352F"/>
                </a:solidFill>
              </a:rPr>
              <a:t>NO DESOIGAS NUESTROS RUEGOS_x000D_</a:t>
            </a:r>
          </a:p>
          <a:p>
            <a:pPr>
              <a:lnSpc>
                <a:spcPct val="105000"/>
              </a:lnSpc>
            </a:pPr>
            <a:r>
              <a:rPr b="0" sz="1900">
                <a:solidFill>
                  <a:srgbClr val="37352F"/>
                </a:solidFill>
              </a:rPr>
              <a:t>Y DE TODOS LOS PELIGROS,_x000D_</a:t>
            </a:r>
          </a:p>
          <a:p>
            <a:pPr>
              <a:lnSpc>
                <a:spcPct val="105000"/>
              </a:lnSpc>
            </a:pPr>
            <a:r>
              <a:rPr b="0" sz="1900">
                <a:solidFill>
                  <a:srgbClr val="37352F"/>
                </a:solidFill>
              </a:rPr>
              <a:t>VIRGEN GLORIOSA Y BENDITA,_x000D_</a:t>
            </a:r>
          </a:p>
          <a:p>
            <a:pPr>
              <a:lnSpc>
                <a:spcPct val="105000"/>
              </a:lnSpc>
            </a:pPr>
            <a:r>
              <a:rPr b="0" sz="1900">
                <a:solidFill>
                  <a:srgbClr val="37352F"/>
                </a:solidFill>
              </a:rPr>
              <a:t>DEFIENDE SIEMPRE A TUS HIJOS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353_lo_imprescindible_es_abrazarse_a_cristo.jpg"/>
          <p:cNvPicPr>
            <a:picLocks noChangeAspect="1"/>
          </p:cNvPicPr>
          <p:nvPr/>
        </p:nvPicPr>
        <p:blipFill>
          <a:blip r:embed="rId3"/>
          <a:stretch>
            <a:fillRect/>
          </a:stretch>
        </p:blipFill>
        <p:spPr>
          <a:xfrm>
            <a:off x="6675120" y="1005840"/>
            <a:ext cx="3694545"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pPr>
              <a:spcBef>
                <a:spcPts val="0"/>
              </a:spcBef>
              <a:spcAft>
                <a:spcPts val="0"/>
              </a:spcAft>
            </a:pPr>
          </a:p>
          <a:p>
            <a:pPr>
              <a:lnSpc>
                <a:spcPct val="115000"/>
              </a:lnSpc>
            </a:pPr>
            <a:r>
              <a:rPr b="0" sz="2000">
                <a:solidFill>
                  <a:srgbClr val="37352F"/>
                </a:solidFill>
              </a:rPr>
              <a:t>l XXIX Domingo del Tiempo Ordinario · Mt 22,15-21</a:t>
            </a:r>
          </a:p>
          <a:p>
            <a:pPr>
              <a:spcBef>
                <a:spcPts val="0"/>
              </a:spcBef>
              <a:spcAft>
                <a:spcPts val="0"/>
              </a:spcAft>
            </a:p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940_nueva_ley_nuevas_relaciones_nuevas_palabras_lo_renuevas_todo.jpg"/>
          <p:cNvPicPr>
            <a:picLocks noChangeAspect="1"/>
          </p:cNvPicPr>
          <p:nvPr/>
        </p:nvPicPr>
        <p:blipFill>
          <a:blip r:embed="rId3"/>
          <a:stretch>
            <a:fillRect/>
          </a:stretch>
        </p:blipFill>
        <p:spPr>
          <a:xfrm>
            <a:off x="6675120" y="1005840"/>
            <a:ext cx="3108801"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QUIERO VIVIR AMANDO (1/3)</a:t>
            </a:r>
          </a:p>
          <a:p>
            <a:pPr>
              <a:spcBef>
                <a:spcPts val="0"/>
              </a:spcBef>
              <a:spcAft>
                <a:spcPts val="0"/>
              </a:spcAft>
            </a:pPr>
          </a:p>
          <a:p>
            <a:pPr>
              <a:lnSpc>
                <a:spcPct val="105000"/>
              </a:lnSpc>
            </a:pPr>
            <a:r>
              <a:rPr b="0" sz="1900">
                <a:solidFill>
                  <a:srgbClr val="37352F"/>
                </a:solidFill>
              </a:rPr>
              <a:t>No me resigno y busco siempre más,_x000D_</a:t>
            </a:r>
          </a:p>
          <a:p>
            <a:pPr>
              <a:lnSpc>
                <a:spcPct val="105000"/>
              </a:lnSpc>
            </a:pPr>
            <a:r>
              <a:rPr b="0" sz="1900">
                <a:solidFill>
                  <a:srgbClr val="37352F"/>
                </a:solidFill>
              </a:rPr>
              <a:t>no me conformo con ser un mediocre._x000D_</a:t>
            </a:r>
          </a:p>
          <a:p>
            <a:pPr>
              <a:lnSpc>
                <a:spcPct val="105000"/>
              </a:lnSpc>
            </a:pPr>
            <a:r>
              <a:rPr b="0" sz="1900">
                <a:solidFill>
                  <a:srgbClr val="37352F"/>
                </a:solidFill>
              </a:rPr>
              <a:t>Quiero tenerte cerca al caminar_x000D_</a:t>
            </a:r>
          </a:p>
          <a:p>
            <a:pPr>
              <a:lnSpc>
                <a:spcPct val="105000"/>
              </a:lnSpc>
            </a:pPr>
            <a:r>
              <a:rPr b="0" sz="1900">
                <a:solidFill>
                  <a:srgbClr val="37352F"/>
                </a:solidFill>
              </a:rPr>
              <a:t>sólo contigo brillaré en la noche._x000D_</a:t>
            </a:r>
          </a:p>
          <a:p>
            <a:pPr>
              <a:spcBef>
                <a:spcPts val="0"/>
              </a:spcBef>
              <a:spcAft>
                <a:spcPts val="0"/>
              </a:spcAft>
            </a:pPr>
          </a:p>
          <a:p>
            <a:pPr>
              <a:lnSpc>
                <a:spcPct val="105000"/>
              </a:lnSpc>
            </a:pPr>
            <a:r>
              <a:rPr b="1" sz="1900">
                <a:solidFill>
                  <a:srgbClr val="37352F"/>
                </a:solidFill>
              </a:rPr>
              <a:t>SI NO HAY AMOR, TODO ES MENTIRA</a:t>
            </a:r>
            <a:r>
              <a:rPr b="0" sz="1900">
                <a:solidFill>
                  <a:srgbClr val="37352F"/>
                </a:solidFill>
              </a:rPr>
              <a:t>_x000D_</a:t>
            </a:r>
          </a:p>
          <a:p>
            <a:pPr>
              <a:lnSpc>
                <a:spcPct val="105000"/>
              </a:lnSpc>
            </a:pPr>
            <a:r>
              <a:rPr b="1" sz="1900">
                <a:solidFill>
                  <a:srgbClr val="37352F"/>
                </a:solidFill>
              </a:rPr>
              <a:t>SI NO HAY AMOR,</a:t>
            </a:r>
            <a:r>
              <a:rPr b="0" sz="1900">
                <a:solidFill>
                  <a:srgbClr val="37352F"/>
                </a:solidFill>
              </a:rPr>
              <a:t>_x000D_</a:t>
            </a:r>
          </a:p>
          <a:p>
            <a:pPr>
              <a:lnSpc>
                <a:spcPct val="105000"/>
              </a:lnSpc>
            </a:pPr>
            <a:r>
              <a:rPr b="1" sz="1900">
                <a:solidFill>
                  <a:srgbClr val="37352F"/>
                </a:solidFill>
              </a:rPr>
              <a:t>TODO LO QUE VIVO PIERDE SU COLOR</a:t>
            </a:r>
            <a:r>
              <a:rPr b="0" sz="1900">
                <a:solidFill>
                  <a:srgbClr val="37352F"/>
                </a:solidFill>
              </a:rPr>
              <a:t>_x000D_</a:t>
            </a:r>
          </a:p>
          <a:p>
            <a:pPr>
              <a:spcBef>
                <a:spcPts val="0"/>
              </a:spcBef>
              <a:spcAft>
                <a:spcPts val="0"/>
              </a:spcAft>
            </a:pPr>
          </a:p>
          <a:p>
            <a:pPr>
              <a:lnSpc>
                <a:spcPct val="105000"/>
              </a:lnSpc>
            </a:pPr>
            <a:r>
              <a:rPr b="0" sz="1900">
                <a:solidFill>
                  <a:srgbClr val="37352F"/>
                </a:solidFill>
              </a:rPr>
              <a:t>Podría amontonar todo el saber,_x000D_</a:t>
            </a:r>
          </a:p>
          <a:p>
            <a:pPr>
              <a:lnSpc>
                <a:spcPct val="105000"/>
              </a:lnSpc>
            </a:pPr>
            <a:r>
              <a:rPr b="0" sz="1900">
                <a:solidFill>
                  <a:srgbClr val="37352F"/>
                </a:solidFill>
              </a:rPr>
              <a:t>y ser el tío más listo de la tierra._x000D_</a:t>
            </a:r>
          </a:p>
          <a:p>
            <a:pPr>
              <a:lnSpc>
                <a:spcPct val="105000"/>
              </a:lnSpc>
            </a:pPr>
            <a:r>
              <a:rPr b="0" sz="1900">
                <a:solidFill>
                  <a:srgbClr val="37352F"/>
                </a:solidFill>
              </a:rPr>
              <a:t>Podría dedicarme a resolver,_x000D_</a:t>
            </a:r>
          </a:p>
          <a:p>
            <a:pPr>
              <a:lnSpc>
                <a:spcPct val="105000"/>
              </a:lnSpc>
            </a:pPr>
            <a:r>
              <a:rPr b="0" sz="1900">
                <a:solidFill>
                  <a:srgbClr val="37352F"/>
                </a:solidFill>
              </a:rPr>
              <a:t>todos los males y todas las guerras.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940_nueva_ley_nuevas_relaciones_nuevas_palabras_lo_renuevas_todo.jpg"/>
          <p:cNvPicPr>
            <a:picLocks noChangeAspect="1"/>
          </p:cNvPicPr>
          <p:nvPr/>
        </p:nvPicPr>
        <p:blipFill>
          <a:blip r:embed="rId3"/>
          <a:stretch>
            <a:fillRect/>
          </a:stretch>
        </p:blipFill>
        <p:spPr>
          <a:xfrm>
            <a:off x="6675120" y="1005840"/>
            <a:ext cx="3108801"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QUIERO VIVIR AMANDO (2/3)</a:t>
            </a:r>
          </a:p>
          <a:p>
            <a:pPr>
              <a:spcBef>
                <a:spcPts val="0"/>
              </a:spcBef>
              <a:spcAft>
                <a:spcPts val="0"/>
              </a:spcAft>
            </a:pPr>
          </a:p>
          <a:p>
            <a:pPr>
              <a:lnSpc>
                <a:spcPct val="105000"/>
              </a:lnSpc>
            </a:pPr>
            <a:r>
              <a:rPr b="1" sz="1900">
                <a:solidFill>
                  <a:srgbClr val="37352F"/>
                </a:solidFill>
              </a:rPr>
              <a:t>SI NO HAY AMOR, TODO ES MENTIRA</a:t>
            </a:r>
            <a:r>
              <a:rPr b="0" sz="1900">
                <a:solidFill>
                  <a:srgbClr val="37352F"/>
                </a:solidFill>
              </a:rPr>
              <a:t>_x000D_</a:t>
            </a:r>
          </a:p>
          <a:p>
            <a:pPr>
              <a:lnSpc>
                <a:spcPct val="105000"/>
              </a:lnSpc>
            </a:pPr>
            <a:r>
              <a:rPr b="1" sz="1900">
                <a:solidFill>
                  <a:srgbClr val="37352F"/>
                </a:solidFill>
              </a:rPr>
              <a:t>SI NO HAY AMOR,</a:t>
            </a:r>
            <a:r>
              <a:rPr b="0" sz="1900">
                <a:solidFill>
                  <a:srgbClr val="37352F"/>
                </a:solidFill>
              </a:rPr>
              <a:t>_x000D_</a:t>
            </a:r>
          </a:p>
          <a:p>
            <a:pPr>
              <a:lnSpc>
                <a:spcPct val="105000"/>
              </a:lnSpc>
            </a:pPr>
            <a:r>
              <a:rPr b="1" sz="1900">
                <a:solidFill>
                  <a:srgbClr val="37352F"/>
                </a:solidFill>
              </a:rPr>
              <a:t>TODO LO QUE VIVO PIERDE SU COLOR</a:t>
            </a:r>
            <a:r>
              <a:rPr b="0" sz="1900">
                <a:solidFill>
                  <a:srgbClr val="37352F"/>
                </a:solidFill>
              </a:rPr>
              <a:t>_x000D_</a:t>
            </a:r>
          </a:p>
          <a:p>
            <a:pPr>
              <a:lnSpc>
                <a:spcPct val="105000"/>
              </a:lnSpc>
            </a:pPr>
            <a:r>
              <a:rPr b="1" sz="1900">
                <a:solidFill>
                  <a:srgbClr val="37352F"/>
                </a:solidFill>
              </a:rPr>
              <a:t>QUIERO VIVIR AMANDO, QUIERO VIVIR</a:t>
            </a:r>
            <a:r>
              <a:rPr b="0" sz="1900">
                <a:solidFill>
                  <a:srgbClr val="37352F"/>
                </a:solidFill>
              </a:rPr>
              <a:t>_x000D_</a:t>
            </a:r>
          </a:p>
          <a:p>
            <a:pPr>
              <a:lnSpc>
                <a:spcPct val="105000"/>
              </a:lnSpc>
            </a:pPr>
            <a:r>
              <a:rPr b="1" sz="1900">
                <a:solidFill>
                  <a:srgbClr val="37352F"/>
                </a:solidFill>
              </a:rPr>
              <a:t>QUIERO VIVIR AMANDO, QUIERO VIVIR</a:t>
            </a:r>
            <a:r>
              <a:rPr b="0" sz="1900">
                <a:solidFill>
                  <a:srgbClr val="37352F"/>
                </a:solidFill>
              </a:rPr>
              <a:t>_x000D_</a:t>
            </a:r>
          </a:p>
          <a:p>
            <a:pPr>
              <a:spcBef>
                <a:spcPts val="0"/>
              </a:spcBef>
              <a:spcAft>
                <a:spcPts val="0"/>
              </a:spcAft>
            </a:pPr>
          </a:p>
          <a:p>
            <a:pPr>
              <a:lnSpc>
                <a:spcPct val="105000"/>
              </a:lnSpc>
            </a:pPr>
            <a:r>
              <a:rPr b="0" sz="1900">
                <a:solidFill>
                  <a:srgbClr val="37352F"/>
                </a:solidFill>
              </a:rPr>
              <a:t>Podría querer ser tu seguidor,_x000D_</a:t>
            </a:r>
          </a:p>
          <a:p>
            <a:pPr>
              <a:lnSpc>
                <a:spcPct val="105000"/>
              </a:lnSpc>
            </a:pPr>
            <a:r>
              <a:rPr b="0" sz="1900">
                <a:solidFill>
                  <a:srgbClr val="37352F"/>
                </a:solidFill>
              </a:rPr>
              <a:t>dejarme quemar vivo a fuego lento_x000D_</a:t>
            </a:r>
          </a:p>
          <a:p>
            <a:pPr>
              <a:lnSpc>
                <a:spcPct val="105000"/>
              </a:lnSpc>
            </a:pPr>
            <a:r>
              <a:rPr b="0" sz="1900">
                <a:solidFill>
                  <a:srgbClr val="37352F"/>
                </a:solidFill>
              </a:rPr>
              <a:t>y ganar cada mes más de un millón_x000D_</a:t>
            </a:r>
          </a:p>
          <a:p>
            <a:pPr>
              <a:lnSpc>
                <a:spcPct val="105000"/>
              </a:lnSpc>
            </a:pPr>
            <a:r>
              <a:rPr b="0" sz="1900">
                <a:solidFill>
                  <a:srgbClr val="37352F"/>
                </a:solidFill>
              </a:rPr>
              <a:t>y repartirlo todo a los hambrientos._x000D_</a:t>
            </a:r>
          </a:p>
          <a:p>
            <a:pPr>
              <a:spcBef>
                <a:spcPts val="0"/>
              </a:spcBef>
              <a:spcAft>
                <a:spcPts val="0"/>
              </a:spcAft>
            </a:pPr>
          </a:p>
          <a:p>
            <a:pPr>
              <a:lnSpc>
                <a:spcPct val="105000"/>
              </a:lnSpc>
            </a:pPr>
            <a:r>
              <a:rPr b="1" sz="1900">
                <a:solidFill>
                  <a:srgbClr val="37352F"/>
                </a:solidFill>
              </a:rPr>
              <a:t>SI NO HAY AMOR, TODO ES MENTIRA</a:t>
            </a:r>
            <a:r>
              <a:rPr b="0" sz="1900">
                <a:solidFill>
                  <a:srgbClr val="37352F"/>
                </a:solidFill>
              </a:rPr>
              <a:t>_x000D_</a:t>
            </a:r>
          </a:p>
          <a:p>
            <a:pPr>
              <a:lnSpc>
                <a:spcPct val="105000"/>
              </a:lnSpc>
            </a:pPr>
            <a:r>
              <a:rPr b="1" sz="1900">
                <a:solidFill>
                  <a:srgbClr val="37352F"/>
                </a:solidFill>
              </a:rPr>
              <a:t>SI NO HAY AMOR,</a:t>
            </a:r>
            <a:r>
              <a:rPr b="0" sz="1900">
                <a:solidFill>
                  <a:srgbClr val="37352F"/>
                </a:solidFill>
              </a:rPr>
              <a:t>_x000D_</a:t>
            </a:r>
          </a:p>
          <a:p>
            <a:pPr>
              <a:lnSpc>
                <a:spcPct val="105000"/>
              </a:lnSpc>
            </a:pPr>
            <a:r>
              <a:rPr b="1" sz="1900">
                <a:solidFill>
                  <a:srgbClr val="37352F"/>
                </a:solidFill>
              </a:rPr>
              <a:t>TODO LO QUE VIVO PIERDE SU COLOR</a:t>
            </a:r>
            <a:r>
              <a:rPr b="0" sz="1900">
                <a:solidFill>
                  <a:srgbClr val="37352F"/>
                </a:solidFill>
              </a:rPr>
              <a:t>_x000D_</a:t>
            </a:r>
          </a:p>
          <a:p>
            <a:pPr>
              <a:lnSpc>
                <a:spcPct val="105000"/>
              </a:lnSpc>
            </a:pPr>
            <a:r>
              <a:rPr b="1" sz="1900">
                <a:solidFill>
                  <a:srgbClr val="37352F"/>
                </a:solidFill>
              </a:rPr>
              <a:t>QUIERO VIVIR AMANDO, QUIERO VIVIR</a:t>
            </a:r>
            <a:r>
              <a:rPr b="0" sz="1900">
                <a:solidFill>
                  <a:srgbClr val="37352F"/>
                </a:solidFill>
              </a:rPr>
              <a:t>_x000D_</a:t>
            </a:r>
          </a:p>
          <a:p>
            <a:pPr>
              <a:lnSpc>
                <a:spcPct val="105000"/>
              </a:lnSpc>
            </a:pPr>
            <a:r>
              <a:rPr b="1" sz="1900">
                <a:solidFill>
                  <a:srgbClr val="37352F"/>
                </a:solidFill>
              </a:rPr>
              <a:t>QUIERO VIVIR AMANDO, QUIERO VIVIR</a:t>
            </a:r>
            <a:r>
              <a:rPr b="0" sz="1900">
                <a:solidFill>
                  <a:srgbClr val="37352F"/>
                </a:solidFill>
              </a:rPr>
              <a:t> O MORIR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0140940_nueva_ley_nuevas_relaciones_nuevas_palabras_lo_renuevas_todo.jpg"/>
          <p:cNvPicPr>
            <a:picLocks noChangeAspect="1"/>
          </p:cNvPicPr>
          <p:nvPr/>
        </p:nvPicPr>
        <p:blipFill>
          <a:blip r:embed="rId3"/>
          <a:stretch>
            <a:fillRect/>
          </a:stretch>
        </p:blipFill>
        <p:spPr>
          <a:xfrm>
            <a:off x="6675120" y="1005840"/>
            <a:ext cx="3108801" cy="2560320"/>
          </a:xfrm>
          <a:prstGeom prst="rect">
            <a:avLst/>
          </a:prstGeom>
        </p:spPr>
      </p:pic>
      <p:sp>
        <p:nvSpPr>
          <p:cNvPr id="5" name="Rounded Rectangle 4"/>
          <p:cNvSpPr/>
          <p:nvPr/>
        </p:nvSpPr>
        <p:spPr>
          <a:xfrm>
            <a:off x="548640" y="548640"/>
            <a:ext cx="8046720" cy="640080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6858000"/>
            <a:ext cx="804672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749808"/>
            <a:ext cx="7498080" cy="5998464"/>
          </a:xfrm>
          <a:prstGeom prst="rect">
            <a:avLst/>
          </a:prstGeom>
          <a:noFill/>
        </p:spPr>
        <p:txBody>
          <a:bodyPr wrap="square" lIns="0" rIns="0" tIns="0" bIns="0" anchor="t"/>
          <a:lstStyle/>
          <a:p>
            <a:r>
              <a:rPr b="1" sz="2600">
                <a:solidFill>
                  <a:srgbClr val="7C3AED"/>
                </a:solidFill>
              </a:rPr>
              <a:t>QUIERO VIVIR AMANDO (3/3)</a:t>
            </a:r>
          </a:p>
          <a:p>
            <a:pPr>
              <a:spcBef>
                <a:spcPts val="0"/>
              </a:spcBef>
              <a:spcAft>
                <a:spcPts val="0"/>
              </a:spcAft>
            </a:pPr>
          </a:p>
          <a:p>
            <a:pPr>
              <a:lnSpc>
                <a:spcPct val="105000"/>
              </a:lnSpc>
            </a:pPr>
            <a:r>
              <a:rPr b="0" sz="1900">
                <a:solidFill>
                  <a:srgbClr val="37352F"/>
                </a:solidFill>
              </a:rPr>
              <a:t>El amor es servicio y no lleva cuentas del mal_x000D_</a:t>
            </a:r>
          </a:p>
          <a:p>
            <a:pPr>
              <a:lnSpc>
                <a:spcPct val="105000"/>
              </a:lnSpc>
            </a:pPr>
            <a:r>
              <a:rPr b="0" sz="1900">
                <a:solidFill>
                  <a:srgbClr val="37352F"/>
                </a:solidFill>
              </a:rPr>
              <a:t>el amor no presume, no es egoísta._x000D_</a:t>
            </a:r>
          </a:p>
          <a:p>
            <a:pPr>
              <a:lnSpc>
                <a:spcPct val="105000"/>
              </a:lnSpc>
            </a:pPr>
            <a:r>
              <a:rPr b="0" sz="1900">
                <a:solidFill>
                  <a:srgbClr val="37352F"/>
                </a:solidFill>
              </a:rPr>
              <a:t>El amor no se engríe,_x000D_</a:t>
            </a:r>
          </a:p>
          <a:p>
            <a:pPr>
              <a:lnSpc>
                <a:spcPct val="105000"/>
              </a:lnSpc>
            </a:pPr>
            <a:r>
              <a:rPr b="0" sz="1900">
                <a:solidFill>
                  <a:srgbClr val="37352F"/>
                </a:solidFill>
              </a:rPr>
              <a:t>no se irrita ni te trata mal._x000D_</a:t>
            </a:r>
          </a:p>
          <a:p>
            <a:pPr>
              <a:lnSpc>
                <a:spcPct val="105000"/>
              </a:lnSpc>
            </a:pPr>
            <a:r>
              <a:rPr b="0" sz="1900">
                <a:solidFill>
                  <a:srgbClr val="37352F"/>
                </a:solidFill>
              </a:rPr>
              <a:t>También es comprensivo, no tiene envidia._x000D_</a:t>
            </a:r>
          </a:p>
          <a:p>
            <a:pPr>
              <a:lnSpc>
                <a:spcPct val="105000"/>
              </a:lnSpc>
            </a:pPr>
            <a:r>
              <a:rPr b="0" sz="1900">
                <a:solidFill>
                  <a:srgbClr val="37352F"/>
                </a:solidFill>
              </a:rPr>
              <a:t>Disculpa y cree sin límites._x000D_</a:t>
            </a:r>
          </a:p>
          <a:p>
            <a:pPr>
              <a:lnSpc>
                <a:spcPct val="105000"/>
              </a:lnSpc>
            </a:pPr>
            <a:r>
              <a:rPr b="0" sz="1900">
                <a:solidFill>
                  <a:srgbClr val="37352F"/>
                </a:solidFill>
              </a:rPr>
              <a:t>Espera y aguanta sin límites._x000D_</a:t>
            </a:r>
          </a:p>
          <a:p>
            <a:pPr>
              <a:lnSpc>
                <a:spcPct val="105000"/>
              </a:lnSpc>
            </a:pPr>
            <a:r>
              <a:rPr b="0" sz="1900">
                <a:solidFill>
                  <a:srgbClr val="37352F"/>
                </a:solidFill>
              </a:rPr>
              <a:t>El amor nunca pasará._x000D_</a:t>
            </a:r>
          </a:p>
          <a:p>
            <a:pPr>
              <a:spcBef>
                <a:spcPts val="0"/>
              </a:spcBef>
              <a:spcAft>
                <a:spcPts val="0"/>
              </a:spcAft>
            </a:pPr>
          </a:p>
          <a:p>
            <a:pPr>
              <a:lnSpc>
                <a:spcPct val="105000"/>
              </a:lnSpc>
            </a:pPr>
            <a:r>
              <a:rPr b="1" sz="1900">
                <a:solidFill>
                  <a:srgbClr val="37352F"/>
                </a:solidFill>
              </a:rPr>
              <a:t>SI NO HAY AMOR, TODO ES MENTIRA</a:t>
            </a:r>
            <a:r>
              <a:rPr b="0" sz="1900">
                <a:solidFill>
                  <a:srgbClr val="37352F"/>
                </a:solidFill>
              </a:rPr>
              <a:t>_x000D_</a:t>
            </a:r>
          </a:p>
          <a:p>
            <a:pPr>
              <a:lnSpc>
                <a:spcPct val="105000"/>
              </a:lnSpc>
            </a:pPr>
            <a:r>
              <a:rPr b="1" sz="1900">
                <a:solidFill>
                  <a:srgbClr val="37352F"/>
                </a:solidFill>
              </a:rPr>
              <a:t>SI NO HAY AMOR,</a:t>
            </a:r>
            <a:r>
              <a:rPr b="0" sz="1900">
                <a:solidFill>
                  <a:srgbClr val="37352F"/>
                </a:solidFill>
              </a:rPr>
              <a:t>_x000D_</a:t>
            </a:r>
          </a:p>
          <a:p>
            <a:pPr>
              <a:lnSpc>
                <a:spcPct val="105000"/>
              </a:lnSpc>
            </a:pPr>
            <a:r>
              <a:rPr b="1" sz="1900">
                <a:solidFill>
                  <a:srgbClr val="37352F"/>
                </a:solidFill>
              </a:rPr>
              <a:t>TODO LO QUE VIVO PIERDE SU COLOR</a:t>
            </a:r>
            <a:r>
              <a:rPr b="0" sz="1900">
                <a:solidFill>
                  <a:srgbClr val="37352F"/>
                </a:solidFill>
              </a:rPr>
              <a:t>_x000D_</a:t>
            </a:r>
          </a:p>
          <a:p>
            <a:pPr>
              <a:lnSpc>
                <a:spcPct val="105000"/>
              </a:lnSpc>
            </a:pPr>
            <a:r>
              <a:rPr b="1" sz="1900">
                <a:solidFill>
                  <a:srgbClr val="37352F"/>
                </a:solidFill>
              </a:rPr>
              <a:t>QUIERO VIVIR AMANDO, QUIERO VIVIR</a:t>
            </a:r>
            <a:r>
              <a:rPr b="0" sz="1900">
                <a:solidFill>
                  <a:srgbClr val="37352F"/>
                </a:solidFill>
              </a:rPr>
              <a:t>_x000D_</a:t>
            </a:r>
          </a:p>
          <a:p>
            <a:pPr>
              <a:lnSpc>
                <a:spcPct val="105000"/>
              </a:lnSpc>
            </a:pPr>
            <a:r>
              <a:rPr b="1" sz="1900">
                <a:solidFill>
                  <a:srgbClr val="37352F"/>
                </a:solidFill>
              </a:rPr>
              <a:t>QUIERO VIVIR AMANDO, QUIERO VIVIR</a:t>
            </a:r>
            <a:r>
              <a:rPr b="0" sz="1900">
                <a:solidFill>
                  <a:srgbClr val="37352F"/>
                </a:solidFill>
              </a:rPr>
              <a:t> _x000D_</a:t>
            </a:r>
          </a:p>
          <a:p>
            <a:pPr>
              <a:spcBef>
                <a:spcPts val="0"/>
              </a:spcBef>
              <a:spcAft>
                <a:spcPts val="0"/>
              </a:spcAft>
            </a:pPr>
          </a:p>
          <a:p>
            <a:pPr>
              <a:lnSpc>
                <a:spcPct val="105000"/>
              </a:lnSpc>
            </a:pPr>
            <a:r>
              <a:rPr b="0" sz="1900">
                <a:solidFill>
                  <a:srgbClr val="37352F"/>
                </a:solidFill>
              </a:rPr>
              <a:t>Quiero vivir amando, porque el amor es Dios._x000D_</a:t>
            </a:r>
          </a:p>
          <a:p>
            <a:pPr>
              <a:lnSpc>
                <a:spcPct val="105000"/>
              </a:lnSpc>
            </a:pPr>
            <a:r>
              <a:rPr b="0" sz="1900">
                <a:solidFill>
                  <a:srgbClr val="37352F"/>
                </a:solidFill>
              </a:rPr>
              <a:t>Quiero vivir amando, porque el amor es Dios.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7C3AED"/>
        </a:solidFill>
        <a:effectLst/>
      </p:bgPr>
    </p:bg>
    <p:spTree>
      <p:nvGrpSpPr>
        <p:cNvPr id="1" name=""/>
        <p:cNvGrpSpPr/>
        <p:nvPr/>
      </p:nvGrpSpPr>
      <p:grpSpPr/>
      <p:sp>
        <p:nvSpPr>
          <p:cNvPr id="2" name="Rectangle 1"/>
          <p:cNvSpPr/>
          <p:nvPr/>
        </p:nvSpPr>
        <p:spPr>
          <a:xfrm>
            <a:off x="0" y="0"/>
            <a:ext cx="1219320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82762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3200400" y="457200"/>
            <a:ext cx="2170603" cy="2377440"/>
          </a:xfrm>
          <a:prstGeom prst="rect">
            <a:avLst/>
          </a:prstGeom>
        </p:spPr>
      </p:pic>
      <p:sp>
        <p:nvSpPr>
          <p:cNvPr id="5" name="Rounded Rectangle 4"/>
          <p:cNvSpPr/>
          <p:nvPr/>
        </p:nvSpPr>
        <p:spPr>
          <a:xfrm>
            <a:off x="1097280" y="3840480"/>
            <a:ext cx="9966960" cy="310896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6858000"/>
            <a:ext cx="996696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041648"/>
            <a:ext cx="9418320" cy="2706624"/>
          </a:xfrm>
          <a:prstGeom prst="rect">
            <a:avLst/>
          </a:prstGeom>
          <a:noFill/>
        </p:spPr>
        <p:txBody>
          <a:bodyPr wrap="square" lIns="0" rIns="0" tIns="0" bIns="0" anchor="t"/>
          <a:lstStyle/>
          <a:p>
            <a:r>
              <a:rPr b="1" sz="3400">
                <a:solidFill>
                  <a:srgbClr val="7C3AED"/>
                </a:solidFill>
              </a:rPr>
              <a:t>¡ID EN PAZ!</a:t>
            </a:r>
          </a:p>
          <a:p>
            <a:pPr>
              <a:lnSpc>
                <a:spcPct val="115000"/>
              </a:lnSpc>
            </a:pPr>
            <a:r>
              <a:rPr b="0" sz="2000">
                <a:solidFill>
                  <a:srgbClr val="37352F"/>
                </a:solidFill>
              </a:rPr>
              <a:t>Somos uno · 18 de octubre de 2026</a:t>
            </a:r>
          </a:p>
          <a:p>
            <a:pPr>
              <a:spcBef>
                <a:spcPts val="0"/>
              </a:spcBef>
              <a:spcAft>
                <a:spcPts val="0"/>
              </a:spcAft>
            </a:pPr>
          </a:p>
          <a:p>
            <a:pPr>
              <a:lnSpc>
                <a:spcPct val="115000"/>
              </a:lnSpc>
            </a:pPr>
            <a:r>
              <a:rPr b="0" sz="2000">
                <a:solidFill>
                  <a:srgbClr val="37352F"/>
                </a:solidFill>
              </a:rPr>
              <a:t>La paz del Señor esté siempre con vosotros.</a:t>
            </a:r>
          </a:p>
          <a:p>
            <a:pPr>
              <a:spcBef>
                <a:spcPts val="0"/>
              </a:spcBef>
              <a:spcAft>
                <a:spcPts val="0"/>
              </a:spcAft>
            </a:pPr>
          </a:p>
          <a:p>
            <a:pPr>
              <a:lnSpc>
                <a:spcPct val="115000"/>
              </a:lnSpc>
            </a:pPr>
            <a:r>
              <a:rPr b="0" sz="2000">
                <a:solidFill>
                  <a:srgbClr val="37352F"/>
                </a:solidFill>
              </a:rPr>
              <a:t>«¿Qué os parece? Un hombre tenía dos hijos. Se acercó al primero y le dijo: «Hijo, ve hoy a trabajar en la viña.»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