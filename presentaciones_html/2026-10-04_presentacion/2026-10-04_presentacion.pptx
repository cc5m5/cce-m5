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4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2_venid_vosotros_benditos_de_mi_pad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7999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ALMA MISIONERA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 toma mi vida nueva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antes de que la espera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desgaste años en mí.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 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Estoy dispuesto a lo que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quieras,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importa lo que sea,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llámame a servir.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LLÉVAME DONDE LOS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HOMBRES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NECESITEN TUS PALABRAS,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NECESITEN MIS GANAS DE VIVIR;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DONDE FALTE LA ESPERANZA,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DONDE FALTE LA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ALEGRÍA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SIMPLEMENTE POR NO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SABER DE TI.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doy mi corazón sincero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para gritar sin miedo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grandeza,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Tendré mis manos sin cansancio,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historia entre mis manos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fuerza en la oración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así, en marcha iré cantando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calles predicando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 bello que es tu amor.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 tengo alma misionera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condúceme a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tenga sed de Dios.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21_jesús_es_la_estrella_fiesta_de_la_sagrada_familia_27_diciem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53334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NUNC DIMITIS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 Señor,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puedes dejarme ir en paz,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puedes dejarme descansar (bis)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Ahora, Señor, según tu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promesa puedes dejarme ir en paz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mis ojos han visto 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Salvador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es la luz que alumbra el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mundo entero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es la gloria de tu pueblo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(bis).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5,1-7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Voy a cantar en nombre de mi amigo un canto de amor a su viña. Mi amigo tenía una viña en fértil collado. La entrecavó, la descantó, y plantó buenas cepas; construyó en medio una atalaya y cavó un lagar. Y esperó que diese uvas, pero dio agrazones. Pues ahora, habitantes de Jerusalén, hombres de Judá, por favor, sed jueces entre mí y mi viña. ¿Qué más cabía hacer por mi viña que yo no lo haya hecho? ¿Por qué, esperando que diera uvas, dio agrazones? Pues ahora os diré a vosotros lo que voy a hacer con mi viña: quitar su valla para que sirva de pasto, derruir su tapia para que la pisoteen. La dejaré arrasada: no la podarán ni la escardarán, crecerán zarzas y cardos; prohibiré a las nubes que lluevan sobre ella. La viña del Señor de los ejércitos es la casa de Israel; son los hombres de Judá su plantel preferido. Esperó de ellos derecho, y ahí tenéis: asesinatos; esperó justicia, y ahí tenéis: lamentos.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79,9 — La viña del Señor es la casa de Israel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Sacaste una vid de Egipto, expulsaste a los gentiles, y la trasplantaste.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Extendió sus sarmientos hasta el mar, y sus brotes hasta el Gran Río.; ¿Por qué has derribado su cerca; para que la saqueen los viandantes, la pisoteen los jabalíes; y se la coman las alimañas?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Dios de los ejércitos, vuélvete: mira desde el cielo, fíjate, ven a visitar tu viña, la cepa que tu diestra plantó; y que tú hiciste vigorosa.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No nos alejaremos de ti: danos vida, para que invoquemos tu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Señor, Dios de los ejércitos, restáuranos, que brille tu rostro y nos salve.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4,6-9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Nada os preocupe; sino que, en toda ocasión, en la oración y súplica con acción de gracias, vuestras peticiones sean presentadas a Dios. Y la paz de Dios, que sobrepasa todo juicio, custodiará vuestros corazones y vuestros pensamientos en Cristo Jesús. Finalmente, hermanos, todo lo que es verdadero, noble, justo, puro, amable, laudable, todo lo que es virtud o mérito, tenedlo en cuenta. Y lo que aprendisteis, recibisteis, oísteis, visteis en mí, ponedlo por obra. Y el Dios de la paz estará con vosotros.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573_viviré_para_alabar_hacer_reverencia_y_servir_a_jesús_mi_re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8803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CRISTO VIVE, ANÚNCIALO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¡Cristo vive, anúncialo!,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 he oído en mi corazón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habla de mi Padre,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me ama con locura.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¡Cristo vive, anúncialo!,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 he oído en mi corazón,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 he visto en mis hermanos,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comparten amor y gozo.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OH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HERMANO, VEN CONMIGO,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 ES AMOR LO QUE MUEVE TU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VIDA.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Sim 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MUESTRA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CRISTO YA VIVE EN TU CORAZÓN.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¡MIRAD, ÉL VIVE HOY,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ANÚNCIALO!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¡Cristo vive, anúncialo!,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 he oído en mi corazón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pues la muerte nada puede,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el Padre lo resucita.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¡Cristo vive, anúncialo!,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 he oído en mi corazón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grita en mis hermanos,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los que sufren y viven solos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dijo Jesús a los sumos sacerdotes y a los ancianos del pueblo: «Escuchad otra parábola: Había un propietario que plantó una viña, la rodeó con una cerca, cavó en ella un lagar, construyó la casa del guarda, la arrendó a unos labradores y se marchó de viaje. Llegado el tiempo de la vendimia, envió sus criados a los labradores, para percibir los frutos que le correspondían. Pero los labradores, agarrando a los criados, apalearon a uno, mataron a otro, y a otro lo apedrearon. Envió de nuevo otros criados, más que la primera vez, e hicieron con ellos lo mismo. Por último les mandó a su hijo, diciéndose: «Tendrán respeto a mi hijo.» Pero los labradores, al ver al hijo, se dijeron: «Éste es el heredero, venid, lo matamos y nos quedamos con su herencia.» Y, agarrándolo, lo empujaron fuera de la viña y lo mataron. Y ahora, cuando vuelva el dueño de la viña, ¿qué hará con aquellos labradores?»Le contestaron: «Hará morir de mala muerte a esos malvados y arrendará la viña a otros labradores, que le entreguen los frutos a sus tiempos.»Y Jesús les dice: «¿No habéis leído nunca en la Escritura: «La piedra que desecharon los arquitectos es ahora la piedra angular. Es el Señor quien lo ha hecho, ha sido un milagro patente?» Por eso os digo que se os quitará a vosotros el reino de Dios y se dará a un pueblo que produzca sus frutos.»; Palabra del Señor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0_dadles_vosotros_de_com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2137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SIMON Y GARFUNKEL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Nuestro, Tú que estás,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los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aman la verdad,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haz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el Reino que por Ti se dio,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llegue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pronto a nuestro corazón.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Amor, que Tu Hijo nos dejó,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Amor, habite en nosotros.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pan de la unidad,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Cristo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danos Tú la paz.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olvídate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nuestro mal,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Si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olvidamos el de los demás.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permitas que caigamos en tentación.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Oh,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 y ten piedad del Mundo.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96_ii_domingo_de_adviento_dile_sí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33427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QUIERO HACER LO MISMO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un sueño escondido del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aunque ni él mismo lo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sabe.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Él es un diamante, él es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 mejor,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aunque nadie se lo crea.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 haz que alguien sí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lo crea.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José sólo buscaba un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puesto mejor: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tener, poder, valer… ya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sabes.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Roma tocaste su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corazón,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hiciste que él lo creyera,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dio por él la vida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entera.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HACER LO MISMO: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VER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UN NIÑO UN TESORO QUE HAY QUE CUIDAR.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ANDAR LOS PASOS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SANTO VIEJO Y AMARLOS COMO LOS AMÓ CALASANZ.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Hoy aún hay millones de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niños que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viven la vida aplastados.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dejes que la obra de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Calasanz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cruce nunca de brazos,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aún hay muchos niños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llorando.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HACER LO MISMO…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me pondré junto a él de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rodillas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buscaré dentro de sus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ojos la luz.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Le ayudaré con letras 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piedad a vivir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él sentirá que lo estoy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amando,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descubrirá que nació para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ser feliz,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cambiará el mundo 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golpes de amor por ti.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HACER LO MISMO… (2)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me pondré junto a él de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rodillas…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cambiará el mundo 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golpes de amor por ti.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letras y piedad 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vivir.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Re-Sol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nació para ser feliz.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(Gallego)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el mar he oído hoy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tu voz que me llamó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pidió que me entregara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Esa voz me transformó,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vida entera ya cambió,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sólo pienso ahora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repetirte: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CREEMOS,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OFRECEMOS,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NUESTRAS MANOS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vaya a otro lugar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tendré Señor que abandonar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 familia a mis amigos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seguirte.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Pero sé que así algún día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podré enseñar tu verdad,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ir a mi hermano y junto a él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repetirte.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08_arranca_lo_que_te_impida_dar_frutos_de_amor_domingo_27_de_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63648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PAZ, SEÑOR (Palomas)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Paz Señor en el cielo y la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tierra,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paz Señor en las olas del mar,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paz Señor en las hojas que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mueve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 saberlo, la brisa al pasar.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que haces las cosas tan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bellas,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les das una vida fugaz,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pon, Señor, tu mirada sobre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ellas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devuelve a los hombre la paz.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Hoy he visto Señor en el cielo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suspendidas un rayo de luz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dos palomas que alzaban el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vuelo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sus alas en forma de cruz.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Haz que vuelvan de nuevo a la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las palomas que huyeron Señor,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la llama que enciende la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guerra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consuma en paz y amor.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PAZ, PAZ, PAZ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PAZ, PAZ, PAZ Y AMOR.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9_el_que_come_este_pan_vivirá_para_siemp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LUCHARÉ POR TI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 Do Re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Re 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 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ves que todo va mal,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 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crees que no saldrás,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Re 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siempre está ahí junto a ti,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Re Do Re Lam…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llámale, te contestará.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Jesús, es la Verdad.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amor, es libertad. (bis)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LUCHARÉ POR TI,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DESCANSARÉ.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ANUNCIARÉ ALLÍ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DONDE ES MÁS DIFÍCIL VER.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CALLARÉ, SEÑOR,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LO SABES BIEN,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Sol   Re  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Re Sol …  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LO SABES BIEN.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 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Sed de Dios, pura necesidad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 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saber quién eres Tú.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 Do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Envía tu luz que nos haga 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 Do Re 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Cristo Dios, nuestro Salvador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Jesús, es la Verdad.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 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amor, es libertad. (bis)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LUCHARÉ POR TI…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virgen_fati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81022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CANTO A MARÍA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Dios te salve, María;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llena eres de gracia;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contigo.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Bendita tú eres entre todas las mujeres,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bendito es el fruto de tu vientre, Jesús.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Santa María, Madre de Dios,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ruega por nosotros, pecadores,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ahora y en la hora de nuestra muerte. Amén.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4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