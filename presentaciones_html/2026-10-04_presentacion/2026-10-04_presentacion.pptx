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3200" cy="9144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5_domingo_vi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2170603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3840480"/>
            <a:ext cx="9966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858000"/>
            <a:ext cx="99669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41648"/>
            <a:ext cx="9418320" cy="2706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3400">
                <a:solidFill>
                  <a:srgbClr val="7C3AED"/>
                </a:solidFill>
              </a:rPr>
              <a:t>l XXVII Domingo del Tiempo Ordinario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4 de octubre de 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62_venid_vosotros_benditos_de_mi_pad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79990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ALMA MISIONERA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toma mi vida nueva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antes de que la espera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desgaste años en mí.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Estoy dispuesto a lo que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quieras,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no importa lo que sea,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llámame a servir.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LLÉVAME DONDE LOS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HOMBRES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NECESITEN TUS PALABRAS,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NECESITEN MIS GANAS DE VIVIR;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DONDE FALTE LA ESPERANZA,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DONDE FALTE LA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ALEGRÍA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SIMPLEMENTE POR NO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SABER DE TI.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 doy mi corazón sincero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para gritar sin miedo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tu grandeza, Señor.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Tendré mis manos sin cansancio,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tu historia entre mis manos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fuerza en la oración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así, en marcha iré cantando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por calles predicando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bello que es tu amor.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tengo alma misionera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condúceme a la tierra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tenga sed de Dios.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LITURGIA DE LA PALABRA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Escuchemos la Palabra de Dios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ACTO PENITENCIAL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Yo confieso ante Dios todopoderoso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y ante vosotros, hermanos,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he pecado mucho de pensamiento, palabra, obra y omisión: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por mi culpa, por mi culpa, por mi gran culpa.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Por eso ruego a Santa María, siempre Virgen,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a los ángeles, a los santos y a vosotros, hermanos,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intercedáis por mí ante Dios, nuestro Señor.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21_jesús_es_la_estrella_fiesta_de_la_sagrada_familia_27_diciem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533347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NUNC DIMITIS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Señor,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puedes dejarme ir en paz,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puedes dejarme descansar (bis)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Ahora, Señor, según tu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promesa puedes dejarme ir en paz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porque mis ojos han visto 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tu Salvador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El es la luz que alumbra el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mundo entero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es la gloria de tu pueblo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(bis).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5_domingo_vi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33757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PRIMERA LECTURA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5,1-7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Voy a cantar en nombre de mi amigo un canto de amor a su viña. Mi amigo tenía una viña en fértil collado. La entrecavó, la descantó, y plantó buenas cepas; construyó en medio una atalaya y cavó un lagar. Y esperó que diese uvas, pero dio agrazones. Pues ahora, habitantes de Jerusalén, hombres de Judá, por favor, sed jueces entre mí y mi viña. ¿Qué más cabía hacer por mi viña que yo no lo haya hecho? ¿Por qué, esperando que diera uvas, dio agrazones? Pues ahora os diré a vosotros lo que voy a hacer con mi viña: quitar su valla para que sirva de pasto, derruir su tapia para que la pisoteen. La dejaré arrasada: no la podarán ni la escardarán, crecerán zarzas y cardos; prohibiré a las nubes que lluevan sobre ella. La viña del Señor de los ejércitos es la casa de Israel; son los hombres de Judá su plantel preferido. Esperó de ellos derecho, y ahí tenéis: asesinatos; esperó justicia, y ahí tenéis: lamentos.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201409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03329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SALMO RESPONSORIAL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Sal 79,9 — La viña del Señor es la casa de Israel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Sacaste una vid de Egipto, expulsaste a los gentiles, y la trasplantaste.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Extendió sus sarmientos hasta el mar, y sus brotes hasta el Gran Río.; ¿Por qué has derribado su cerca; para que la saqueen los viandantes, la pisoteen los jabalíes; y se la coman las alimañas?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Dios de los ejércitos, vuélvete: mira desde el cielo, fíjate, ven a visitar tu viña, la cepa que tu diestra plantó; y que tú hiciste vigorosa.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No nos alejaremos de ti: danos vida, para que invoquemos tu nombre.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Señor, Dios de los ejércitos, restáuranos, que brille tu rostro y nos salve.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SEGUNDA LECTURA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4,6-9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Nada os preocupe; sino que, en toda ocasión, en la oración y súplica con acción de gracias, vuestras peticiones sean presentadas a Dios. Y la paz de Dios, que sobrepasa todo juicio, custodiará vuestros corazones y vuestros pensamientos en Cristo Jesús. Finalmente, hermanos, todo lo que es verdadero, noble, justo, puro, amable, laudable, todo lo que es virtud o mérito, tenedlo en cuenta. Y lo que aprendisteis, recibisteis, oísteis, visteis en mí, ponedlo por obra. Y el Dios de la paz estará con vosotros.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573_viviré_para_alabar_hacer_reverencia_y_servir_a_jesús_mi_re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880360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CRISTO VIVE, ANÚNCIALO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¡Cristo vive, anúncialo!,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he oído en mi corazón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me habla de mi Padre,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me ama con locura.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¡Cristo vive, anúncialo!,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he oído en mi corazón,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he visto en mis hermanos,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comparten amor y gozo.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OH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HERMANO, VEN CONMIGO,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 ES AMOR LO QUE MUEVE TU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VIDA.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Sim 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MUESTRA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CRISTO YA VIVE EN TU CORAZÓN.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¡MIRAD, ÉL VIVE HOY,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ANÚNCIALO!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¡Cristo vive, anúncialo!,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he oído en mi corazón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pues la muerte nada puede,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porque el Padre lo resucita.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¡Cristo vive, anúncialo!,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he oído en mi corazón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me grita en mis hermanos,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los que sufren y viven solos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5_domingo_vi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33757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EVANGELIO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r>
              <a:rPr b="1" sz="1500">
                <a:solidFill>
                  <a:srgbClr val="D4A76A"/>
                </a:solidFill>
              </a:rPr>
              <a:t>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En aquel tiempo, dijo Jesús a los sumos sacerdotes y a los ancianos del pueblo: «Escuchad otra parábola: Había un propietario que plantó una viña, la rodeó con una cerca, cavó en ella un lagar, construyó la casa del guarda, la arrendó a unos labradores y se marchó de viaje. Llegado el tiempo de la vendimia, envió sus criados a los labradores, para percibir los frutos que le correspondían. Pero los labradores, agarrando a los criados, apalearon a uno, mataron a otro, y a otro lo apedrearon. Envió de nuevo otros criados, más que la primera vez, e hicieron con ellos lo mismo. Por último les mandó a su hijo, diciéndose: «Tendrán respeto a mi hijo.» Pero los labradores, al ver al hijo, se dijeron: «Éste es el heredero, venid, lo matamos y nos quedamos con su herencia.» Y, agarrándolo, lo empujaron fuera de la viña y lo mataron. Y ahora, cuando vuelva el dueño de la viña, ¿qué hará con aquellos labradores?»Le contestaron: «Hará morir de mala muerte a esos malvados y arrendará la viña a otros labradores, que le entreguen los frutos a sus tiempos.»Y Jesús les dice: «¿No habéis leído nunca en la Escritura: «La piedra que desecharon los arquitectos es ahora la piedra angular. Es el Señor quien lo ha hecho, ha sido un milagro patente?» Por eso os digo que se os quitará a vosotros el reino de Dios y se dará a un pueblo que produzca sus frutos.»; Palabra del Señor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LITURGIA EUCARÍSTICA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Preparémonos para la mesa del Señor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2014095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901302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CREDO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Dios, Padre todopoderoso,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creador del cielo y de la tierra._x000D_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Jesucristo, su único Hijo, nuestro Señor,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que fue concebido por obra y gracia del Espíritu Santo;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nació de Santa María Virgen; padeció bajo el poder de Poncio Pilato;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fue crucificado, muerto y sepultado; descendió a los infiernos;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al tercer día resucitó de entre los muertos;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subió a los cielos y está sentado a la derecha de Dios Padre todopoderoso._x000D_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Desde allí ha de venir a juzgar a vivos y muertos._x000D_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Creo en el Espíritu Santo, la santa Iglesia católica,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la comunión de los santos, el perdón de los pecados, _x000D_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la resurrección de la carne y la vida eterna. Amén.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880_dadles_vosotros_de_com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213791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PADRE NUESTRO SIMON Y GARFUNKEL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Padre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Nuestro, Tú que estás,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los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aman la verdad,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Fa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haz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el Reino que por Ti se dio,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Fa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llegue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pronto a nuestro corazón.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Fa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el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Amor, que Tu Hijo nos dejó,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Amor, habite en nosotros.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en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el pan de la unidad,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Cristo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danos Tú la paz.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olvídate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 nuestro mal,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 Si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 olvidamos el de los demás.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permitas que caigamos en tentación.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Oh,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y ten piedad del Mundo.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896_ii_domingo_de_adviento_dile_sí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433427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QUIERO HACER LO MISMO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un sueño escondido del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aunque ni él mismo lo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sabe.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Él es un diamante, él es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mejor,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aunque nadie se lo crea.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Señor, haz que alguien sí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lo crea.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José sólo buscaba un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puesto mejor: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tener, poder, valer… ya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sabes.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Roma tocaste su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corazón,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hiciste que él lo creyera,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dio por él la vida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entera.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QUIERO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HACER LO MISMO: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Fa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VER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UN NIÑO UN TESORO QUE HAY QUE CUIDAR.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QUIERO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ANDAR LOS PASOS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SANTO VIEJO Y AMARLOS COMO LOS AMÓ CALASANZ.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Hoy aún hay millones de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niños que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viven la vida aplastados.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No dejes que la obra de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Calasanz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 cruce nunca de brazos,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que aún hay muchos niños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llorando.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QUIERO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HACER LO MISMO…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Yo me pondré junto a él de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rodillas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buscaré dentro de sus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ojos la luz.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Le ayudaré con letras y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piedad a vivir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él sentirá que lo estoy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amando,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descubrirá que nació para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ser feliz,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cambiará el mundo 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golpes de amor por ti.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QUIERO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HACER LO MISMO… 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Yo me pondré junto a él de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rodillas…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cambiará el mundo 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golpes de amor por ti.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Con letras y piedad 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vivir.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Re-Sol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Porque nació para ser feliz.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PADRE NUESTRO (Gallego)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el mar he oído hoy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Señor tu voz que me llamó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me pidió que me entregara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 mis hermanos.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Esa voz me transformó,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 vida entera ya cambió,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sólo pienso ahora Señor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repetirte: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PADRE NUESTRO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 TI CREEMOS,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PADRE NUESTRO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 OFRECEMOS,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PADRE NUESTRO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NUESTRAS MANOS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 HERMANOS.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Cuando vaya a otro lugar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tendré Señor que abandonar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 mi familia a mis amigos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por seguirte.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Pero sé que así algún día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podré enseñar tu verdad,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ir a mi hermano y junto a él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yo repetirte.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PADRE NUESTRO…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408_arranca_lo_que_te_impida_dar_frutos_de_amor_domingo_27_de_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63648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PAZ, SEÑOR (Palomas)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Paz Señor en el cielo y la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tierra,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Mim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paz Señor en las olas del mar,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Fa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paz Señor en las hojas que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mueve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Sol7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sin saberlo, la brisa al pasar.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que haces las cosas tan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bellas,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les das una vida fugaz,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pon, Señor, tu mirada sobre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ellas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devuelve a los hombre la paz.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Hoy he visto Señor en el cielo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suspendidas un rayo de luz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dos palomas que alzaban el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vuelo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con sus alas en forma de cruz.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Haz que vuelvan de nuevo a la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tierra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las palomas que huyeron Señor,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la llama que enciende la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guerra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 consuma en paz y amor.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PAZ, PAZ, PAZ SEÑOR.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PAZ, PAZ, PAZ Y AMOR.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59_el_que_come_este_pan_vivirá_para_siempr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2991028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LUCHARÉ POR TI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Do Re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Re 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Cuando ves que todo va mal,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cuando crees que no saldrás,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Re Do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siempre está ahí junto a ti,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 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 Re Do Re Lam…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llámale, te contestará.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Jesús, es la Verdad.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amor, es libertad. (bis)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LUCHARÉ POR TI,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NO DESCANSARÉ.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TE ANUNCIARÉ ALLÍ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DONDE ES MÁS DIFÍCIL VER.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NO CALLARÉ, SEÑOR,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LO SABES BIEN,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 Sol   Re  Do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 Re Sol …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TÚ LO SABES BIEN.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Sed de Dios, pura necesidad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Re 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De saber quién eres Tú.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 Do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Envía tu luz que nos haga ver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 Do Re 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 Cristo Dios, nuestro Salvador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Jesús, es la Verdad.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Lam 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Es amor, es libertad. (bis)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Sol Lam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LUCHARÉ POR TI…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virgen_fati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1810226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CANTO A MARÍA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Dios te salve, María;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llena eres de gracia;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el Señor es contigo.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Bendita tú eres entre todas las mujeres,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bendito es el fruto de tu vientre, Jesús.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Santa María, Madre de Dios,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ruega por nosotros, pecadores,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ahora y en la hora de nuestra muerte. Amén.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353_lo_imprescindible_es_abrazarse_a_crist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69454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 XXVII Domingo del Tiempo Ordinario · 21,33-43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0140957_movidos_por_la_ola_del_espírit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05840"/>
            <a:ext cx="3556955" cy="25603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48640"/>
            <a:ext cx="8046720" cy="6400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858000"/>
            <a:ext cx="804672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749808"/>
            <a:ext cx="7498080" cy="5998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2600">
                <a:solidFill>
                  <a:srgbClr val="7C3AED"/>
                </a:solidFill>
              </a:rPr>
              <a:t>COMO CORRE UN RÍO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Como corre un río dentro de mi ser (x2)_x000D_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así yo confío en Cristo, mi Rey (x2)_x000D_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COMO UN RÍO DE AGUA VIVA,</a:t>
            </a:r>
            <a:r>
              <a:rPr b="0" sz="1900">
                <a:solidFill>
                  <a:srgbClr val="37352F"/>
                </a:solidFill>
              </a:rPr>
              <a:t>_x000D_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SALTA P’ARRIBA, QUE LLEVO DENTRO</a:t>
            </a:r>
            <a:r>
              <a:rPr b="0" sz="1900">
                <a:solidFill>
                  <a:srgbClr val="37352F"/>
                </a:solidFill>
              </a:rPr>
              <a:t>_x000D_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QUE AFIRMA Y CONFIRMA EN ESTE MOMENTO</a:t>
            </a:r>
            <a:r>
              <a:rPr b="0" sz="1900">
                <a:solidFill>
                  <a:srgbClr val="37352F"/>
                </a:solidFill>
              </a:rPr>
              <a:t>_x000D_</a:t>
            </a: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EL ESPÍRITU SANTO ESTÁ VINIENDO (X2)</a:t>
            </a:r>
            <a:r>
              <a:rPr b="0" sz="1900">
                <a:solidFill>
                  <a:srgbClr val="37352F"/>
                </a:solidFill>
              </a:rPr>
              <a:t>_x000D_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 Jesús está pasando por ahí_x000D_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Jesús está pasando por ahí_x000D_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cuando pasa todo lo transforma_x000D_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Se va la tristeza, viene la alegría_x000D_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Y cuando pasa todo lo transforma_x000D_</a:t>
            </a:r>
          </a:p>
          <a:p>
            <a:pPr>
              <a:lnSpc>
                <a:spcPct val="105000"/>
              </a:lnSpc>
            </a:pPr>
            <a:r>
              <a:rPr b="0" sz="1900">
                <a:solidFill>
                  <a:srgbClr val="37352F"/>
                </a:solidFill>
              </a:rPr>
              <a:t>Viene la alegría para ti y para mí_x000D_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</a:pPr>
            <a:r>
              <a:rPr b="1" sz="1900">
                <a:solidFill>
                  <a:srgbClr val="37352F"/>
                </a:solidFill>
              </a:rPr>
              <a:t>COMO UN RÍO DE AGUA VIVA… (X2)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ema_somos_un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76220"/>
            <a:ext cx="1281869" cy="685800"/>
          </a:xfrm>
          <a:prstGeom prst="rect">
            <a:avLst/>
          </a:prstGeom>
        </p:spPr>
      </p:pic>
      <p:pic>
        <p:nvPicPr>
          <p:cNvPr id="4" name="Picture 3" descr="fano_25_domingo_vin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57200"/>
            <a:ext cx="2170603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3840480"/>
            <a:ext cx="996696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6858000"/>
            <a:ext cx="996696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41648"/>
            <a:ext cx="9418320" cy="2706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rPr b="1" sz="3400">
                <a:solidFill>
                  <a:srgbClr val="7C3AED"/>
                </a:solidFill>
              </a:rPr>
              <a:t>¡ID EN PAZ!</a:t>
            </a: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Somos uno · 4 de octubre de 2026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La paz del Señor esté siempre con vosotros.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15000"/>
              </a:lnSpc>
            </a:pPr>
            <a:r>
              <a:rPr b="0" sz="2000">
                <a:solidFill>
                  <a:srgbClr val="37352F"/>
                </a:solidFill>
              </a:rPr>
              <a:t>«¿Qué os parece? Un hombre tenía dos hijos. Se acercó al primero y le dijo: «Hijo, ve hoy a trabajar en la viña.»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