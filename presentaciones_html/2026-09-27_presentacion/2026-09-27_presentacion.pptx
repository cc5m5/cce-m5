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7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8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9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9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0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9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C3A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5989320"/>
            <a:ext cx="1281869" cy="685800"/>
          </a:xfrm>
          <a:prstGeom prst="rect">
            <a:avLst/>
          </a:prstGeom>
        </p:spPr>
      </p:pic>
      <p:pic>
        <p:nvPicPr>
          <p:cNvPr id="4" name="Picture 3" descr="fano_25_domingo_vin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548640"/>
            <a:ext cx="2504542" cy="27432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1371600" y="3566160"/>
            <a:ext cx="9418320" cy="2560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71600" y="6053328"/>
            <a:ext cx="941832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91640" y="3794760"/>
            <a:ext cx="8778240" cy="2148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200" b="1">
                <a:solidFill>
                  <a:srgbClr val="7C3AED"/>
                </a:solidFill>
              </a:rPr>
              <a:t>L XXVI DOMINGO DEL TIEMPO ORDINARIO</a:t>
            </a:r>
          </a:p>
          <a:p>
            <a:r>
              <a:rPr sz="1900">
                <a:solidFill>
                  <a:srgbClr val="2C3E50"/>
                </a:solidFill>
              </a:rPr>
              <a:t>27 de septiembre de 2026</a:t>
            </a:r>
          </a:p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5989320"/>
            <a:ext cx="1281869" cy="685800"/>
          </a:xfrm>
          <a:prstGeom prst="rect">
            <a:avLst/>
          </a:prstGeom>
        </p:spPr>
      </p:pic>
      <p:pic>
        <p:nvPicPr>
          <p:cNvPr id="4" name="Picture 3" descr="2014095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1097280"/>
            <a:ext cx="4106298" cy="31089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0080" y="640080"/>
            <a:ext cx="8046720" cy="5577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6144768"/>
            <a:ext cx="804672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868680"/>
            <a:ext cx="7406640" cy="5166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600" b="1">
                <a:solidFill>
                  <a:srgbClr val="7C3AED"/>
                </a:solidFill>
              </a:rPr>
              <a:t>CANCIÓN DE ENTRADA</a:t>
            </a:r>
          </a:p>
          <a:p>
            <a:r>
              <a:rPr sz="2800" b="1">
                <a:solidFill>
                  <a:srgbClr val="7C3AED"/>
                </a:solidFill>
              </a:rPr>
              <a:t>PREPARAD EL CAMINO</a:t>
            </a:r>
          </a:p>
          <a:p/>
          <a:p>
            <a:r>
              <a:rPr sz="1900">
                <a:solidFill>
                  <a:srgbClr val="2C3E50"/>
                </a:solidFill>
              </a:rPr>
              <a:t>PREPARAD EL CAMINO</a:t>
            </a:r>
          </a:p>
          <a:p/>
          <a:p>
            <a:r>
              <a:rPr sz="1900">
                <a:solidFill>
                  <a:srgbClr val="2C3E50"/>
                </a:solidFill>
              </a:rPr>
              <a:t>PREPARAD EL CAMINO AL SEÑOR</a:t>
            </a:r>
          </a:p>
          <a:p/>
          <a:p>
            <a:r>
              <a:rPr sz="1900">
                <a:solidFill>
                  <a:srgbClr val="2C3E50"/>
                </a:solidFill>
              </a:rPr>
              <a:t>Y ESCUCHAD LA PALABRA DE DIOS.(Bis)</a:t>
            </a:r>
          </a:p>
          <a:p/>
          <a:p>
            <a:r>
              <a:rPr sz="1900">
                <a:solidFill>
                  <a:srgbClr val="2C3E50"/>
                </a:solidFill>
              </a:rPr>
              <a:t>Voz que clama en el desierto:</a:t>
            </a:r>
          </a:p>
          <a:p/>
          <a:p>
            <a:r>
              <a:rPr sz="1900">
                <a:solidFill>
                  <a:srgbClr val="2C3E50"/>
                </a:solidFill>
              </a:rPr>
              <a:t>preparad los caminos de Dios,</a:t>
            </a:r>
          </a:p>
          <a:p/>
          <a:p>
            <a:r>
              <a:rPr sz="1900">
                <a:solidFill>
                  <a:srgbClr val="2C3E50"/>
                </a:solidFill>
              </a:rPr>
              <a:t>desterrad la mentira por siempre,</a:t>
            </a:r>
          </a:p>
          <a:p/>
          <a:p>
            <a:r>
              <a:rPr sz="1900">
                <a:solidFill>
                  <a:srgbClr val="2C3E50"/>
                </a:solidFill>
              </a:rPr>
              <a:t>preparad los caminos de Dios(Bis)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5989320"/>
            <a:ext cx="1281869" cy="685800"/>
          </a:xfrm>
          <a:prstGeom prst="rect">
            <a:avLst/>
          </a:prstGeom>
        </p:spPr>
      </p:pic>
      <p:pic>
        <p:nvPicPr>
          <p:cNvPr id="4" name="Picture 3" descr="2014095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1097280"/>
            <a:ext cx="4761786" cy="31089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0080" y="640080"/>
            <a:ext cx="8046720" cy="5577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6144768"/>
            <a:ext cx="804672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868680"/>
            <a:ext cx="7406640" cy="5166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 b="1">
                <a:solidFill>
                  <a:srgbClr val="7C3AED"/>
                </a:solidFill>
              </a:rPr>
              <a:t>ACTO PENITENCIAL</a:t>
            </a:r>
          </a:p>
          <a:p/>
          <a:p>
            <a:r>
              <a:rPr sz="1900">
                <a:solidFill>
                  <a:srgbClr val="2C3E50"/>
                </a:solidFill>
              </a:rPr>
              <a:t>Yo confieso ante Dios todopoderoso</a:t>
            </a:r>
          </a:p>
          <a:p>
            <a:r>
              <a:rPr sz="1900">
                <a:solidFill>
                  <a:srgbClr val="2C3E50"/>
                </a:solidFill>
              </a:rPr>
              <a:t>y ante vosotros, hermanos,</a:t>
            </a:r>
          </a:p>
          <a:p>
            <a:r>
              <a:rPr sz="1900">
                <a:solidFill>
                  <a:srgbClr val="2C3E50"/>
                </a:solidFill>
              </a:rPr>
              <a:t>que he pecado mucho de pensamiento, palabra, obra y omisión:</a:t>
            </a:r>
          </a:p>
          <a:p>
            <a:r>
              <a:rPr sz="1900">
                <a:solidFill>
                  <a:srgbClr val="2C3E50"/>
                </a:solidFill>
              </a:rPr>
              <a:t>por mi culpa, por mi culpa, por mi gran culpa.</a:t>
            </a:r>
          </a:p>
          <a:p/>
          <a:p>
            <a:r>
              <a:rPr sz="1900">
                <a:solidFill>
                  <a:srgbClr val="2C3E50"/>
                </a:solidFill>
              </a:rPr>
              <a:t>Por eso ruego a Santa María, siempre Virgen,</a:t>
            </a:r>
          </a:p>
          <a:p>
            <a:r>
              <a:rPr sz="1900">
                <a:solidFill>
                  <a:srgbClr val="2C3E50"/>
                </a:solidFill>
              </a:rPr>
              <a:t>a los ángeles, a los santos y a vosotros, hermanos,</a:t>
            </a:r>
          </a:p>
          <a:p>
            <a:r>
              <a:rPr sz="1900">
                <a:solidFill>
                  <a:srgbClr val="2C3E50"/>
                </a:solidFill>
              </a:rPr>
              <a:t>que intercedáis por mí ante Dios, nuestro Señor.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5989320"/>
            <a:ext cx="1281869" cy="685800"/>
          </a:xfrm>
          <a:prstGeom prst="rect">
            <a:avLst/>
          </a:prstGeom>
        </p:spPr>
      </p:pic>
      <p:pic>
        <p:nvPicPr>
          <p:cNvPr id="4" name="Picture 3" descr="2014095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1097280"/>
            <a:ext cx="4761786" cy="31089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0080" y="640080"/>
            <a:ext cx="8046720" cy="5577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6144768"/>
            <a:ext cx="804672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868680"/>
            <a:ext cx="7406640" cy="5166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 b="1">
                <a:solidFill>
                  <a:srgbClr val="7C3AED"/>
                </a:solidFill>
              </a:rPr>
              <a:t>BENDICIÓN DEL AGUA</a:t>
            </a:r>
          </a:p>
          <a:p>
            <a:r>
              <a:rPr sz="1900">
                <a:solidFill>
                  <a:srgbClr val="2C3E50"/>
                </a:solidFill>
              </a:rPr>
              <a:t>Señor, Dios todopoderoso, que por medio del agua...</a:t>
            </a:r>
          </a:p>
          <a:p/>
          <a:p>
            <a:r>
              <a:rPr sz="1900">
                <a:solidFill>
                  <a:srgbClr val="2C3E50"/>
                </a:solidFill>
              </a:rPr>
              <a:t>(Se bendice el agua y se asperja sobre la asamblea)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5989320"/>
            <a:ext cx="1281869" cy="685800"/>
          </a:xfrm>
          <a:prstGeom prst="rect">
            <a:avLst/>
          </a:prstGeom>
        </p:spPr>
      </p:pic>
      <p:pic>
        <p:nvPicPr>
          <p:cNvPr id="4" name="Picture 3" descr="2014095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1097280"/>
            <a:ext cx="4319159" cy="31089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0080" y="640080"/>
            <a:ext cx="8046720" cy="5577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6144768"/>
            <a:ext cx="804672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868680"/>
            <a:ext cx="7406640" cy="5166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 b="1">
                <a:solidFill>
                  <a:srgbClr val="7C3AED"/>
                </a:solidFill>
              </a:rPr>
              <a:t>GLORIA</a:t>
            </a:r>
          </a:p>
          <a:p/>
          <a:p>
            <a:r>
              <a:rPr sz="1900">
                <a:solidFill>
                  <a:srgbClr val="2C3E50"/>
                </a:solidFill>
              </a:rPr>
              <a:t>Gloria a Dios en el cielo,</a:t>
            </a:r>
          </a:p>
          <a:p>
            <a:r>
              <a:rPr sz="1900">
                <a:solidFill>
                  <a:srgbClr val="2C3E50"/>
                </a:solidFill>
              </a:rPr>
              <a:t>y en la tierra paz a los hombres que ama el Señor.</a:t>
            </a:r>
          </a:p>
          <a:p>
            <a:r>
              <a:rPr sz="1900">
                <a:solidFill>
                  <a:srgbClr val="2C3E50"/>
                </a:solidFill>
              </a:rPr>
              <a:t>Te alabamos, te bendecimos, te adoramos, te glorificamos.</a:t>
            </a:r>
          </a:p>
          <a:p>
            <a:r>
              <a:rPr sz="1900">
                <a:solidFill>
                  <a:srgbClr val="2C3E50"/>
                </a:solidFill>
              </a:rPr>
              <a:t>Te damos gracias, Señor Dios, Rey celestial.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5989320"/>
            <a:ext cx="1281869" cy="685800"/>
          </a:xfrm>
          <a:prstGeom prst="rect">
            <a:avLst/>
          </a:prstGeom>
        </p:spPr>
      </p:pic>
      <p:pic>
        <p:nvPicPr>
          <p:cNvPr id="4" name="Picture 3" descr="2014096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1097280"/>
            <a:ext cx="4144797" cy="31089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0080" y="640080"/>
            <a:ext cx="8046720" cy="5577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6144768"/>
            <a:ext cx="804672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868680"/>
            <a:ext cx="7406640" cy="5166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 b="1">
                <a:solidFill>
                  <a:srgbClr val="7C3AED"/>
                </a:solidFill>
              </a:rPr>
              <a:t>LITURGIA DE LA PALABRA</a:t>
            </a:r>
          </a:p>
          <a:p/>
          <a:p>
            <a:r>
              <a:rPr sz="1900">
                <a:solidFill>
                  <a:srgbClr val="2C3E50"/>
                </a:solidFill>
              </a:rPr>
              <a:t>Escuchemos la Palabra de Dios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5989320"/>
            <a:ext cx="1281869" cy="685800"/>
          </a:xfrm>
          <a:prstGeom prst="rect">
            <a:avLst/>
          </a:prstGeom>
        </p:spPr>
      </p:pic>
      <p:pic>
        <p:nvPicPr>
          <p:cNvPr id="4" name="Picture 3" descr="fano_25_domingo_vin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1097280"/>
            <a:ext cx="2838480" cy="31089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0080" y="640080"/>
            <a:ext cx="8046720" cy="5577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6144768"/>
            <a:ext cx="804672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868680"/>
            <a:ext cx="7406640" cy="5166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 b="1">
                <a:solidFill>
                  <a:srgbClr val="7C3AED"/>
                </a:solidFill>
              </a:rPr>
              <a:t>PRIMERA LECTURA</a:t>
            </a:r>
          </a:p>
          <a:p/>
          <a:p>
            <a:pPr algn="l"/>
            <a:r>
              <a:rPr sz="1600" b="1">
                <a:solidFill>
                  <a:srgbClr val="7C3AED"/>
                </a:solidFill>
              </a:rPr>
              <a:t>18,25-28</a:t>
            </a:r>
          </a:p>
          <a:p/>
          <a:p>
            <a:r>
              <a:rPr sz="1900">
                <a:solidFill>
                  <a:srgbClr val="2C3E50"/>
                </a:solidFill>
              </a:rPr>
              <a:t>Así dice el Señor: «Comentáis: «No es justo el proceder del Señor». Escuchad, casa de Israel: ¿es injusto mi proceder?, ¿o no es vuestro proceder el que es injusto? Cuando el justo se aparta de su justicia, comete la maldad y muere, muere por la maldad que cometió. Y cuando el malvado se convierte de la maldad que hizo y practica el derecho y la justicia, él mismo salva su vida. Si recapacita y se convierte de los delitos cometidos, ciertamente vivirá y no morirá.»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5989320"/>
            <a:ext cx="1281869" cy="685800"/>
          </a:xfrm>
          <a:prstGeom prst="rect">
            <a:avLst/>
          </a:prstGeom>
        </p:spPr>
      </p:pic>
      <p:pic>
        <p:nvPicPr>
          <p:cNvPr id="4" name="Picture 3" descr="2014096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1097280"/>
            <a:ext cx="4375471" cy="31089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0080" y="640080"/>
            <a:ext cx="8046720" cy="5577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6144768"/>
            <a:ext cx="804672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868680"/>
            <a:ext cx="7406640" cy="5166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 b="1">
                <a:solidFill>
                  <a:srgbClr val="7C3AED"/>
                </a:solidFill>
              </a:rPr>
              <a:t>SALMO RESPONSORIAL</a:t>
            </a:r>
          </a:p>
          <a:p/>
          <a:p>
            <a:pPr algn="l"/>
            <a:r>
              <a:rPr sz="1600" b="1">
                <a:solidFill>
                  <a:srgbClr val="7C3AED"/>
                </a:solidFill>
              </a:rPr>
              <a:t>Sal 24,4</a:t>
            </a:r>
          </a:p>
          <a:p/>
          <a:p>
            <a:r>
              <a:rPr sz="1900">
                <a:solidFill>
                  <a:srgbClr val="2C3E50"/>
                </a:solidFill>
              </a:rPr>
              <a:t>Antífona: Recuerda, Señor, que tu misericordia es eterna</a:t>
            </a:r>
          </a:p>
          <a:p/>
          <a:p>
            <a:r>
              <a:rPr sz="1900">
                <a:solidFill>
                  <a:srgbClr val="2C3E50"/>
                </a:solidFill>
              </a:rPr>
              <a:t>Señor, enséñame tus caminos,</a:t>
            </a:r>
          </a:p>
          <a:p/>
          <a:p>
            <a:r>
              <a:rPr sz="1900">
                <a:solidFill>
                  <a:srgbClr val="2C3E50"/>
                </a:solidFill>
              </a:rPr>
              <a:t>instrúyeme en tus sendas:</a:t>
            </a:r>
          </a:p>
          <a:p/>
          <a:p>
            <a:r>
              <a:rPr sz="1900">
                <a:solidFill>
                  <a:srgbClr val="2C3E50"/>
                </a:solidFill>
              </a:rPr>
              <a:t>haz que camine con lealtad;</a:t>
            </a:r>
          </a:p>
          <a:p/>
          <a:p>
            <a:r>
              <a:rPr sz="1900">
                <a:solidFill>
                  <a:srgbClr val="2C3E50"/>
                </a:solidFill>
              </a:rPr>
              <a:t>enséñame, porque tú eres mi Dios y Salvador,</a:t>
            </a:r>
          </a:p>
          <a:p/>
          <a:p>
            <a:r>
              <a:rPr sz="1900">
                <a:solidFill>
                  <a:srgbClr val="2C3E50"/>
                </a:solidFill>
              </a:rPr>
              <a:t>y todo el día te estoy esperando.</a:t>
            </a:r>
          </a:p>
          <a:p>
            <a:r>
              <a:rPr sz="1900">
                <a:solidFill>
                  <a:srgbClr val="2C3E50"/>
                </a:solidFill>
              </a:rPr>
              <a:t>Recuerda, Señor,</a:t>
            </a:r>
          </a:p>
          <a:p/>
          <a:p>
            <a:r>
              <a:rPr sz="1900">
                <a:solidFill>
                  <a:srgbClr val="2C3E50"/>
                </a:solidFill>
              </a:rPr>
              <a:t>que tu ternura y tu misericordia son eternas;</a:t>
            </a:r>
          </a:p>
          <a:p/>
          <a:p>
            <a:r>
              <a:rPr sz="1900">
                <a:solidFill>
                  <a:srgbClr val="2C3E50"/>
                </a:solidFill>
              </a:rPr>
              <a:t>no te acuerdes de los pecados</a:t>
            </a:r>
          </a:p>
          <a:p/>
          <a:p>
            <a:r>
              <a:rPr sz="1900">
                <a:solidFill>
                  <a:srgbClr val="2C3E50"/>
                </a:solidFill>
              </a:rPr>
              <a:t>ni de las maldades de mi juventud;</a:t>
            </a:r>
          </a:p>
          <a:p/>
          <a:p>
            <a:r>
              <a:rPr sz="1900">
                <a:solidFill>
                  <a:srgbClr val="2C3E50"/>
                </a:solidFill>
              </a:rPr>
              <a:t>acuérdate de mí con misericordia,</a:t>
            </a:r>
          </a:p>
          <a:p/>
          <a:p>
            <a:r>
              <a:rPr sz="1900">
                <a:solidFill>
                  <a:srgbClr val="2C3E50"/>
                </a:solidFill>
              </a:rPr>
              <a:t>por tu bondad, Señor.</a:t>
            </a:r>
          </a:p>
          <a:p>
            <a:r>
              <a:rPr sz="1900">
                <a:solidFill>
                  <a:srgbClr val="2C3E50"/>
                </a:solidFill>
              </a:rPr>
              <a:t>El Señor es bueno y es recto,</a:t>
            </a:r>
          </a:p>
          <a:p/>
          <a:p>
            <a:r>
              <a:rPr sz="1900">
                <a:solidFill>
                  <a:srgbClr val="2C3E50"/>
                </a:solidFill>
              </a:rPr>
              <a:t>y enseña el camino a los pecadores;</a:t>
            </a:r>
          </a:p>
          <a:p/>
          <a:p>
            <a:r>
              <a:rPr sz="1900">
                <a:solidFill>
                  <a:srgbClr val="2C3E50"/>
                </a:solidFill>
              </a:rPr>
              <a:t>hace caminar a los humildes con rectitud,</a:t>
            </a:r>
          </a:p>
          <a:p/>
          <a:p>
            <a:r>
              <a:rPr sz="1900">
                <a:solidFill>
                  <a:srgbClr val="2C3E50"/>
                </a:solidFill>
              </a:rPr>
              <a:t>enseña su camino a los humildes.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5989320"/>
            <a:ext cx="1281869" cy="685800"/>
          </a:xfrm>
          <a:prstGeom prst="rect">
            <a:avLst/>
          </a:prstGeom>
        </p:spPr>
      </p:pic>
      <p:pic>
        <p:nvPicPr>
          <p:cNvPr id="4" name="Picture 3" descr="2014095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1097280"/>
            <a:ext cx="4319159" cy="31089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0080" y="640080"/>
            <a:ext cx="8046720" cy="5577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6144768"/>
            <a:ext cx="804672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868680"/>
            <a:ext cx="7406640" cy="5166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 b="1">
                <a:solidFill>
                  <a:srgbClr val="7C3AED"/>
                </a:solidFill>
              </a:rPr>
              <a:t>ALELUYA</a:t>
            </a:r>
          </a:p>
          <a:p/>
          <a:p>
            <a:r>
              <a:rPr sz="1900">
                <a:solidFill>
                  <a:srgbClr val="2C3E50"/>
                </a:solidFill>
              </a:rPr>
              <a:t>21,28-32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5989320"/>
            <a:ext cx="1281869" cy="685800"/>
          </a:xfrm>
          <a:prstGeom prst="rect">
            <a:avLst/>
          </a:prstGeom>
        </p:spPr>
      </p:pic>
      <p:pic>
        <p:nvPicPr>
          <p:cNvPr id="4" name="Picture 3" descr="2014096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1097280"/>
            <a:ext cx="2438612" cy="31089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0080" y="640080"/>
            <a:ext cx="8046720" cy="5577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6144768"/>
            <a:ext cx="804672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868680"/>
            <a:ext cx="7406640" cy="5166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 b="1">
                <a:solidFill>
                  <a:srgbClr val="7C3AED"/>
                </a:solidFill>
              </a:rPr>
              <a:t>SEGUNDA LECTURA</a:t>
            </a:r>
          </a:p>
          <a:p/>
          <a:p>
            <a:pPr algn="l"/>
            <a:r>
              <a:rPr sz="1600" b="1">
                <a:solidFill>
                  <a:srgbClr val="7C3AED"/>
                </a:solidFill>
              </a:rPr>
              <a:t>2,1-11</a:t>
            </a:r>
          </a:p>
          <a:p/>
          <a:p>
            <a:r>
              <a:rPr sz="1900">
                <a:solidFill>
                  <a:srgbClr val="2C3E50"/>
                </a:solidFill>
              </a:rPr>
              <a:t>Si queréis darme el consuelo de Cristo y aliviarme con vuestro amor, si nos une el mismo Espíritu y tenéis entrañas compasivas, dadme esta gran alegría: manteneos unánimes y concordes con un mismo amor y un mismo sentir. No obréis por rivalidad ni por ostentación, dejaos guiar por la humildad y considerad siempre superiores a los demás. No os encerréis en vuestros intereses, sino buscad todos el interés de los demás. Tened entre vosotros los sentimientos propios de Cristo Jesús. Él, a pesar de su condición divina, no hizo alarde de su categoría de Dios; al contrario, se despojó de su rango y tomó la condición de esclavo, pasando por uno de tantos. Y así, actuando como un hombre cualquiera, se rebajó hasta someterse incluso a la muerte, y una muerte de cruz. Por eso Dios lo levantó sobre todo y le concedió el Nombre-sobre-todo-nombre; de modo que al nombre de Jesús toda rodilla se doble en el cielo, en la tierra, en el abismo, y toda lengua proclame: Jesucristo es Señor, para gloria de Dios Padre.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5989320"/>
            <a:ext cx="1281869" cy="685800"/>
          </a:xfrm>
          <a:prstGeom prst="rect">
            <a:avLst/>
          </a:prstGeom>
        </p:spPr>
      </p:pic>
      <p:pic>
        <p:nvPicPr>
          <p:cNvPr id="4" name="Picture 3" descr="fano_25_domingo_vin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1097280"/>
            <a:ext cx="2838480" cy="31089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0080" y="640080"/>
            <a:ext cx="8046720" cy="5577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6144768"/>
            <a:ext cx="804672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868680"/>
            <a:ext cx="7406640" cy="5166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 b="1">
                <a:solidFill>
                  <a:srgbClr val="7C3AED"/>
                </a:solidFill>
              </a:rPr>
              <a:t>EVANGELIO</a:t>
            </a:r>
          </a:p>
          <a:p/>
          <a:p>
            <a:pPr algn="l"/>
            <a:r>
              <a:rPr sz="1600" b="1">
                <a:solidFill>
                  <a:srgbClr val="7C3AED"/>
                </a:solidFill>
              </a:rPr>
              <a:t>21,28-32</a:t>
            </a:r>
          </a:p>
          <a:p/>
          <a:p>
            <a:r>
              <a:rPr sz="1900">
                <a:solidFill>
                  <a:srgbClr val="2C3E50"/>
                </a:solidFill>
              </a:rPr>
              <a:t>En aquel tiempo, dijo Jesús a los sumos sacerdotes y a los ancianos del pueblo: «¿Qué os parece? Un hombre tenía dos hijos. Se acercó al primero y le dijo: «Hijo, ve hoy a trabajar en la viña.» Él le contestó: «No quiero.» Pero después recapacitó y fue. Se acercó al segundo y le dijo lo mismo. Él le contestó: «Voy, señor.» Pero no fue. ¿Quién de los dos hizo lo que quería el padre?»Contestaron: «El primero.»Jesús les dijo: «Os aseguro que los publicanos y las prostitutas os llevan la delantera en el camino del reino de Dios. Porque vino Juan a vosotros enseñándoos el camino de la justicia, y no le creísteis; en cambio, los publicanos y prostitutas le creyeron. Y, aun después de ver esto, vosotros no recapacitasteis ni le creísteis.»</a:t>
            </a:r>
          </a:p>
          <a:p>
            <a:r>
              <a:rPr sz="1900">
                <a:solidFill>
                  <a:srgbClr val="2C3E50"/>
                </a:solidFill>
              </a:rPr>
              <a:t>Palabra del Señor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5989320"/>
            <a:ext cx="1281869" cy="685800"/>
          </a:xfrm>
          <a:prstGeom prst="rect">
            <a:avLst/>
          </a:prstGeom>
        </p:spPr>
      </p:pic>
      <p:pic>
        <p:nvPicPr>
          <p:cNvPr id="4" name="Picture 3" descr="20140959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1097280"/>
            <a:ext cx="3631963" cy="31089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0080" y="640080"/>
            <a:ext cx="8046720" cy="5577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6144768"/>
            <a:ext cx="804672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868680"/>
            <a:ext cx="7406640" cy="5166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 b="1">
                <a:solidFill>
                  <a:srgbClr val="7C3AED"/>
                </a:solidFill>
              </a:rPr>
              <a:t>LITURGIA EUCARÍSTICA</a:t>
            </a:r>
          </a:p>
          <a:p/>
          <a:p>
            <a:r>
              <a:rPr sz="1900">
                <a:solidFill>
                  <a:srgbClr val="2C3E50"/>
                </a:solidFill>
              </a:rPr>
              <a:t>Preparémonos para la mesa del Señor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5989320"/>
            <a:ext cx="1281869" cy="685800"/>
          </a:xfrm>
          <a:prstGeom prst="rect">
            <a:avLst/>
          </a:prstGeom>
        </p:spPr>
      </p:pic>
      <p:pic>
        <p:nvPicPr>
          <p:cNvPr id="4" name="Picture 3" descr="2014095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1097280"/>
            <a:ext cx="4319159" cy="31089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0080" y="640080"/>
            <a:ext cx="8046720" cy="5577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6144768"/>
            <a:ext cx="804672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868680"/>
            <a:ext cx="7406640" cy="5166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 b="1">
                <a:solidFill>
                  <a:srgbClr val="7C3AED"/>
                </a:solidFill>
              </a:rPr>
              <a:t>CREDO</a:t>
            </a:r>
          </a:p>
          <a:p/>
          <a:p>
            <a:r>
              <a:rPr sz="1900">
                <a:solidFill>
                  <a:srgbClr val="2C3E50"/>
                </a:solidFill>
              </a:rPr>
              <a:t>Creo en Dios, Padre todopoderoso, creador del cielo y de la tierra.</a:t>
            </a:r>
          </a:p>
          <a:p>
            <a:r>
              <a:rPr sz="1900">
                <a:solidFill>
                  <a:srgbClr val="2C3E50"/>
                </a:solidFill>
              </a:rPr>
              <a:t>Creo en Jesucristo, su único Hijo, nuestro Señor, que fue concebido por obra y gracia del Espíritu Santo; nació de Santa María Virgen; padeció bajo el poder de Poncio Pilato; fue crucificado, muerto y sepultado; descendió a los infiernos; al tercer día resucitó de entre los muertos; subió a los cielos y está sentado a la derecha de Dios Padre todopoderoso.</a:t>
            </a:r>
          </a:p>
          <a:p>
            <a:r>
              <a:rPr sz="1900">
                <a:solidFill>
                  <a:srgbClr val="2C3E50"/>
                </a:solidFill>
              </a:rPr>
              <a:t>Desde allí ha de venir a juzgar a vivos y muertos.</a:t>
            </a:r>
          </a:p>
          <a:p>
            <a:r>
              <a:rPr sz="1900">
                <a:solidFill>
                  <a:srgbClr val="2C3E50"/>
                </a:solidFill>
              </a:rPr>
              <a:t>Creo en el Espíritu Santo, la santa Iglesia católica, la comunión de los santos, el perdón de los pecados, la resurrección de la carne y la vida eterna. Amén.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5989320"/>
            <a:ext cx="1281869" cy="685800"/>
          </a:xfrm>
          <a:prstGeom prst="rect">
            <a:avLst/>
          </a:prstGeom>
        </p:spPr>
      </p:pic>
      <p:pic>
        <p:nvPicPr>
          <p:cNvPr id="4" name="Picture 3" descr="20140959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1097280"/>
            <a:ext cx="3631963" cy="31089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0080" y="640080"/>
            <a:ext cx="8046720" cy="5577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6144768"/>
            <a:ext cx="804672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868680"/>
            <a:ext cx="7406640" cy="5166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600" b="1">
                <a:solidFill>
                  <a:srgbClr val="7C3AED"/>
                </a:solidFill>
              </a:rPr>
              <a:t>OFERTORIO</a:t>
            </a:r>
          </a:p>
          <a:p>
            <a:r>
              <a:rPr sz="2800" b="1">
                <a:solidFill>
                  <a:srgbClr val="7C3AED"/>
                </a:solidFill>
              </a:rPr>
              <a:t>PADRE NUESTRO DE LA VIDA</a:t>
            </a:r>
          </a:p>
          <a:p/>
          <a:p>
            <a:r>
              <a:rPr sz="1900">
                <a:solidFill>
                  <a:srgbClr val="2C3E50"/>
                </a:solidFill>
              </a:rPr>
              <a:t>Padre nuestro de la vida,</a:t>
            </a:r>
          </a:p>
          <a:p/>
          <a:p>
            <a:r>
              <a:rPr sz="1900">
                <a:solidFill>
                  <a:srgbClr val="2C3E50"/>
                </a:solidFill>
              </a:rPr>
              <a:t>mío, de ése y de aquél</a:t>
            </a:r>
          </a:p>
          <a:p/>
          <a:p>
            <a:r>
              <a:rPr sz="1900">
                <a:solidFill>
                  <a:srgbClr val="2C3E50"/>
                </a:solidFill>
              </a:rPr>
              <a:t>que vive en toda criatura</a:t>
            </a:r>
          </a:p>
          <a:p/>
          <a:p>
            <a:r>
              <a:rPr sz="1900">
                <a:solidFill>
                  <a:srgbClr val="2C3E50"/>
                </a:solidFill>
              </a:rPr>
              <a:t>y ellos así han de creer.</a:t>
            </a:r>
          </a:p>
          <a:p/>
          <a:p>
            <a:r>
              <a:rPr sz="1900">
                <a:solidFill>
                  <a:srgbClr val="2C3E50"/>
                </a:solidFill>
              </a:rPr>
              <a:t>Quisiera realzar tu nombre</a:t>
            </a:r>
          </a:p>
          <a:p/>
          <a:p>
            <a:r>
              <a:rPr sz="1900">
                <a:solidFill>
                  <a:srgbClr val="2C3E50"/>
                </a:solidFill>
              </a:rPr>
              <a:t>viviendo aquí bajo el sol</a:t>
            </a:r>
          </a:p>
          <a:p/>
          <a:p>
            <a:r>
              <a:rPr sz="1900">
                <a:solidFill>
                  <a:srgbClr val="2C3E50"/>
                </a:solidFill>
              </a:rPr>
              <a:t>tu mensaje de aquel monte</a:t>
            </a:r>
          </a:p>
          <a:p/>
          <a:p>
            <a:r>
              <a:rPr sz="1900">
                <a:solidFill>
                  <a:srgbClr val="2C3E50"/>
                </a:solidFill>
              </a:rPr>
              <a:t>SiM7m Mim</a:t>
            </a:r>
          </a:p>
          <a:p/>
          <a:p>
            <a:r>
              <a:rPr sz="1900">
                <a:solidFill>
                  <a:srgbClr val="2C3E50"/>
                </a:solidFill>
              </a:rPr>
              <a:t>de pobreza, paz y amor.</a:t>
            </a:r>
          </a:p>
          <a:p/>
          <a:p>
            <a:r>
              <a:rPr sz="1900">
                <a:solidFill>
                  <a:srgbClr val="2C3E50"/>
                </a:solidFill>
              </a:rPr>
              <a:t>Danos pan para vivir</a:t>
            </a:r>
          </a:p>
          <a:p/>
          <a:p>
            <a:r>
              <a:rPr sz="1900">
                <a:solidFill>
                  <a:srgbClr val="2C3E50"/>
                </a:solidFill>
              </a:rPr>
              <a:t>sólo el momento presente</a:t>
            </a:r>
          </a:p>
          <a:p/>
          <a:p>
            <a:r>
              <a:rPr sz="1900">
                <a:solidFill>
                  <a:srgbClr val="2C3E50"/>
                </a:solidFill>
              </a:rPr>
              <a:t>ya que el día de mañana</a:t>
            </a:r>
          </a:p>
          <a:p/>
          <a:p>
            <a:r>
              <a:rPr sz="1900">
                <a:solidFill>
                  <a:srgbClr val="2C3E50"/>
                </a:solidFill>
              </a:rPr>
              <a:t>quizás aquí no me encuentre.</a:t>
            </a:r>
          </a:p>
          <a:p/>
          <a:p>
            <a:r>
              <a:rPr sz="1900">
                <a:solidFill>
                  <a:srgbClr val="2C3E50"/>
                </a:solidFill>
              </a:rPr>
              <a:t>No mires lo que hice mal</a:t>
            </a:r>
          </a:p>
          <a:p/>
          <a:p>
            <a:r>
              <a:rPr sz="1900">
                <a:solidFill>
                  <a:srgbClr val="2C3E50"/>
                </a:solidFill>
              </a:rPr>
              <a:t>que yo no veré a mi deudor</a:t>
            </a:r>
          </a:p>
          <a:p/>
          <a:p>
            <a:r>
              <a:rPr sz="1900">
                <a:solidFill>
                  <a:srgbClr val="2C3E50"/>
                </a:solidFill>
              </a:rPr>
              <a:t>y en mi camino hacia ti</a:t>
            </a:r>
          </a:p>
          <a:p/>
          <a:p>
            <a:r>
              <a:rPr sz="1900">
                <a:solidFill>
                  <a:srgbClr val="2C3E50"/>
                </a:solidFill>
              </a:rPr>
              <a:t>SiM7m Mim</a:t>
            </a:r>
          </a:p>
          <a:p/>
          <a:p>
            <a:r>
              <a:rPr sz="1900">
                <a:solidFill>
                  <a:srgbClr val="2C3E50"/>
                </a:solidFill>
              </a:rPr>
              <a:t>que no caiga en tentación.</a:t>
            </a:r>
          </a:p>
          <a:p/>
          <a:p>
            <a:r>
              <a:rPr sz="1900">
                <a:solidFill>
                  <a:srgbClr val="2C3E50"/>
                </a:solidFill>
              </a:rPr>
              <a:t>Amén, amén, que no caiga en</a:t>
            </a:r>
          </a:p>
          <a:p/>
          <a:p>
            <a:r>
              <a:rPr sz="1900">
                <a:solidFill>
                  <a:srgbClr val="2C3E50"/>
                </a:solidFill>
              </a:rPr>
              <a:t>tentación.</a:t>
            </a:r>
          </a:p>
          <a:p/>
          <a:p>
            <a:r>
              <a:rPr sz="1900">
                <a:solidFill>
                  <a:srgbClr val="2C3E50"/>
                </a:solidFill>
              </a:rPr>
              <a:t>SiM7m Mim</a:t>
            </a:r>
          </a:p>
          <a:p/>
          <a:p>
            <a:r>
              <a:rPr sz="1900">
                <a:solidFill>
                  <a:srgbClr val="2C3E50"/>
                </a:solidFill>
              </a:rPr>
              <a:t>Amén, amén, que sea así siempre</a:t>
            </a:r>
          </a:p>
          <a:p/>
          <a:p>
            <a:r>
              <a:rPr sz="1900">
                <a:solidFill>
                  <a:srgbClr val="2C3E50"/>
                </a:solidFill>
              </a:rPr>
              <a:t>Señor.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5989320"/>
            <a:ext cx="1281869" cy="685800"/>
          </a:xfrm>
          <a:prstGeom prst="rect">
            <a:avLst/>
          </a:prstGeom>
        </p:spPr>
      </p:pic>
      <p:pic>
        <p:nvPicPr>
          <p:cNvPr id="4" name="Picture 3" descr="2014095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1097280"/>
            <a:ext cx="4319159" cy="31089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0080" y="640080"/>
            <a:ext cx="8046720" cy="5577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6144768"/>
            <a:ext cx="804672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868680"/>
            <a:ext cx="7406640" cy="5166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 b="1">
                <a:solidFill>
                  <a:srgbClr val="7C3AED"/>
                </a:solidFill>
              </a:rPr>
              <a:t>SANTO</a:t>
            </a:r>
          </a:p>
          <a:p/>
          <a:p>
            <a:r>
              <a:rPr sz="1900">
                <a:solidFill>
                  <a:srgbClr val="2C3E50"/>
                </a:solidFill>
              </a:rPr>
              <a:t>Santo, santo, santo es el Señor,</a:t>
            </a:r>
          </a:p>
          <a:p>
            <a:r>
              <a:rPr sz="1900">
                <a:solidFill>
                  <a:srgbClr val="2C3E50"/>
                </a:solidFill>
              </a:rPr>
              <a:t>Dios del universo.</a:t>
            </a:r>
          </a:p>
          <a:p>
            <a:r>
              <a:rPr sz="1900">
                <a:solidFill>
                  <a:srgbClr val="2C3E50"/>
                </a:solidFill>
              </a:rPr>
              <a:t>Llenos están el cielo y la tierra de tu gloria.</a:t>
            </a:r>
          </a:p>
          <a:p>
            <a:r>
              <a:rPr sz="1900">
                <a:solidFill>
                  <a:srgbClr val="2C3E50"/>
                </a:solidFill>
              </a:rPr>
              <a:t>Hosanna en el cielo.</a:t>
            </a:r>
          </a:p>
          <a:p>
            <a:r>
              <a:rPr sz="1900">
                <a:solidFill>
                  <a:srgbClr val="2C3E50"/>
                </a:solidFill>
              </a:rPr>
              <a:t>Bendito el que viene en nombre del Señor.</a:t>
            </a:r>
          </a:p>
          <a:p>
            <a:r>
              <a:rPr sz="1900">
                <a:solidFill>
                  <a:srgbClr val="2C3E50"/>
                </a:solidFill>
              </a:rPr>
              <a:t>Hosanna en el cielo.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5989320"/>
            <a:ext cx="1281869" cy="685800"/>
          </a:xfrm>
          <a:prstGeom prst="rect">
            <a:avLst/>
          </a:prstGeom>
        </p:spPr>
      </p:pic>
      <p:pic>
        <p:nvPicPr>
          <p:cNvPr id="4" name="Picture 3" descr="2014095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1097280"/>
            <a:ext cx="4761786" cy="31089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0080" y="640080"/>
            <a:ext cx="8046720" cy="5577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6144768"/>
            <a:ext cx="804672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868680"/>
            <a:ext cx="7406640" cy="5166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 b="1">
                <a:solidFill>
                  <a:srgbClr val="7C3AED"/>
                </a:solidFill>
              </a:rPr>
              <a:t>PADRE NUESTRO</a:t>
            </a:r>
          </a:p>
          <a:p/>
          <a:p>
            <a:r>
              <a:rPr sz="1900">
                <a:solidFill>
                  <a:srgbClr val="2C3E50"/>
                </a:solidFill>
              </a:rPr>
              <a:t>Padre nuestro, que estás en el cielo,</a:t>
            </a:r>
          </a:p>
          <a:p>
            <a:r>
              <a:rPr sz="1900">
                <a:solidFill>
                  <a:srgbClr val="2C3E50"/>
                </a:solidFill>
              </a:rPr>
              <a:t>santificado sea tu nombre;</a:t>
            </a:r>
          </a:p>
          <a:p>
            <a:r>
              <a:rPr sz="1900">
                <a:solidFill>
                  <a:srgbClr val="2C3E50"/>
                </a:solidFill>
              </a:rPr>
              <a:t>venga a nosotros tu reino;</a:t>
            </a:r>
          </a:p>
          <a:p>
            <a:r>
              <a:rPr sz="1900">
                <a:solidFill>
                  <a:srgbClr val="2C3E50"/>
                </a:solidFill>
              </a:rPr>
              <a:t>hágase tu voluntad en la tierra como en el cielo.</a:t>
            </a:r>
          </a:p>
          <a:p/>
          <a:p>
            <a:r>
              <a:rPr sz="1900">
                <a:solidFill>
                  <a:srgbClr val="2C3E50"/>
                </a:solidFill>
              </a:rPr>
              <a:t>Danos hoy nuestro pan de cada día;</a:t>
            </a:r>
          </a:p>
          <a:p>
            <a:r>
              <a:rPr sz="1900">
                <a:solidFill>
                  <a:srgbClr val="2C3E50"/>
                </a:solidFill>
              </a:rPr>
              <a:t>perdona nuestras ofensas,</a:t>
            </a:r>
          </a:p>
          <a:p>
            <a:r>
              <a:rPr sz="1900">
                <a:solidFill>
                  <a:srgbClr val="2C3E50"/>
                </a:solidFill>
              </a:rPr>
              <a:t>como también nosotros perdonamos a los que nos ofenden;</a:t>
            </a:r>
          </a:p>
          <a:p>
            <a:r>
              <a:rPr sz="1900">
                <a:solidFill>
                  <a:srgbClr val="2C3E50"/>
                </a:solidFill>
              </a:rPr>
              <a:t>no nos dejes caer en la tentación,</a:t>
            </a:r>
          </a:p>
          <a:p>
            <a:r>
              <a:rPr sz="1900">
                <a:solidFill>
                  <a:srgbClr val="2C3E50"/>
                </a:solidFill>
              </a:rPr>
              <a:t>y líbranos del mal.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5989320"/>
            <a:ext cx="1281869" cy="685800"/>
          </a:xfrm>
          <a:prstGeom prst="rect">
            <a:avLst/>
          </a:prstGeom>
        </p:spPr>
      </p:pic>
      <p:pic>
        <p:nvPicPr>
          <p:cNvPr id="4" name="Picture 3" descr="20140958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1097280"/>
            <a:ext cx="4474097" cy="31089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0080" y="640080"/>
            <a:ext cx="8046720" cy="5577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6144768"/>
            <a:ext cx="804672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868680"/>
            <a:ext cx="7406640" cy="5166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 b="1">
                <a:solidFill>
                  <a:srgbClr val="7C3AED"/>
                </a:solidFill>
              </a:rPr>
              <a:t>RITO DE LA PAZ</a:t>
            </a:r>
          </a:p>
          <a:p/>
          <a:p>
            <a:r>
              <a:rPr sz="1900">
                <a:solidFill>
                  <a:srgbClr val="2C3E50"/>
                </a:solidFill>
              </a:rPr>
              <a:t>Señor Jesucristo, que dijiste a tus apóstoles:</a:t>
            </a:r>
          </a:p>
          <a:p>
            <a:r>
              <a:rPr sz="1900">
                <a:solidFill>
                  <a:srgbClr val="2C3E50"/>
                </a:solidFill>
              </a:rPr>
              <a:t>«La paz os dejo, mi paz os doy»,</a:t>
            </a:r>
          </a:p>
          <a:p>
            <a:r>
              <a:rPr sz="1900">
                <a:solidFill>
                  <a:srgbClr val="2C3E50"/>
                </a:solidFill>
              </a:rPr>
              <a:t>no tengas en cuenta nuestros pecados,</a:t>
            </a:r>
          </a:p>
          <a:p>
            <a:r>
              <a:rPr sz="1900">
                <a:solidFill>
                  <a:srgbClr val="2C3E50"/>
                </a:solidFill>
              </a:rPr>
              <a:t>sino la fe de tu Iglesia,</a:t>
            </a:r>
          </a:p>
          <a:p>
            <a:r>
              <a:rPr sz="1900">
                <a:solidFill>
                  <a:srgbClr val="2C3E50"/>
                </a:solidFill>
              </a:rPr>
              <a:t>y conforme a tu palabra concédele la paz y la unidad.</a:t>
            </a:r>
          </a:p>
          <a:p/>
          <a:p>
            <a:r>
              <a:rPr sz="1900">
                <a:solidFill>
                  <a:srgbClr val="2C3E50"/>
                </a:solidFill>
              </a:rPr>
              <a:t>Tú que vives y reinas por los siglos de los siglos. Amén.</a:t>
            </a:r>
          </a:p>
          <a:p/>
          <a:p>
            <a:r>
              <a:rPr sz="1900">
                <a:solidFill>
                  <a:srgbClr val="2C3E50"/>
                </a:solidFill>
              </a:rPr>
              <a:t>La paz del Señor esté siempre con vosotros.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5989320"/>
            <a:ext cx="1281869" cy="685800"/>
          </a:xfrm>
          <a:prstGeom prst="rect">
            <a:avLst/>
          </a:prstGeom>
        </p:spPr>
      </p:pic>
      <p:pic>
        <p:nvPicPr>
          <p:cNvPr id="4" name="Picture 3" descr="20140959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1097280"/>
            <a:ext cx="3631963" cy="31089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0080" y="640080"/>
            <a:ext cx="8046720" cy="5577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6144768"/>
            <a:ext cx="804672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868680"/>
            <a:ext cx="7406640" cy="5166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600" b="1">
                <a:solidFill>
                  <a:srgbClr val="7C3AED"/>
                </a:solidFill>
              </a:rPr>
              <a:t>COMUNIÓN</a:t>
            </a:r>
          </a:p>
          <a:p>
            <a:r>
              <a:rPr sz="2800" b="1">
                <a:solidFill>
                  <a:srgbClr val="7C3AED"/>
                </a:solidFill>
              </a:rPr>
              <a:t>TODO MI SER</a:t>
            </a:r>
          </a:p>
          <a:p/>
          <a:p>
            <a:r>
              <a:rPr sz="1900">
                <a:solidFill>
                  <a:srgbClr val="2C3E50"/>
                </a:solidFill>
              </a:rPr>
              <a:t>Todo mi ser, todo lo que soy</a:t>
            </a:r>
          </a:p>
          <a:p/>
          <a:p>
            <a:r>
              <a:rPr sz="1900">
                <a:solidFill>
                  <a:srgbClr val="2C3E50"/>
                </a:solidFill>
              </a:rPr>
              <a:t>te pertenece sólo a ti.</a:t>
            </a:r>
          </a:p>
          <a:p/>
          <a:p>
            <a:r>
              <a:rPr sz="1900">
                <a:solidFill>
                  <a:srgbClr val="2C3E50"/>
                </a:solidFill>
              </a:rPr>
              <a:t>Desde mi pobreza,</a:t>
            </a:r>
          </a:p>
          <a:p/>
          <a:p>
            <a:r>
              <a:rPr sz="1900">
                <a:solidFill>
                  <a:srgbClr val="2C3E50"/>
                </a:solidFill>
              </a:rPr>
              <a:t>Tú eres la fuerza.</a:t>
            </a:r>
          </a:p>
          <a:p/>
          <a:p>
            <a:r>
              <a:rPr sz="1900">
                <a:solidFill>
                  <a:srgbClr val="2C3E50"/>
                </a:solidFill>
              </a:rPr>
              <a:t>Nada sé, sólo que caminaré.</a:t>
            </a:r>
          </a:p>
          <a:p/>
          <a:p>
            <a:r>
              <a:rPr sz="1900">
                <a:solidFill>
                  <a:srgbClr val="2C3E50"/>
                </a:solidFill>
              </a:rPr>
              <a:t>LLEGASTE A MI VIDA CON TU LUZ,</a:t>
            </a:r>
          </a:p>
          <a:p/>
          <a:p>
            <a:r>
              <a:rPr sz="1900">
                <a:solidFill>
                  <a:srgbClr val="2C3E50"/>
                </a:solidFill>
              </a:rPr>
              <a:t>CAMBIASTE MI MENTE CON TU AMOR,</a:t>
            </a:r>
          </a:p>
          <a:p/>
          <a:p>
            <a:r>
              <a:rPr sz="1900">
                <a:solidFill>
                  <a:srgbClr val="2C3E50"/>
                </a:solidFill>
              </a:rPr>
              <a:t>VACIASTE MI ALMA Y AHORA ESTÁS</a:t>
            </a:r>
          </a:p>
          <a:p/>
          <a:p>
            <a:r>
              <a:rPr sz="1900">
                <a:solidFill>
                  <a:srgbClr val="2C3E50"/>
                </a:solidFill>
              </a:rPr>
              <a:t>DENTRO DE MÍ.</a:t>
            </a:r>
          </a:p>
          <a:p/>
          <a:p>
            <a:r>
              <a:rPr sz="1900">
                <a:solidFill>
                  <a:srgbClr val="2C3E50"/>
                </a:solidFill>
              </a:rPr>
              <a:t>Todo mi ser, todo lo que soy,</a:t>
            </a:r>
          </a:p>
          <a:p/>
          <a:p>
            <a:r>
              <a:rPr sz="1900">
                <a:solidFill>
                  <a:srgbClr val="2C3E50"/>
                </a:solidFill>
              </a:rPr>
              <a:t>lo bueno y lo malo la pongo a</a:t>
            </a:r>
          </a:p>
          <a:p/>
          <a:p>
            <a:r>
              <a:rPr sz="1900">
                <a:solidFill>
                  <a:srgbClr val="2C3E50"/>
                </a:solidFill>
              </a:rPr>
              <a:t>tus pies.</a:t>
            </a:r>
          </a:p>
          <a:p/>
          <a:p>
            <a:r>
              <a:rPr sz="1900">
                <a:solidFill>
                  <a:srgbClr val="2C3E50"/>
                </a:solidFill>
              </a:rPr>
              <a:t>Aunque a veces llegues a mi</a:t>
            </a:r>
          </a:p>
          <a:p/>
          <a:p>
            <a:r>
              <a:rPr sz="1900">
                <a:solidFill>
                  <a:srgbClr val="2C3E50"/>
                </a:solidFill>
              </a:rPr>
              <a:t>templo</a:t>
            </a:r>
          </a:p>
          <a:p/>
          <a:p>
            <a:r>
              <a:rPr sz="1900">
                <a:solidFill>
                  <a:srgbClr val="2C3E50"/>
                </a:solidFill>
              </a:rPr>
              <a:t>y lo encuentres ya lleno,</a:t>
            </a:r>
          </a:p>
          <a:p/>
          <a:p>
            <a:r>
              <a:rPr sz="1900">
                <a:solidFill>
                  <a:srgbClr val="2C3E50"/>
                </a:solidFill>
              </a:rPr>
              <a:t>no es verdad, sólo se llena</a:t>
            </a:r>
          </a:p>
          <a:p/>
          <a:p>
            <a:r>
              <a:rPr sz="1900">
                <a:solidFill>
                  <a:srgbClr val="2C3E50"/>
                </a:solidFill>
              </a:rPr>
              <a:t>cuando Tú moras en él.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5989320"/>
            <a:ext cx="1281869" cy="685800"/>
          </a:xfrm>
          <a:prstGeom prst="rect">
            <a:avLst/>
          </a:prstGeom>
        </p:spPr>
      </p:pic>
      <p:pic>
        <p:nvPicPr>
          <p:cNvPr id="4" name="Picture 3" descr="virgen_fatim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1097280"/>
            <a:ext cx="2198132" cy="31089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0080" y="640080"/>
            <a:ext cx="8046720" cy="5577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6144768"/>
            <a:ext cx="804672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868680"/>
            <a:ext cx="7406640" cy="5166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 b="1">
                <a:solidFill>
                  <a:srgbClr val="7C3AED"/>
                </a:solidFill>
              </a:rPr>
              <a:t>CANTO A MARÍA</a:t>
            </a:r>
          </a:p>
          <a:p/>
          <a:p>
            <a:r>
              <a:rPr sz="1900">
                <a:solidFill>
                  <a:srgbClr val="2C3E50"/>
                </a:solidFill>
              </a:rPr>
              <a:t>Dios te salve, María;</a:t>
            </a:r>
          </a:p>
          <a:p>
            <a:r>
              <a:rPr sz="1900">
                <a:solidFill>
                  <a:srgbClr val="2C3E50"/>
                </a:solidFill>
              </a:rPr>
              <a:t>llena eres de gracia;</a:t>
            </a:r>
          </a:p>
          <a:p>
            <a:r>
              <a:rPr sz="1900">
                <a:solidFill>
                  <a:srgbClr val="2C3E50"/>
                </a:solidFill>
              </a:rPr>
              <a:t>el Señor es contigo.</a:t>
            </a:r>
          </a:p>
          <a:p>
            <a:r>
              <a:rPr sz="1900">
                <a:solidFill>
                  <a:srgbClr val="2C3E50"/>
                </a:solidFill>
              </a:rPr>
              <a:t>Bendita tú eres entre todas las mujeres,</a:t>
            </a:r>
          </a:p>
          <a:p>
            <a:r>
              <a:rPr sz="1900">
                <a:solidFill>
                  <a:srgbClr val="2C3E50"/>
                </a:solidFill>
              </a:rPr>
              <a:t>y bendito es el fruto de tu vientre, Jesús.</a:t>
            </a:r>
          </a:p>
          <a:p/>
          <a:p>
            <a:r>
              <a:rPr sz="1900">
                <a:solidFill>
                  <a:srgbClr val="2C3E50"/>
                </a:solidFill>
              </a:rPr>
              <a:t>Santa María, Madre de Dios,</a:t>
            </a:r>
          </a:p>
          <a:p>
            <a:r>
              <a:rPr sz="1900">
                <a:solidFill>
                  <a:srgbClr val="2C3E50"/>
                </a:solidFill>
              </a:rPr>
              <a:t>ruega por nosotros, pecadores,</a:t>
            </a:r>
          </a:p>
          <a:p>
            <a:r>
              <a:rPr sz="1900">
                <a:solidFill>
                  <a:srgbClr val="2C3E50"/>
                </a:solidFill>
              </a:rPr>
              <a:t>ahora y en la hora de nuestra muerte. Amén.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5989320"/>
            <a:ext cx="1281869" cy="685800"/>
          </a:xfrm>
          <a:prstGeom prst="rect">
            <a:avLst/>
          </a:prstGeom>
        </p:spPr>
      </p:pic>
      <p:pic>
        <p:nvPicPr>
          <p:cNvPr id="4" name="Picture 3" descr="2014095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1097280"/>
            <a:ext cx="4106298" cy="31089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0080" y="640080"/>
            <a:ext cx="8046720" cy="5577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6144768"/>
            <a:ext cx="804672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868680"/>
            <a:ext cx="7406640" cy="5166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600" b="1">
                <a:solidFill>
                  <a:srgbClr val="7C3AED"/>
                </a:solidFill>
              </a:rPr>
              <a:t>DESPEDIDA</a:t>
            </a:r>
          </a:p>
          <a:p>
            <a:r>
              <a:rPr sz="2800" b="1">
                <a:solidFill>
                  <a:srgbClr val="7C3AED"/>
                </a:solidFill>
              </a:rPr>
              <a:t>QUIERO VIVIR AMANDO</a:t>
            </a:r>
          </a:p>
          <a:p/>
          <a:p>
            <a:r>
              <a:rPr sz="1900">
                <a:solidFill>
                  <a:srgbClr val="2C3E50"/>
                </a:solidFill>
              </a:rPr>
              <a:t>No</a:t>
            </a:r>
          </a:p>
          <a:p/>
          <a:p>
            <a:r>
              <a:rPr sz="1900">
                <a:solidFill>
                  <a:srgbClr val="2C3E50"/>
                </a:solidFill>
              </a:rPr>
              <a:t>me resigno y busco siempre más,</a:t>
            </a:r>
          </a:p>
          <a:p/>
          <a:p>
            <a:r>
              <a:rPr sz="1900">
                <a:solidFill>
                  <a:srgbClr val="2C3E50"/>
                </a:solidFill>
              </a:rPr>
              <a:t>no</a:t>
            </a:r>
          </a:p>
          <a:p/>
          <a:p>
            <a:r>
              <a:rPr sz="1900">
                <a:solidFill>
                  <a:srgbClr val="2C3E50"/>
                </a:solidFill>
              </a:rPr>
              <a:t>me conformo con ser un mediocre.</a:t>
            </a:r>
          </a:p>
          <a:p/>
          <a:p>
            <a:r>
              <a:rPr sz="1900">
                <a:solidFill>
                  <a:srgbClr val="2C3E50"/>
                </a:solidFill>
              </a:rPr>
              <a:t>Quiero</a:t>
            </a:r>
          </a:p>
          <a:p/>
          <a:p>
            <a:r>
              <a:rPr sz="1900">
                <a:solidFill>
                  <a:srgbClr val="2C3E50"/>
                </a:solidFill>
              </a:rPr>
              <a:t>tenerte cerca al caminar</a:t>
            </a:r>
          </a:p>
          <a:p/>
          <a:p>
            <a:r>
              <a:rPr sz="1900">
                <a:solidFill>
                  <a:srgbClr val="2C3E50"/>
                </a:solidFill>
              </a:rPr>
              <a:t>sólo</a:t>
            </a:r>
          </a:p>
          <a:p/>
          <a:p>
            <a:r>
              <a:rPr sz="1900">
                <a:solidFill>
                  <a:srgbClr val="2C3E50"/>
                </a:solidFill>
              </a:rPr>
              <a:t>contigo brillaré en la noche.</a:t>
            </a:r>
          </a:p>
          <a:p/>
          <a:p>
            <a:r>
              <a:rPr sz="1900">
                <a:solidFill>
                  <a:srgbClr val="2C3E50"/>
                </a:solidFill>
              </a:rPr>
              <a:t>NO HAY AMOR, TODO ES MENTIRA</a:t>
            </a:r>
          </a:p>
          <a:p/>
          <a:p>
            <a:r>
              <a:rPr sz="1900">
                <a:solidFill>
                  <a:srgbClr val="2C3E50"/>
                </a:solidFill>
              </a:rPr>
              <a:t>NO HAY AMOR,</a:t>
            </a:r>
          </a:p>
          <a:p/>
          <a:p>
            <a:r>
              <a:rPr sz="1900">
                <a:solidFill>
                  <a:srgbClr val="2C3E50"/>
                </a:solidFill>
              </a:rPr>
              <a:t>TODO</a:t>
            </a:r>
          </a:p>
          <a:p/>
          <a:p>
            <a:r>
              <a:rPr sz="1900">
                <a:solidFill>
                  <a:srgbClr val="2C3E50"/>
                </a:solidFill>
              </a:rPr>
              <a:t>LO QUE VIVO PIERDE SU</a:t>
            </a:r>
          </a:p>
          <a:p/>
          <a:p>
            <a:r>
              <a:rPr sz="1900">
                <a:solidFill>
                  <a:srgbClr val="2C3E50"/>
                </a:solidFill>
              </a:rPr>
              <a:t>COLOR</a:t>
            </a:r>
          </a:p>
          <a:p/>
          <a:p>
            <a:r>
              <a:rPr sz="1900">
                <a:solidFill>
                  <a:srgbClr val="2C3E50"/>
                </a:solidFill>
              </a:rPr>
              <a:t>Podría</a:t>
            </a:r>
          </a:p>
          <a:p/>
          <a:p>
            <a:r>
              <a:rPr sz="1900">
                <a:solidFill>
                  <a:srgbClr val="2C3E50"/>
                </a:solidFill>
              </a:rPr>
              <a:t>amontonar todo el saber,</a:t>
            </a:r>
          </a:p>
          <a:p/>
          <a:p>
            <a:r>
              <a:rPr sz="1900">
                <a:solidFill>
                  <a:srgbClr val="2C3E50"/>
                </a:solidFill>
              </a:rPr>
              <a:t>y</a:t>
            </a:r>
          </a:p>
          <a:p/>
          <a:p>
            <a:r>
              <a:rPr sz="1900">
                <a:solidFill>
                  <a:srgbClr val="2C3E50"/>
                </a:solidFill>
              </a:rPr>
              <a:t>ser el tío más listo de la tierra.</a:t>
            </a:r>
          </a:p>
          <a:p/>
          <a:p>
            <a:r>
              <a:rPr sz="1900">
                <a:solidFill>
                  <a:srgbClr val="2C3E50"/>
                </a:solidFill>
              </a:rPr>
              <a:t>Podría</a:t>
            </a:r>
          </a:p>
          <a:p/>
          <a:p>
            <a:r>
              <a:rPr sz="1900">
                <a:solidFill>
                  <a:srgbClr val="2C3E50"/>
                </a:solidFill>
              </a:rPr>
              <a:t>dedicarme a resolver,</a:t>
            </a:r>
          </a:p>
          <a:p/>
          <a:p>
            <a:r>
              <a:rPr sz="1900">
                <a:solidFill>
                  <a:srgbClr val="2C3E50"/>
                </a:solidFill>
              </a:rPr>
              <a:t>todos</a:t>
            </a:r>
          </a:p>
          <a:p/>
          <a:p>
            <a:r>
              <a:rPr sz="1900">
                <a:solidFill>
                  <a:srgbClr val="2C3E50"/>
                </a:solidFill>
              </a:rPr>
              <a:t>los males y todas las guerras.</a:t>
            </a:r>
          </a:p>
          <a:p/>
          <a:p>
            <a:r>
              <a:rPr sz="1900">
                <a:solidFill>
                  <a:srgbClr val="2C3E50"/>
                </a:solidFill>
              </a:rPr>
              <a:t>NO HAY AMOR, TODO ES MENTIRA</a:t>
            </a:r>
          </a:p>
          <a:p/>
          <a:p>
            <a:r>
              <a:rPr sz="1900">
                <a:solidFill>
                  <a:srgbClr val="2C3E50"/>
                </a:solidFill>
              </a:rPr>
              <a:t>NO HAY AMOR,</a:t>
            </a:r>
          </a:p>
          <a:p/>
          <a:p>
            <a:r>
              <a:rPr sz="1900">
                <a:solidFill>
                  <a:srgbClr val="2C3E50"/>
                </a:solidFill>
              </a:rPr>
              <a:t>TODO</a:t>
            </a:r>
          </a:p>
          <a:p/>
          <a:p>
            <a:r>
              <a:rPr sz="1900">
                <a:solidFill>
                  <a:srgbClr val="2C3E50"/>
                </a:solidFill>
              </a:rPr>
              <a:t>LO QUE VIVO PIERDE SU COLOR</a:t>
            </a:r>
          </a:p>
          <a:p/>
          <a:p>
            <a:r>
              <a:rPr sz="1900">
                <a:solidFill>
                  <a:srgbClr val="2C3E50"/>
                </a:solidFill>
              </a:rPr>
              <a:t>QUIERO VIVIR AMANDO, QUIERO VIVIR</a:t>
            </a:r>
          </a:p>
          <a:p/>
          <a:p>
            <a:r>
              <a:rPr sz="1900">
                <a:solidFill>
                  <a:srgbClr val="2C3E50"/>
                </a:solidFill>
              </a:rPr>
              <a:t>Re La Sol….</a:t>
            </a:r>
          </a:p>
          <a:p/>
          <a:p>
            <a:r>
              <a:rPr sz="1900">
                <a:solidFill>
                  <a:srgbClr val="2C3E50"/>
                </a:solidFill>
              </a:rPr>
              <a:t>QUIERO VIVIR AMANDO, QUIERO VIVIR</a:t>
            </a:r>
          </a:p>
          <a:p/>
          <a:p>
            <a:r>
              <a:rPr sz="1900">
                <a:solidFill>
                  <a:srgbClr val="2C3E50"/>
                </a:solidFill>
              </a:rPr>
              <a:t>Podría</a:t>
            </a:r>
          </a:p>
          <a:p/>
          <a:p>
            <a:r>
              <a:rPr sz="1900">
                <a:solidFill>
                  <a:srgbClr val="2C3E50"/>
                </a:solidFill>
              </a:rPr>
              <a:t>querer ser tu seguidor,</a:t>
            </a:r>
          </a:p>
          <a:p/>
          <a:p>
            <a:r>
              <a:rPr sz="1900">
                <a:solidFill>
                  <a:srgbClr val="2C3E50"/>
                </a:solidFill>
              </a:rPr>
              <a:t>dejarme</a:t>
            </a:r>
          </a:p>
          <a:p/>
          <a:p>
            <a:r>
              <a:rPr sz="1900">
                <a:solidFill>
                  <a:srgbClr val="2C3E50"/>
                </a:solidFill>
              </a:rPr>
              <a:t>quemar vivo a fuego lento</a:t>
            </a:r>
          </a:p>
          <a:p/>
          <a:p>
            <a:r>
              <a:rPr sz="1900">
                <a:solidFill>
                  <a:srgbClr val="2C3E50"/>
                </a:solidFill>
              </a:rPr>
              <a:t>y</a:t>
            </a:r>
          </a:p>
          <a:p/>
          <a:p>
            <a:r>
              <a:rPr sz="1900">
                <a:solidFill>
                  <a:srgbClr val="2C3E50"/>
                </a:solidFill>
              </a:rPr>
              <a:t>ganar cada mes más de un millón</a:t>
            </a:r>
          </a:p>
          <a:p/>
          <a:p>
            <a:r>
              <a:rPr sz="1900">
                <a:solidFill>
                  <a:srgbClr val="2C3E50"/>
                </a:solidFill>
              </a:rPr>
              <a:t>y</a:t>
            </a:r>
          </a:p>
          <a:p/>
          <a:p>
            <a:r>
              <a:rPr sz="1900">
                <a:solidFill>
                  <a:srgbClr val="2C3E50"/>
                </a:solidFill>
              </a:rPr>
              <a:t>repartirlo todo a los hambrientos.</a:t>
            </a:r>
          </a:p>
          <a:p/>
          <a:p>
            <a:r>
              <a:rPr sz="1900">
                <a:solidFill>
                  <a:srgbClr val="2C3E50"/>
                </a:solidFill>
              </a:rPr>
              <a:t>NO HAY AMOR, TODO ES MENTIRA</a:t>
            </a:r>
          </a:p>
          <a:p/>
          <a:p>
            <a:r>
              <a:rPr sz="1900">
                <a:solidFill>
                  <a:srgbClr val="2C3E50"/>
                </a:solidFill>
              </a:rPr>
              <a:t>NO HAY AMOR,</a:t>
            </a:r>
          </a:p>
          <a:p/>
          <a:p>
            <a:r>
              <a:rPr sz="1900">
                <a:solidFill>
                  <a:srgbClr val="2C3E50"/>
                </a:solidFill>
              </a:rPr>
              <a:t>TODO</a:t>
            </a:r>
          </a:p>
          <a:p/>
          <a:p>
            <a:r>
              <a:rPr sz="1900">
                <a:solidFill>
                  <a:srgbClr val="2C3E50"/>
                </a:solidFill>
              </a:rPr>
              <a:t>LO QUE VIVO PIERDE SU</a:t>
            </a:r>
          </a:p>
          <a:p/>
          <a:p>
            <a:r>
              <a:rPr sz="1900">
                <a:solidFill>
                  <a:srgbClr val="2C3E50"/>
                </a:solidFill>
              </a:rPr>
              <a:t>COLOR</a:t>
            </a:r>
          </a:p>
          <a:p/>
          <a:p>
            <a:r>
              <a:rPr sz="1900">
                <a:solidFill>
                  <a:srgbClr val="2C3E50"/>
                </a:solidFill>
              </a:rPr>
              <a:t>QUIERO VIVIR AMANDO, QUIERO VIVIR</a:t>
            </a:r>
          </a:p>
          <a:p/>
          <a:p>
            <a:r>
              <a:rPr sz="1900">
                <a:solidFill>
                  <a:srgbClr val="2C3E50"/>
                </a:solidFill>
              </a:rPr>
              <a:t>QUIERO VIVIR AMANDO, QUIERO VIVIR O MORIR</a:t>
            </a:r>
          </a:p>
          <a:p/>
          <a:p>
            <a:r>
              <a:rPr sz="1900">
                <a:solidFill>
                  <a:srgbClr val="2C3E50"/>
                </a:solidFill>
              </a:rPr>
              <a:t>El</a:t>
            </a:r>
          </a:p>
          <a:p/>
          <a:p>
            <a:r>
              <a:rPr sz="1900">
                <a:solidFill>
                  <a:srgbClr val="2C3E50"/>
                </a:solidFill>
              </a:rPr>
              <a:t>amor es servicio y no lleva cuentas del mal</a:t>
            </a:r>
          </a:p>
          <a:p/>
          <a:p>
            <a:r>
              <a:rPr sz="1900">
                <a:solidFill>
                  <a:srgbClr val="2C3E50"/>
                </a:solidFill>
              </a:rPr>
              <a:t>el</a:t>
            </a:r>
          </a:p>
          <a:p/>
          <a:p>
            <a:r>
              <a:rPr sz="1900">
                <a:solidFill>
                  <a:srgbClr val="2C3E50"/>
                </a:solidFill>
              </a:rPr>
              <a:t>amor no presume, no es egoísta.</a:t>
            </a:r>
          </a:p>
          <a:p/>
          <a:p>
            <a:r>
              <a:rPr sz="1900">
                <a:solidFill>
                  <a:srgbClr val="2C3E50"/>
                </a:solidFill>
              </a:rPr>
              <a:t>El</a:t>
            </a:r>
          </a:p>
          <a:p/>
          <a:p>
            <a:r>
              <a:rPr sz="1900">
                <a:solidFill>
                  <a:srgbClr val="2C3E50"/>
                </a:solidFill>
              </a:rPr>
              <a:t>amor no se engríe,</a:t>
            </a:r>
          </a:p>
          <a:p/>
          <a:p>
            <a:r>
              <a:rPr sz="1900">
                <a:solidFill>
                  <a:srgbClr val="2C3E50"/>
                </a:solidFill>
              </a:rPr>
              <a:t>no</a:t>
            </a:r>
          </a:p>
          <a:p/>
          <a:p>
            <a:r>
              <a:rPr sz="1900">
                <a:solidFill>
                  <a:srgbClr val="2C3E50"/>
                </a:solidFill>
              </a:rPr>
              <a:t>se irrita ni te trata mal.</a:t>
            </a:r>
          </a:p>
          <a:p/>
          <a:p>
            <a:r>
              <a:rPr sz="1900">
                <a:solidFill>
                  <a:srgbClr val="2C3E50"/>
                </a:solidFill>
              </a:rPr>
              <a:t>También</a:t>
            </a:r>
          </a:p>
          <a:p/>
          <a:p>
            <a:r>
              <a:rPr sz="1900">
                <a:solidFill>
                  <a:srgbClr val="2C3E50"/>
                </a:solidFill>
              </a:rPr>
              <a:t>es comprensivo, no tiene envidia.</a:t>
            </a:r>
          </a:p>
          <a:p/>
          <a:p>
            <a:r>
              <a:rPr sz="1900">
                <a:solidFill>
                  <a:srgbClr val="2C3E50"/>
                </a:solidFill>
              </a:rPr>
              <a:t>Disculpa</a:t>
            </a:r>
          </a:p>
          <a:p/>
          <a:p>
            <a:r>
              <a:rPr sz="1900">
                <a:solidFill>
                  <a:srgbClr val="2C3E50"/>
                </a:solidFill>
              </a:rPr>
              <a:t>y cree sin límites.</a:t>
            </a:r>
          </a:p>
          <a:p/>
          <a:p>
            <a:r>
              <a:rPr sz="1900">
                <a:solidFill>
                  <a:srgbClr val="2C3E50"/>
                </a:solidFill>
              </a:rPr>
              <a:t>Espera</a:t>
            </a:r>
          </a:p>
          <a:p/>
          <a:p>
            <a:r>
              <a:rPr sz="1900">
                <a:solidFill>
                  <a:srgbClr val="2C3E50"/>
                </a:solidFill>
              </a:rPr>
              <a:t>y aguanta sin límites.</a:t>
            </a:r>
          </a:p>
          <a:p/>
          <a:p>
            <a:r>
              <a:rPr sz="1900">
                <a:solidFill>
                  <a:srgbClr val="2C3E50"/>
                </a:solidFill>
              </a:rPr>
              <a:t>El</a:t>
            </a:r>
          </a:p>
          <a:p/>
          <a:p>
            <a:r>
              <a:rPr sz="1900">
                <a:solidFill>
                  <a:srgbClr val="2C3E50"/>
                </a:solidFill>
              </a:rPr>
              <a:t>amor nunca pasará.</a:t>
            </a:r>
          </a:p>
          <a:p/>
          <a:p>
            <a:r>
              <a:rPr sz="1900">
                <a:solidFill>
                  <a:srgbClr val="2C3E50"/>
                </a:solidFill>
              </a:rPr>
              <a:t>NO HAY AMOR, TODO ES MENTIRA</a:t>
            </a:r>
          </a:p>
          <a:p/>
          <a:p>
            <a:r>
              <a:rPr sz="1900">
                <a:solidFill>
                  <a:srgbClr val="2C3E50"/>
                </a:solidFill>
              </a:rPr>
              <a:t>NO HAY AMOR,</a:t>
            </a:r>
          </a:p>
          <a:p/>
          <a:p>
            <a:r>
              <a:rPr sz="1900">
                <a:solidFill>
                  <a:srgbClr val="2C3E50"/>
                </a:solidFill>
              </a:rPr>
              <a:t>TODO</a:t>
            </a:r>
          </a:p>
          <a:p/>
          <a:p>
            <a:r>
              <a:rPr sz="1900">
                <a:solidFill>
                  <a:srgbClr val="2C3E50"/>
                </a:solidFill>
              </a:rPr>
              <a:t>LO QUE VIVO PIERDE SU</a:t>
            </a:r>
          </a:p>
          <a:p/>
          <a:p>
            <a:r>
              <a:rPr sz="1900">
                <a:solidFill>
                  <a:srgbClr val="2C3E50"/>
                </a:solidFill>
              </a:rPr>
              <a:t>COLOR</a:t>
            </a:r>
          </a:p>
          <a:p/>
          <a:p>
            <a:r>
              <a:rPr sz="1900">
                <a:solidFill>
                  <a:srgbClr val="2C3E50"/>
                </a:solidFill>
              </a:rPr>
              <a:t>QUIERO VIVIR AMANDO, QUIERO VIVIR</a:t>
            </a:r>
          </a:p>
          <a:p/>
          <a:p>
            <a:r>
              <a:rPr sz="1900">
                <a:solidFill>
                  <a:srgbClr val="2C3E50"/>
                </a:solidFill>
              </a:rPr>
              <a:t>QUIERO VIVIR AMANDO, QUIERO VIVIR</a:t>
            </a:r>
          </a:p>
          <a:p/>
          <a:p>
            <a:r>
              <a:rPr sz="1900">
                <a:solidFill>
                  <a:srgbClr val="2C3E50"/>
                </a:solidFill>
              </a:rPr>
              <a:t>Quiero vivir amando, porque el amor es Dios.</a:t>
            </a:r>
          </a:p>
          <a:p/>
          <a:p>
            <a:r>
              <a:rPr sz="1900">
                <a:solidFill>
                  <a:srgbClr val="2C3E50"/>
                </a:solidFill>
              </a:rPr>
              <a:t>ReLaSim Sol</a:t>
            </a:r>
          </a:p>
          <a:p/>
          <a:p>
            <a:r>
              <a:rPr sz="1900">
                <a:solidFill>
                  <a:srgbClr val="2C3E50"/>
                </a:solidFill>
              </a:rPr>
              <a:t>Quiero vivir amando, porque el amor es Dios.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