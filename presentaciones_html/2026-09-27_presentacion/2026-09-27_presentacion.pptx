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3200" cy="91449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57200"/>
            <a:ext cx="3140110" cy="2377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97280" y="3840480"/>
            <a:ext cx="9966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6858000"/>
            <a:ext cx="996696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041648"/>
            <a:ext cx="9418320" cy="2706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3400">
                <a:solidFill>
                  <a:srgbClr val="7C3AED"/>
                </a:solidFill>
              </a:rPr>
              <a:t>L XXVI DOMINGO DEL TIEMPO ORDINARIO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27 de septiembre de 2026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62_venid_vosotros_benditos_de_mi_pad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179990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1500">
                <a:solidFill>
                  <a:srgbClr val="7C3AED"/>
                </a:solidFill>
              </a:rPr>
              <a:t>CANCIÓN DE ENTRADA</a:t>
            </a:r>
          </a:p>
          <a:p>
            <a:r>
              <a:rPr b="1" sz="2600">
                <a:solidFill>
                  <a:srgbClr val="7C3AED"/>
                </a:solidFill>
              </a:rPr>
              <a:t>HE VENIDO A SERVIR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Quien quiera ser grande, quien quiera ser el primero, sea el esclavo de todos, sea el más pequeño.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No he venido a ser servido, que he venido a servir y a dar la vida por todos para que todos puedan vivir (2)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plenitud (3).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36_es_el_cordero_de_dios_que_limpia_el_pecado_del_mund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07946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ACTO PENITENCIAL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Yo confieso ante Dios todopoderoso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y ante vosotros, hermanos,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he pecado mucho de pensamiento, palabra, obra y omisión: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por mi culpa, por mi culpa, por mi gran culpa.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Por eso ruego a Santa María, siempre Virgen,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 los ángeles, a los santos y a vosotros, hermanos,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intercedáis por mí ante Dios, nuestro Señor.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421_jesús_es_la_estrella_fiesta_de_la_sagrada_familia_27_diciem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153334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1500">
                <a:solidFill>
                  <a:srgbClr val="7C3AED"/>
                </a:solidFill>
              </a:rPr>
              <a:t>GLORIA</a:t>
            </a:r>
          </a:p>
          <a:p>
            <a:r>
              <a:rPr b="1" sz="2600">
                <a:solidFill>
                  <a:srgbClr val="7C3AED"/>
                </a:solidFill>
              </a:rPr>
              <a:t>ALABO TU BONDAD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Todo mi ser canta hoy por las cosas que hay en mí.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Gracias te doy mi Señor,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 me haces tan feliz.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 me has regalado tu amistad, confío en ti, me llenas de tu paz.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 me haces sentir tu gran bondad, yo cantaré por siempre tu fidelidad.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 A TI, SEÑOR POR TU BONDAD.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GLORIA, GLORIA, SIEMPRE CANTARÉ TU FIDELIDAD.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 A TI, SEÑOR POR TU BONDAD.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GLORIA, GLORIA, (TÚ ME HACES SENTIR TU GRAN BONDAD. YO CANTARÉ)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SIEMPRE CANTARÉ TU FIDELIDAD.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(POR SIEMPRE TU FIDELIDAD)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Siempre a tu lado estaré alabando tu bondad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mis hermanos diré el gran gozo que hallo en ti.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ti podrán siempre encontrar fidelidad, confianza y amistad.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Nunca fallará tu gran amor, ni tu perdón. Me quieres tal como soy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405_limpia_mis_oídos_para_poder_escuchar_tu_palabra_domingo_6_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156559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PRIMERA LECTURA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Ezequiel 18,25-28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Así dice el Señor: «Comentáis: «No es justo el proceder del Señor». Escuchad, casa de Israel: ¿es injusto mi proceder?, ¿o no es vuestro proceder el que es injusto? Cuando el justo se aparta de su justicia, comete la maldad y muere, muere por la maldad que cometió. Y cuando el malvado se convierte de la maldad que hizo y practica el derecho y la justicia, él mismo salva su vida. Si recapacita y se convierte de los delitos cometidos, ciertamente vivirá y no morirá.»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60_recibimos_para_hacer_crec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428147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SALMO RESPONSORIAL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Salmo Sal 24,4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Antífona: Recuerda, Señor, que tu misericordia es eterna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Señor, enséñame tus caminos, instrúyeme en tus sendas: haz que camine con lealtad; enséñame, porque tú eres mi Dios y Salvador, y todo el día te estoy esperando.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Recuerda, Señor, que tu ternura y tu misericordia son eternas; no te acuerdes de los pecados; ni de las maldades de mi juventud; acuérdate de mí con misericordia, por tu bondad, Señor.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El Señor es bueno y es recto, y enseña el camino a los pecadores; hace caminar a los humildes con rectitud, enseña su camino a los humildes.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41_aprende_a_elegir_el_pan_de_la_palabr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83007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SEGUNDA LECTURA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Filipenses 2,1-11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Si queréis darme el consuelo de Cristo y aliviarme con vuestro amor, si nos une el mismo Espíritu y tenéis entrañas compasivas, dadme esta gran alegría: manteneos unánimes y concordes con un mismo amor y un mismo sentir. No obréis por rivalidad ni por ostentación, dejaos guiar por la humildad y considerad siempre superiores a los demás. No os encerréis en vuestros intereses, sino buscad todos el interés de los demás. Tened entre vosotros los sentimientos propios de Cristo Jesús. Él, a pesar de su condición divina, no hizo alarde de su categoría de Dios; al contrario, se despojó de su rango y tomó la condición de esclavo, pasando por uno de tantos. Y así, actuando como un hombre cualquiera, se rebajó hasta someterse incluso a la muerte, y una muerte de cruz. Por eso Dios lo levantó sobre todo y le concedió el Nombre-sobre-todo-nombre; de modo que al nombre de Jesús toda rodilla se doble en el cielo, en la tierra, en el abismo, y toda lengua proclame: Jesucristo es Señor, para gloria de Dios Padre.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573_viviré_para_alabar_hacer_reverencia_y_servir_a_jesús_mi_re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880360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1500">
                <a:solidFill>
                  <a:srgbClr val="7C3AED"/>
                </a:solidFill>
              </a:rPr>
              <a:t>ALELUYA</a:t>
            </a:r>
          </a:p>
          <a:p>
            <a:r>
              <a:rPr b="1" sz="2600">
                <a:solidFill>
                  <a:srgbClr val="7C3AED"/>
                </a:solidFill>
              </a:rPr>
              <a:t>ALELUYA DE LA TIERRA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quiere resucitar a este mundo que se muere?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cantará el aleluya de esa nueva luz que viene?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cuando mire la tierra y las tragedias observe, sentirá en su corazón el dolor de quien se muere?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es capaz de salvar a este mundo decadente, y mantiene la esperanza de los muchos que la pierden?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QUE SUFRE, MATA Y MUERE, DESESPERA Y ENLOQUECE,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 OTROS SON ESPECTADORES, NO LO SIENTEN.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bajará de la cruz a tanto cristo sufriente, mientras los hombres miramos, impasivos e indolentes?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grita desde el silencio de un ser que a su Dios retiene, porque se hace palabra que sin hablar se la entiende?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se torna en aleluya porque traduce la muerte, como el trigo que se pudre y de uno cientos vienen?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¡ALELUYA! CANTARÁ, QUIEN PERDIÓ LA ESPERANZA,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 LA TIERRA SONREIRÁ. ¡ALELUYA!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639_sin_titul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4000500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EVANGELIO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Mateo 21,28-32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En aquel tiempo, dijo Jesús a los sumos sacerdotes y a los ancianos del pueblo: «¿Qué os parece? Un hombre tenía dos hijos. Se acercó al primero y le dijo: «Hijo, ve hoy a trabajar en la viña.» Él le contestó: «No quiero.» Pero después recapacitó y fue. Se acercó al segundo y le dijo lo mismo. Él le contestó: «Voy, señor.» Pero no fue. ¿Quién de los dos hizo lo que quería el padre?»Contestaron: «El primero.»Jesús les dijo: «Os aseguro que los publicanos y las prostitutas os llevan la delantera en el camino del reino de Dios. Porque vino Juan a vosotros enseñándoos el camino de la justicia, y no le creísteis; en cambio, los publicanos y prostitutas le creyeron. Y, aun después de ver esto, vosotros no recapacitasteis ni le creísteis.»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Palabra del Señor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794_una_semillita_de_fe_es_un_sueño_de_amor_para_mí_siémbral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984553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CREDO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Dios, Padre todopoderoso, creador del cielo y de la tierra.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Jesucristo, su único Hijo, nuestro Señor, que fue concebido por obra y gracia del Espíritu Santo; nació de Santa María Virgen; padeció bajo el poder de Poncio Pilato; fue crucificado, muerto y sepultado; descendió a los infiernos; al tercer día resucitó de entre los muertos; subió a los cielos y está sentado a la derecha de Dios Padre todopoderoso.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Desde allí ha de venir a juzgar a vivos y muertos.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el Espíritu Santo, la santa Iglesia católica, la comunión de los santos, el perdón de los pecados, la resurrección de la carne y la vida eterna. Amén.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880_dadles_vosotros_de_com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213791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1500">
                <a:solidFill>
                  <a:srgbClr val="7C3AED"/>
                </a:solidFill>
              </a:rPr>
              <a:t>OFERTORIO</a:t>
            </a:r>
          </a:p>
          <a:p>
            <a:r>
              <a:rPr b="1" sz="2600">
                <a:solidFill>
                  <a:srgbClr val="7C3AED"/>
                </a:solidFill>
              </a:rPr>
              <a:t>QUE TE PUEDO DAR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¿Qué te puedo dar que no me hayas dado Tú?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¿Qué te puedo decir que no me hayas dicho Tú?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¿Qué puedo hacer por ti, si yo no puedo hacer nada?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 yo no puedo hacer nada si no es por ti, mi Dios.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TODO LO QUE SE, TODO LO QUE SOY,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TODO LO QUE TENGO ES TUYO (bis)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896_ii_domingo_de_adviento_dile_sí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4334278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1500">
                <a:solidFill>
                  <a:srgbClr val="7C3AED"/>
                </a:solidFill>
              </a:rPr>
              <a:t>SANTO</a:t>
            </a:r>
          </a:p>
          <a:p>
            <a:r>
              <a:rPr b="1" sz="2600">
                <a:solidFill>
                  <a:srgbClr val="7C3AED"/>
                </a:solidFill>
              </a:rPr>
              <a:t>SANTO JESUITA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SANTO, SANTO, SANTO-O-O,</a:t>
            </a:r>
            <a:r>
              <a:rPr b="0" sz="1900">
                <a:solidFill>
                  <a:srgbClr val="37352F"/>
                </a:solidFill>
              </a:rPr>
              <a:t> </a:t>
            </a:r>
            <a:r>
              <a:rPr b="1" sz="1900">
                <a:solidFill>
                  <a:srgbClr val="37352F"/>
                </a:solidFill>
              </a:rPr>
              <a:t>SANTO ES EL SEÑOR,</a:t>
            </a:r>
            <a:r>
              <a:rPr b="0" sz="1900">
                <a:solidFill>
                  <a:srgbClr val="37352F"/>
                </a:solidFill>
              </a:rPr>
              <a:t> </a:t>
            </a:r>
            <a:r>
              <a:rPr b="1" sz="1900">
                <a:solidFill>
                  <a:srgbClr val="37352F"/>
                </a:solidFill>
              </a:rPr>
              <a:t>DIOS DEL UNIVERSO-O,</a:t>
            </a:r>
            <a:r>
              <a:rPr b="0" sz="1900">
                <a:solidFill>
                  <a:srgbClr val="37352F"/>
                </a:solidFill>
              </a:rPr>
              <a:t> </a:t>
            </a:r>
            <a:r>
              <a:rPr b="1" sz="1900">
                <a:solidFill>
                  <a:srgbClr val="37352F"/>
                </a:solidFill>
              </a:rPr>
              <a:t>DIOS DEL UNIVERSO-O (bis) 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Llenos están el cielo y la tierra de tu gloria.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Hosanna en el cielo-o, hosanna en el cielo-o.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Bendito el que viene en nombre del Señor.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Hosanna en el cielo-o, hosanna en el cielo-o.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SANTO, SANTO,SANTO-O-O..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SANTO, SANTO, SANTO-O-O,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SANTO ES EL SEÑOR.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634_pide_con_insistencia_a_papá_somos_sus_niños_mimado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017353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1500">
                <a:solidFill>
                  <a:srgbClr val="7C3AED"/>
                </a:solidFill>
              </a:rPr>
              <a:t>PADRE NUESTRO</a:t>
            </a:r>
          </a:p>
          <a:p>
            <a:r>
              <a:rPr b="1" sz="2600">
                <a:solidFill>
                  <a:srgbClr val="7C3AED"/>
                </a:solidFill>
              </a:rPr>
              <a:t>PADRE NUESTRO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Rellenar a mano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408_arranca_lo_que_te_impida_dar_frutos_de_amor_domingo_27_de_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63648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1500">
                <a:solidFill>
                  <a:srgbClr val="7C3AED"/>
                </a:solidFill>
              </a:rPr>
              <a:t>RITO DE LA PAZ</a:t>
            </a:r>
          </a:p>
          <a:p>
            <a:r>
              <a:rPr b="1" sz="2600">
                <a:solidFill>
                  <a:srgbClr val="7C3AED"/>
                </a:solidFill>
              </a:rPr>
              <a:t>LA PAZ TE DOY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 paz te doy a ti, mi hermano, la paz que Dios me regaló, y en un abrazo a ti te entrego la paz que llevo en mi corazón. (bis)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Recíbela, recíbela, esta es la paz que el mundo no te puede dar. (bis)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59_el_que_come_este_pan_vivirá_para_siemp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991028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1500">
                <a:solidFill>
                  <a:srgbClr val="7C3AED"/>
                </a:solidFill>
              </a:rPr>
              <a:t>COMUNIÓN</a:t>
            </a:r>
          </a:p>
          <a:p>
            <a:r>
              <a:rPr b="1" sz="2600">
                <a:solidFill>
                  <a:srgbClr val="7C3AED"/>
                </a:solidFill>
              </a:rPr>
              <a:t>BENDIGAMOS AL SEÑOR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Bendigamos al Señor, Dios de toda la creación por habernos regalado su amor.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Su bondad y su perdón, y su gran fidelidad por los siglos de los siglos durará.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ESPÍRITU DE DIOS HOY ESTÁ SOBRE MI.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ÉL ES QUIEN ME HA UNGIDO A PROCLAMAR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LA BUENA NUEVA A LOS MÁS POBRES,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 Mim La La7 (2ª:Sol La Re)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LA GRACIA DE SU SALVACIÓN. (BIS)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Enviados con poder y en el nombre de Jesús a sanar a los enfermos del dolor, a los ciegos dar visión, a los pobres la verdad y a los presos y oprimidos, libertad.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Con la fuerza de su amor y de la resurrección anunciamos: llega ya la salvación.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Que ni el miedo, ni el temor, ni la duda o la opresión borrarán la paz de nuestro corazón.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474_solemnidad_de_santa_maria_madre_de_dios_1_de_enero_de_2017_j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21386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1500">
                <a:solidFill>
                  <a:srgbClr val="7C3AED"/>
                </a:solidFill>
              </a:rPr>
              <a:t>CANTO A MARÍA</a:t>
            </a:r>
          </a:p>
          <a:p>
            <a:r>
              <a:rPr b="1" sz="2600">
                <a:solidFill>
                  <a:srgbClr val="7C3AED"/>
                </a:solidFill>
              </a:rPr>
              <a:t>A TU AMPARO Y PROTECCIÓN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A TU AMPARO Y PROTECCIÓN,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MADRE DE DIOS, ACUDIMOS.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NO DESOIGAS NUESTROS RUEGOS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 DE TODOS LOS PELIGROS,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VIRGEN GLORIOSA Y BENDITA,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DEFIENDE SIEMPRE A TUS HIJOS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414_la_ternura_de_los_humildes_salva_al_mundo_domingo_8_de_novi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168591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1500">
                <a:solidFill>
                  <a:srgbClr val="7C3AED"/>
                </a:solidFill>
              </a:rPr>
              <a:t>DESPEDIDA</a:t>
            </a:r>
          </a:p>
          <a:p>
            <a:r>
              <a:rPr b="1" sz="2600">
                <a:solidFill>
                  <a:srgbClr val="7C3AED"/>
                </a:solidFill>
              </a:rPr>
              <a:t>COMO CORRE UN RÍO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Como corre un río dentro de mi ser (x2)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así yo confío en Cristo, mi Rey (x2)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COMO UN RÍO DE AGUA VIVA,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QUE SALTA P’ARRIBA, QUE LLEVO DENTRO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QUE AFIRMA Y CONFIRMA EN ESTE MOMENTO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ESPÍRITU SANTO ESTÁ VINIENDO (X2)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Jesús está pasando por ahí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Jesús está pasando por ahí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cuando pasa todo lo transforma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 va la tristeza, viene la alegría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cuando pasa todo lo transforma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Viene la alegría para ti y para mí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COMO UN RÍO DE AGUA VIVA… (X2)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57200"/>
            <a:ext cx="3140110" cy="2377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97280" y="3840480"/>
            <a:ext cx="9966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6858000"/>
            <a:ext cx="996696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041648"/>
            <a:ext cx="9418320" cy="2706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3400">
                <a:solidFill>
                  <a:srgbClr val="7C3AED"/>
                </a:solidFill>
              </a:rPr>
              <a:t>¡ID EN PAZ!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Somos uno · 27 de septiembre de 2026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La paz del Señor esté siempre con vosotros.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«»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