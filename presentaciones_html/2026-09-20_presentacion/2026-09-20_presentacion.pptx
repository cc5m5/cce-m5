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C3AED"/>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4389120" y="548640"/>
            <a:ext cx="2504542" cy="2743200"/>
          </a:xfrm>
          <a:prstGeom prst="rect">
            <a:avLst/>
          </a:prstGeom>
        </p:spPr>
      </p:pic>
      <p:sp>
        <p:nvSpPr>
          <p:cNvPr id="5" name="Rounded Rectangle 4"/>
          <p:cNvSpPr/>
          <p:nvPr/>
        </p:nvSpPr>
        <p:spPr>
          <a:xfrm>
            <a:off x="1371600" y="3566160"/>
            <a:ext cx="9418320" cy="256032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0" y="6053328"/>
            <a:ext cx="94183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1640" y="3794760"/>
            <a:ext cx="8778240" cy="2148840"/>
          </a:xfrm>
          <a:prstGeom prst="rect">
            <a:avLst/>
          </a:prstGeom>
          <a:noFill/>
        </p:spPr>
        <p:txBody>
          <a:bodyPr wrap="square" lIns="0" rIns="0" tIns="0" bIns="0" anchor="t">
            <a:spAutoFit/>
          </a:bodyPr>
          <a:lstStyle/>
          <a:p>
            <a:r>
              <a:rPr sz="3200" b="1">
                <a:solidFill>
                  <a:srgbClr val="7C3AED"/>
                </a:solidFill>
              </a:rPr>
              <a:t>XXV DOMINGO DEL TIEMPO ORDINARIO</a:t>
            </a:r>
          </a:p>
          <a:p>
            <a:r>
              <a:rPr sz="1900">
                <a:solidFill>
                  <a:srgbClr val="2C3E50"/>
                </a:solidFill>
              </a:rPr>
              <a:t>20 de septiembre de 2026</a:t>
            </a:r>
          </a:p>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3.jpg"/>
          <p:cNvPicPr>
            <a:picLocks noChangeAspect="1"/>
          </p:cNvPicPr>
          <p:nvPr/>
        </p:nvPicPr>
        <p:blipFill>
          <a:blip r:embed="rId3"/>
          <a:stretch>
            <a:fillRect/>
          </a:stretch>
        </p:blipFill>
        <p:spPr>
          <a:xfrm>
            <a:off x="9052560" y="1097280"/>
            <a:ext cx="4106298"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1600" b="1">
                <a:solidFill>
                  <a:srgbClr val="7C3AED"/>
                </a:solidFill>
              </a:rPr>
              <a:t>CANCIÓN DE ENTRADA</a:t>
            </a:r>
          </a:p>
          <a:p>
            <a:r>
              <a:rPr sz="2800" b="1">
                <a:solidFill>
                  <a:srgbClr val="7C3AED"/>
                </a:solidFill>
              </a:rPr>
              <a:t>PREPARAD EL CAMINO</a:t>
            </a:r>
          </a:p>
          <a:p/>
          <a:p>
            <a:r>
              <a:rPr sz="1900">
                <a:solidFill>
                  <a:srgbClr val="2C3E50"/>
                </a:solidFill>
              </a:rPr>
              <a:t>PREPARAD EL CAMINO</a:t>
            </a:r>
          </a:p>
          <a:p/>
          <a:p>
            <a:r>
              <a:rPr sz="1900">
                <a:solidFill>
                  <a:srgbClr val="2C3E50"/>
                </a:solidFill>
              </a:rPr>
              <a:t>PREPARAD EL CAMINO AL SEÑOR</a:t>
            </a:r>
          </a:p>
          <a:p/>
          <a:p>
            <a:r>
              <a:rPr sz="1900">
                <a:solidFill>
                  <a:srgbClr val="2C3E50"/>
                </a:solidFill>
              </a:rPr>
              <a:t>Y ESCUCHAD LA PALABRA DE DIOS.(Bis)</a:t>
            </a:r>
          </a:p>
          <a:p/>
          <a:p>
            <a:r>
              <a:rPr sz="1900">
                <a:solidFill>
                  <a:srgbClr val="2C3E50"/>
                </a:solidFill>
              </a:rPr>
              <a:t>Voz que clama en el desierto:</a:t>
            </a:r>
          </a:p>
          <a:p/>
          <a:p>
            <a:r>
              <a:rPr sz="1900">
                <a:solidFill>
                  <a:srgbClr val="2C3E50"/>
                </a:solidFill>
              </a:rPr>
              <a:t>preparad los caminos de Dios,</a:t>
            </a:r>
          </a:p>
          <a:p/>
          <a:p>
            <a:r>
              <a:rPr sz="1900">
                <a:solidFill>
                  <a:srgbClr val="2C3E50"/>
                </a:solidFill>
              </a:rPr>
              <a:t>desterrad la mentira por siempre,</a:t>
            </a:r>
          </a:p>
          <a:p/>
          <a:p>
            <a:r>
              <a:rPr sz="1900">
                <a:solidFill>
                  <a:srgbClr val="2C3E50"/>
                </a:solidFill>
              </a:rPr>
              <a:t>preparad los caminos de Dios(Bis)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5.jpg"/>
          <p:cNvPicPr>
            <a:picLocks noChangeAspect="1"/>
          </p:cNvPicPr>
          <p:nvPr/>
        </p:nvPicPr>
        <p:blipFill>
          <a:blip r:embed="rId3"/>
          <a:stretch>
            <a:fillRect/>
          </a:stretch>
        </p:blipFill>
        <p:spPr>
          <a:xfrm>
            <a:off x="9052560" y="1097280"/>
            <a:ext cx="4761786"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ACTO PENITENCIAL</a:t>
            </a:r>
          </a:p>
          <a:p/>
          <a:p>
            <a:r>
              <a:rPr sz="1900">
                <a:solidFill>
                  <a:srgbClr val="2C3E50"/>
                </a:solidFill>
              </a:rPr>
              <a:t>Yo confieso ante Dios todopoderoso</a:t>
            </a:r>
          </a:p>
          <a:p>
            <a:r>
              <a:rPr sz="1900">
                <a:solidFill>
                  <a:srgbClr val="2C3E50"/>
                </a:solidFill>
              </a:rPr>
              <a:t>y ante vosotros, hermanos,</a:t>
            </a:r>
          </a:p>
          <a:p>
            <a:r>
              <a:rPr sz="1900">
                <a:solidFill>
                  <a:srgbClr val="2C3E50"/>
                </a:solidFill>
              </a:rPr>
              <a:t>que he pecado mucho de pensamiento, palabra, obra y omisión:</a:t>
            </a:r>
          </a:p>
          <a:p>
            <a:r>
              <a:rPr sz="1900">
                <a:solidFill>
                  <a:srgbClr val="2C3E50"/>
                </a:solidFill>
              </a:rPr>
              <a:t>por mi culpa, por mi culpa, por mi gran culpa.</a:t>
            </a:r>
          </a:p>
          <a:p/>
          <a:p>
            <a:r>
              <a:rPr sz="1900">
                <a:solidFill>
                  <a:srgbClr val="2C3E50"/>
                </a:solidFill>
              </a:rPr>
              <a:t>Por eso ruego a Santa María, siempre Virgen,</a:t>
            </a:r>
          </a:p>
          <a:p>
            <a:r>
              <a:rPr sz="1900">
                <a:solidFill>
                  <a:srgbClr val="2C3E50"/>
                </a:solidFill>
              </a:rPr>
              <a:t>a los ángeles, a los santos y a vosotros, hermanos,</a:t>
            </a:r>
          </a:p>
          <a:p>
            <a:r>
              <a:rPr sz="1900">
                <a:solidFill>
                  <a:srgbClr val="2C3E50"/>
                </a:solidFill>
              </a:rPr>
              <a:t>que intercedáis por mí ante Dios, nuestro Señor.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5.jpg"/>
          <p:cNvPicPr>
            <a:picLocks noChangeAspect="1"/>
          </p:cNvPicPr>
          <p:nvPr/>
        </p:nvPicPr>
        <p:blipFill>
          <a:blip r:embed="rId3"/>
          <a:stretch>
            <a:fillRect/>
          </a:stretch>
        </p:blipFill>
        <p:spPr>
          <a:xfrm>
            <a:off x="9052560" y="1097280"/>
            <a:ext cx="4761786"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BENDICIÓN DEL AGUA</a:t>
            </a:r>
          </a:p>
          <a:p>
            <a:r>
              <a:rPr sz="1900">
                <a:solidFill>
                  <a:srgbClr val="2C3E50"/>
                </a:solidFill>
              </a:rPr>
              <a:t>Señor, Dios todopoderoso, que por medio del agua...</a:t>
            </a:r>
          </a:p>
          <a:p/>
          <a:p>
            <a:r>
              <a:rPr sz="1900">
                <a:solidFill>
                  <a:srgbClr val="2C3E50"/>
                </a:solidFill>
              </a:rPr>
              <a:t>(Se bendice el agua y se asperja sobre la asamblea)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7.jpg"/>
          <p:cNvPicPr>
            <a:picLocks noChangeAspect="1"/>
          </p:cNvPicPr>
          <p:nvPr/>
        </p:nvPicPr>
        <p:blipFill>
          <a:blip r:embed="rId3"/>
          <a:stretch>
            <a:fillRect/>
          </a:stretch>
        </p:blipFill>
        <p:spPr>
          <a:xfrm>
            <a:off x="9052560" y="1097280"/>
            <a:ext cx="4319159"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GLORIA</a:t>
            </a:r>
          </a:p>
          <a:p/>
          <a:p>
            <a:r>
              <a:rPr sz="1900">
                <a:solidFill>
                  <a:srgbClr val="2C3E50"/>
                </a:solidFill>
              </a:rPr>
              <a:t>Gloria a Dios en el cielo,</a:t>
            </a:r>
          </a:p>
          <a:p>
            <a:r>
              <a:rPr sz="1900">
                <a:solidFill>
                  <a:srgbClr val="2C3E50"/>
                </a:solidFill>
              </a:rPr>
              <a:t>y en la tierra paz a los hombres que ama el Señor.</a:t>
            </a:r>
          </a:p>
          <a:p>
            <a:r>
              <a:rPr sz="1900">
                <a:solidFill>
                  <a:srgbClr val="2C3E50"/>
                </a:solidFill>
              </a:rPr>
              <a:t>Te alabamos, te bendecimos, te adoramos, te glorificamos.</a:t>
            </a:r>
          </a:p>
          <a:p>
            <a:r>
              <a:rPr sz="1900">
                <a:solidFill>
                  <a:srgbClr val="2C3E50"/>
                </a:solidFill>
              </a:rPr>
              <a:t>Te damos gracias, Señor Dios, Rey celestial.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61.jpg"/>
          <p:cNvPicPr>
            <a:picLocks noChangeAspect="1"/>
          </p:cNvPicPr>
          <p:nvPr/>
        </p:nvPicPr>
        <p:blipFill>
          <a:blip r:embed="rId3"/>
          <a:stretch>
            <a:fillRect/>
          </a:stretch>
        </p:blipFill>
        <p:spPr>
          <a:xfrm>
            <a:off x="9052560" y="1097280"/>
            <a:ext cx="4144797"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LITURGIA DE LA PALABRA</a:t>
            </a:r>
          </a:p>
          <a:p/>
          <a:p>
            <a:r>
              <a:rPr sz="1900">
                <a:solidFill>
                  <a:srgbClr val="2C3E50"/>
                </a:solidFill>
              </a:rPr>
              <a:t>Escuchemos la Palabra de Dios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9052560" y="1097280"/>
            <a:ext cx="2838480"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PRIMERA LECTURA</a:t>
            </a:r>
          </a:p>
          <a:p/>
          <a:p>
            <a:pPr algn="l"/>
            <a:r>
              <a:rPr sz="1600" b="1">
                <a:solidFill>
                  <a:srgbClr val="7C3AED"/>
                </a:solidFill>
              </a:rPr>
              <a:t>55, 6-9</a:t>
            </a:r>
          </a:p>
          <a:p/>
          <a:p>
            <a:r>
              <a:rPr sz="1900">
                <a:solidFill>
                  <a:srgbClr val="2C3E50"/>
                </a:solidFill>
              </a:rPr>
              <a:t>Buscad al Señor mientras se le encuentra, invocadlo mientras esté cerca; que el malvado abandone su camino, y el criminal sus planes; que regrese al Señor, y él tendrá piedad; a nuestro Dios, que es rico en perdón. Mis planes no son vuestros planes, vuestros caminos no son mis caminos –oráculo del Señor–. Como el cielo es más alto que la tierra, mis caminos son más altos que los vuestros, mis planes que vuestros planes.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62.jpg"/>
          <p:cNvPicPr>
            <a:picLocks noChangeAspect="1"/>
          </p:cNvPicPr>
          <p:nvPr/>
        </p:nvPicPr>
        <p:blipFill>
          <a:blip r:embed="rId3"/>
          <a:stretch>
            <a:fillRect/>
          </a:stretch>
        </p:blipFill>
        <p:spPr>
          <a:xfrm>
            <a:off x="9052560" y="1097280"/>
            <a:ext cx="4375471"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SALMO RESPONSORIAL</a:t>
            </a:r>
          </a:p>
          <a:p/>
          <a:p>
            <a:pPr algn="l"/>
            <a:r>
              <a:rPr sz="1600" b="1">
                <a:solidFill>
                  <a:srgbClr val="7C3AED"/>
                </a:solidFill>
              </a:rPr>
              <a:t>Sal 144</a:t>
            </a:r>
          </a:p>
          <a:p/>
          <a:p>
            <a:r>
              <a:rPr sz="1900">
                <a:solidFill>
                  <a:srgbClr val="2C3E50"/>
                </a:solidFill>
              </a:rPr>
              <a:t>Antífona: Cerca está el Señor de los que lo invocan</a:t>
            </a:r>
          </a:p>
          <a:p/>
          <a:p>
            <a:r>
              <a:rPr sz="1900">
                <a:solidFill>
                  <a:srgbClr val="2C3E50"/>
                </a:solidFill>
              </a:rPr>
              <a:t>Día tras día, te bendeciré, Dios mío</a:t>
            </a:r>
          </a:p>
          <a:p/>
          <a:p>
            <a:r>
              <a:rPr sz="1900">
                <a:solidFill>
                  <a:srgbClr val="2C3E50"/>
                </a:solidFill>
              </a:rPr>
              <a:t>y alabaré tu nombre por siempre jamás.</a:t>
            </a:r>
          </a:p>
          <a:p/>
          <a:p>
            <a:r>
              <a:rPr sz="1900">
                <a:solidFill>
                  <a:srgbClr val="2C3E50"/>
                </a:solidFill>
              </a:rPr>
              <a:t>Grande es el Señor y merece toda alabanza,</a:t>
            </a:r>
          </a:p>
          <a:p/>
          <a:p>
            <a:r>
              <a:rPr sz="1900">
                <a:solidFill>
                  <a:srgbClr val="2C3E50"/>
                </a:solidFill>
              </a:rPr>
              <a:t>es incalculable su grandeza.</a:t>
            </a:r>
          </a:p>
          <a:p>
            <a:r>
              <a:rPr sz="1900">
                <a:solidFill>
                  <a:srgbClr val="2C3E50"/>
                </a:solidFill>
              </a:rPr>
              <a:t>El Señor es clemente y misericordioso,</a:t>
            </a:r>
          </a:p>
          <a:p/>
          <a:p>
            <a:r>
              <a:rPr sz="1900">
                <a:solidFill>
                  <a:srgbClr val="2C3E50"/>
                </a:solidFill>
              </a:rPr>
              <a:t>lento a la cólera y rico en piedad;</a:t>
            </a:r>
          </a:p>
          <a:p/>
          <a:p>
            <a:r>
              <a:rPr sz="1900">
                <a:solidFill>
                  <a:srgbClr val="2C3E50"/>
                </a:solidFill>
              </a:rPr>
              <a:t>el Señor es bueno con todos,</a:t>
            </a:r>
          </a:p>
          <a:p/>
          <a:p>
            <a:r>
              <a:rPr sz="1900">
                <a:solidFill>
                  <a:srgbClr val="2C3E50"/>
                </a:solidFill>
              </a:rPr>
              <a:t>es cariñoso con todas sus criaturas.</a:t>
            </a:r>
          </a:p>
          <a:p>
            <a:r>
              <a:rPr sz="1900">
                <a:solidFill>
                  <a:srgbClr val="2C3E50"/>
                </a:solidFill>
              </a:rPr>
              <a:t>El Señor es justo en todos sus caminos,</a:t>
            </a:r>
          </a:p>
          <a:p/>
          <a:p>
            <a:r>
              <a:rPr sz="1900">
                <a:solidFill>
                  <a:srgbClr val="2C3E50"/>
                </a:solidFill>
              </a:rPr>
              <a:t>es bondadoso en todas sus acciones;</a:t>
            </a:r>
          </a:p>
          <a:p/>
          <a:p>
            <a:r>
              <a:rPr sz="1900">
                <a:solidFill>
                  <a:srgbClr val="2C3E50"/>
                </a:solidFill>
              </a:rPr>
              <a:t>cerca está el Señor de los que lo invocan,</a:t>
            </a:r>
          </a:p>
          <a:p/>
          <a:p>
            <a:r>
              <a:rPr sz="1900">
                <a:solidFill>
                  <a:srgbClr val="2C3E50"/>
                </a:solidFill>
              </a:rPr>
              <a:t>de los que lo invocan sinceramente.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7.jpg"/>
          <p:cNvPicPr>
            <a:picLocks noChangeAspect="1"/>
          </p:cNvPicPr>
          <p:nvPr/>
        </p:nvPicPr>
        <p:blipFill>
          <a:blip r:embed="rId3"/>
          <a:stretch>
            <a:fillRect/>
          </a:stretch>
        </p:blipFill>
        <p:spPr>
          <a:xfrm>
            <a:off x="9052560" y="1097280"/>
            <a:ext cx="4319159"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ALELUYA</a:t>
            </a:r>
          </a:p>
          <a:p/>
          <a:p>
            <a:r>
              <a:rPr sz="1900">
                <a:solidFill>
                  <a:srgbClr val="2C3E50"/>
                </a:solidFill>
              </a:rPr>
              <a:t>20,1-16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60.jpg"/>
          <p:cNvPicPr>
            <a:picLocks noChangeAspect="1"/>
          </p:cNvPicPr>
          <p:nvPr/>
        </p:nvPicPr>
        <p:blipFill>
          <a:blip r:embed="rId3"/>
          <a:stretch>
            <a:fillRect/>
          </a:stretch>
        </p:blipFill>
        <p:spPr>
          <a:xfrm>
            <a:off x="9052560" y="1097280"/>
            <a:ext cx="2438612"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SEGUNDA LECTURA</a:t>
            </a:r>
          </a:p>
          <a:p/>
          <a:p>
            <a:pPr algn="l"/>
            <a:r>
              <a:rPr sz="1600" b="1">
                <a:solidFill>
                  <a:srgbClr val="7C3AED"/>
                </a:solidFill>
              </a:rPr>
              <a:t>1,20c-24.27a</a:t>
            </a:r>
          </a:p>
          <a:p/>
          <a:p>
            <a:r>
              <a:rPr sz="1900">
                <a:solidFill>
                  <a:srgbClr val="2C3E50"/>
                </a:solidFill>
              </a:rPr>
              <a:t>Cristo será glorificado en mi cuerpo, sea por mi vida o por mi muerte. Para mí la vida es Cristo, y una ganancia el morir. Pero, si el vivir esta vida mortal me supone trabajo fructífero, no sé qué escoger. Me encuentro en ese dilema: por un lado, deseo partir para estar con Cristo, que es con mucho lo mejor; pero, por otro, quedarme en esta vida veo que es más necesario para vosotros. Lo importante es que vosotros llevéis una vida digna del Evangelio de Cristo.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9052560" y="1097280"/>
            <a:ext cx="2838480"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EVANGELIO (1/2)</a:t>
            </a:r>
          </a:p>
          <a:p/>
          <a:p>
            <a:pPr algn="l"/>
            <a:r>
              <a:rPr sz="1600" b="1">
                <a:solidFill>
                  <a:srgbClr val="7C3AED"/>
                </a:solidFill>
              </a:rPr>
              <a:t>20,1-16</a:t>
            </a:r>
          </a:p>
          <a:p/>
          <a:p>
            <a:r>
              <a:rPr sz="1900">
                <a:solidFill>
                  <a:srgbClr val="2C3E50"/>
                </a:solidFill>
              </a:rPr>
              <a:t>En aquel tiempo, dijo Jesús a sus discípulos esta parábola: «El Reino de los Cielos se parece a un propietario que al amanecer salió a contratar jornaleros para su viña. Después de ajustarse con ellos en un denario por jornada, los mandó a la viña. Salió otra vez a media mañana, vio a otros que estaban en la plaza sin trabajo, y les dijo: «Id también vosotros a mi viña, y os pagaré lo debido.» Ellos fueron. Salió de nuevo hacia mediodía y a media tarde e hizo lo mismo. Salió al caer la tarde y encontró a otros, parados, y les dijo: «¿Cómo es que estáis aquí el día entero sin trabajar?» Le respondieron: «Nadie nos ha contratado.» Él les dijo: «Id también vosotros a mi viña.» Cuando oscureció, el dueño de la viña dijo al capataz: «Llama a los jornaleros y págales el jornal, empezando por los últimos y acabando por los primeros.» Vinieron los del atardecer y recibieron un denario cada uno. Cuando llegaron los primeros, pensaban que recibirían más, pero ellos también recibieron un denario cada uno.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fano_25_domingo_vina.jpg"/>
          <p:cNvPicPr>
            <a:picLocks noChangeAspect="1"/>
          </p:cNvPicPr>
          <p:nvPr/>
        </p:nvPicPr>
        <p:blipFill>
          <a:blip r:embed="rId3"/>
          <a:stretch>
            <a:fillRect/>
          </a:stretch>
        </p:blipFill>
        <p:spPr>
          <a:xfrm>
            <a:off x="9052560" y="1097280"/>
            <a:ext cx="2838480"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EVANGELIO (2/2)</a:t>
            </a:r>
          </a:p>
          <a:p/>
          <a:p>
            <a:pPr algn="l"/>
            <a:r>
              <a:rPr sz="1600" b="1">
                <a:solidFill>
                  <a:srgbClr val="7C3AED"/>
                </a:solidFill>
              </a:rPr>
              <a:t>20,1-16</a:t>
            </a:r>
          </a:p>
          <a:p/>
          <a:p>
            <a:r>
              <a:rPr sz="1900">
                <a:solidFill>
                  <a:srgbClr val="2C3E50"/>
                </a:solidFill>
              </a:rPr>
              <a:t>Entonces se pusieron a protestar contra el amo: «Estos últimos han trabajado sólo una hora, y los has tratado igual que a nosotros, que hemos aguantado el peso del día y el bochorno.» Él replicó a uno de ellos: «Amigo, no te hago ninguna injusticia. ¿No nos ajustamos en un denario? Toma lo tuyo y vete. Quiero darle a este último igual que a ti. ¿Es que no tengo libertad para hacer lo que quiera en mis asuntos? ¿O vas a tener tú envidia porque yo soy bueno?» Así, los últimos serán los primeros y los primeros los últimos.» Palabra del Señor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9.jpg"/>
          <p:cNvPicPr>
            <a:picLocks noChangeAspect="1"/>
          </p:cNvPicPr>
          <p:nvPr/>
        </p:nvPicPr>
        <p:blipFill>
          <a:blip r:embed="rId3"/>
          <a:stretch>
            <a:fillRect/>
          </a:stretch>
        </p:blipFill>
        <p:spPr>
          <a:xfrm>
            <a:off x="9052560" y="1097280"/>
            <a:ext cx="3631963"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LITURGIA EUCARÍSTICA</a:t>
            </a:r>
          </a:p>
          <a:p/>
          <a:p>
            <a:r>
              <a:rPr sz="1900">
                <a:solidFill>
                  <a:srgbClr val="2C3E50"/>
                </a:solidFill>
              </a:rPr>
              <a:t>Preparémonos para la mesa del Señor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7.jpg"/>
          <p:cNvPicPr>
            <a:picLocks noChangeAspect="1"/>
          </p:cNvPicPr>
          <p:nvPr/>
        </p:nvPicPr>
        <p:blipFill>
          <a:blip r:embed="rId3"/>
          <a:stretch>
            <a:fillRect/>
          </a:stretch>
        </p:blipFill>
        <p:spPr>
          <a:xfrm>
            <a:off x="9052560" y="1097280"/>
            <a:ext cx="4319159"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CREDO</a:t>
            </a:r>
          </a:p>
          <a:p/>
          <a:p>
            <a:r>
              <a:rPr sz="1900">
                <a:solidFill>
                  <a:srgbClr val="2C3E50"/>
                </a:solidFill>
              </a:rPr>
              <a:t>Creo en Dios, Padre todopoderoso, creador del cielo y de la tierra.</a:t>
            </a:r>
          </a:p>
          <a:p>
            <a:r>
              <a:rPr sz="1900">
                <a:solidFill>
                  <a:srgbClr val="2C3E50"/>
                </a:solidFill>
              </a:rPr>
              <a:t>Creo en Jesucristo, su único Hijo, nuestro Señor, que fue concebido por obra y gracia del Espíritu Santo; nació de Santa María Virgen; padeció bajo el poder de Poncio Pilato; fue crucificado, muerto y sepultado; descendió a los infiernos; al tercer día resucitó de entre los muertos; subió a los cielos y está sentado a la derecha de Dios Padre todopoderoso.</a:t>
            </a:r>
          </a:p>
          <a:p>
            <a:r>
              <a:rPr sz="1900">
                <a:solidFill>
                  <a:srgbClr val="2C3E50"/>
                </a:solidFill>
              </a:rPr>
              <a:t>Desde allí ha de venir a juzgar a vivos y muertos.</a:t>
            </a:r>
          </a:p>
          <a:p>
            <a:r>
              <a:rPr sz="1900">
                <a:solidFill>
                  <a:srgbClr val="2C3E50"/>
                </a:solidFill>
              </a:rPr>
              <a:t>Creo en el Espíritu Santo, la santa Iglesia católica, la comunión de los santos, el perdón de los pecados, la resurrección de la carne y la vida eterna. Amén.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9.jpg"/>
          <p:cNvPicPr>
            <a:picLocks noChangeAspect="1"/>
          </p:cNvPicPr>
          <p:nvPr/>
        </p:nvPicPr>
        <p:blipFill>
          <a:blip r:embed="rId3"/>
          <a:stretch>
            <a:fillRect/>
          </a:stretch>
        </p:blipFill>
        <p:spPr>
          <a:xfrm>
            <a:off x="9052560" y="1097280"/>
            <a:ext cx="3631963"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1600" b="1">
                <a:solidFill>
                  <a:srgbClr val="7C3AED"/>
                </a:solidFill>
              </a:rPr>
              <a:t>OFERTORIO</a:t>
            </a:r>
          </a:p>
          <a:p>
            <a:r>
              <a:rPr sz="2800" b="1">
                <a:solidFill>
                  <a:srgbClr val="7C3AED"/>
                </a:solidFill>
              </a:rPr>
              <a:t>PADRE NUESTRO DE LA VIDA</a:t>
            </a:r>
          </a:p>
          <a:p/>
          <a:p>
            <a:r>
              <a:rPr sz="1900">
                <a:solidFill>
                  <a:srgbClr val="2C3E50"/>
                </a:solidFill>
              </a:rPr>
              <a:t>Padre nuestro de la vida,</a:t>
            </a:r>
          </a:p>
          <a:p/>
          <a:p>
            <a:r>
              <a:rPr sz="1900">
                <a:solidFill>
                  <a:srgbClr val="2C3E50"/>
                </a:solidFill>
              </a:rPr>
              <a:t>mío, de ése y de aquél</a:t>
            </a:r>
          </a:p>
          <a:p/>
          <a:p>
            <a:r>
              <a:rPr sz="1900">
                <a:solidFill>
                  <a:srgbClr val="2C3E50"/>
                </a:solidFill>
              </a:rPr>
              <a:t>que vive en toda criatura</a:t>
            </a:r>
          </a:p>
          <a:p/>
          <a:p>
            <a:r>
              <a:rPr sz="1900">
                <a:solidFill>
                  <a:srgbClr val="2C3E50"/>
                </a:solidFill>
              </a:rPr>
              <a:t>y ellos así han de creer.</a:t>
            </a:r>
          </a:p>
          <a:p/>
          <a:p>
            <a:r>
              <a:rPr sz="1900">
                <a:solidFill>
                  <a:srgbClr val="2C3E50"/>
                </a:solidFill>
              </a:rPr>
              <a:t>Quisiera realzar tu nombre</a:t>
            </a:r>
          </a:p>
          <a:p/>
          <a:p>
            <a:r>
              <a:rPr sz="1900">
                <a:solidFill>
                  <a:srgbClr val="2C3E50"/>
                </a:solidFill>
              </a:rPr>
              <a:t>viviendo aquí bajo el sol</a:t>
            </a:r>
          </a:p>
          <a:p/>
          <a:p>
            <a:r>
              <a:rPr sz="1900">
                <a:solidFill>
                  <a:srgbClr val="2C3E50"/>
                </a:solidFill>
              </a:rPr>
              <a:t>tu mensaje de aquel monte</a:t>
            </a:r>
          </a:p>
          <a:p/>
          <a:p>
            <a:r>
              <a:rPr sz="1900">
                <a:solidFill>
                  <a:srgbClr val="2C3E50"/>
                </a:solidFill>
              </a:rPr>
              <a:t>Lam Si7 Mim SiM7m Mim</a:t>
            </a:r>
          </a:p>
          <a:p/>
          <a:p>
            <a:r>
              <a:rPr sz="1900">
                <a:solidFill>
                  <a:srgbClr val="2C3E50"/>
                </a:solidFill>
              </a:rPr>
              <a:t>de pobreza, paz y amor.</a:t>
            </a:r>
          </a:p>
          <a:p/>
          <a:p>
            <a:r>
              <a:rPr sz="1900">
                <a:solidFill>
                  <a:srgbClr val="2C3E50"/>
                </a:solidFill>
              </a:rPr>
              <a:t>Danos pan para vivir</a:t>
            </a:r>
          </a:p>
          <a:p/>
          <a:p>
            <a:r>
              <a:rPr sz="1900">
                <a:solidFill>
                  <a:srgbClr val="2C3E50"/>
                </a:solidFill>
              </a:rPr>
              <a:t>sólo el momento presente</a:t>
            </a:r>
          </a:p>
          <a:p/>
          <a:p>
            <a:r>
              <a:rPr sz="1900">
                <a:solidFill>
                  <a:srgbClr val="2C3E50"/>
                </a:solidFill>
              </a:rPr>
              <a:t>ya que el día de mañana</a:t>
            </a:r>
          </a:p>
          <a:p/>
          <a:p>
            <a:r>
              <a:rPr sz="1900">
                <a:solidFill>
                  <a:srgbClr val="2C3E50"/>
                </a:solidFill>
              </a:rPr>
              <a:t>quizás aquí no me encuentre.</a:t>
            </a:r>
          </a:p>
          <a:p/>
          <a:p>
            <a:r>
              <a:rPr sz="1900">
                <a:solidFill>
                  <a:srgbClr val="2C3E50"/>
                </a:solidFill>
              </a:rPr>
              <a:t>No mires lo que hice mal</a:t>
            </a:r>
          </a:p>
          <a:p/>
          <a:p>
            <a:r>
              <a:rPr sz="1900">
                <a:solidFill>
                  <a:srgbClr val="2C3E50"/>
                </a:solidFill>
              </a:rPr>
              <a:t>que yo no veré a mi deudor</a:t>
            </a:r>
          </a:p>
          <a:p/>
          <a:p>
            <a:r>
              <a:rPr sz="1900">
                <a:solidFill>
                  <a:srgbClr val="2C3E50"/>
                </a:solidFill>
              </a:rPr>
              <a:t>y en mi camino hacia ti</a:t>
            </a:r>
          </a:p>
          <a:p/>
          <a:p>
            <a:r>
              <a:rPr sz="1900">
                <a:solidFill>
                  <a:srgbClr val="2C3E50"/>
                </a:solidFill>
              </a:rPr>
              <a:t>Lam Si7 Mim SiM7m Mim</a:t>
            </a:r>
          </a:p>
          <a:p/>
          <a:p>
            <a:r>
              <a:rPr sz="1900">
                <a:solidFill>
                  <a:srgbClr val="2C3E50"/>
                </a:solidFill>
              </a:rPr>
              <a:t>que no caiga en tentación.</a:t>
            </a:r>
          </a:p>
          <a:p/>
          <a:p>
            <a:r>
              <a:rPr sz="1900">
                <a:solidFill>
                  <a:srgbClr val="2C3E50"/>
                </a:solidFill>
              </a:rPr>
              <a:t>Amén, amén, que no caiga en tentación.</a:t>
            </a:r>
          </a:p>
          <a:p/>
          <a:p>
            <a:r>
              <a:rPr sz="1900">
                <a:solidFill>
                  <a:srgbClr val="2C3E50"/>
                </a:solidFill>
              </a:rPr>
              <a:t>Lam Si7 Mim Mi Lam Si7 Mim SiM7m Mim</a:t>
            </a:r>
          </a:p>
          <a:p/>
          <a:p>
            <a:r>
              <a:rPr sz="1900">
                <a:solidFill>
                  <a:srgbClr val="2C3E50"/>
                </a:solidFill>
              </a:rPr>
              <a:t>Amén, amén, que sea así siempre Señor.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7.jpg"/>
          <p:cNvPicPr>
            <a:picLocks noChangeAspect="1"/>
          </p:cNvPicPr>
          <p:nvPr/>
        </p:nvPicPr>
        <p:blipFill>
          <a:blip r:embed="rId3"/>
          <a:stretch>
            <a:fillRect/>
          </a:stretch>
        </p:blipFill>
        <p:spPr>
          <a:xfrm>
            <a:off x="9052560" y="1097280"/>
            <a:ext cx="4319159"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SANTO</a:t>
            </a:r>
          </a:p>
          <a:p/>
          <a:p>
            <a:r>
              <a:rPr sz="1900">
                <a:solidFill>
                  <a:srgbClr val="2C3E50"/>
                </a:solidFill>
              </a:rPr>
              <a:t>Santo, santo, santo es el Señor,</a:t>
            </a:r>
          </a:p>
          <a:p>
            <a:r>
              <a:rPr sz="1900">
                <a:solidFill>
                  <a:srgbClr val="2C3E50"/>
                </a:solidFill>
              </a:rPr>
              <a:t>Dios del universo.</a:t>
            </a:r>
          </a:p>
          <a:p>
            <a:r>
              <a:rPr sz="1900">
                <a:solidFill>
                  <a:srgbClr val="2C3E50"/>
                </a:solidFill>
              </a:rPr>
              <a:t>Llenos están el cielo y la tierra de tu gloria.</a:t>
            </a:r>
          </a:p>
          <a:p>
            <a:r>
              <a:rPr sz="1900">
                <a:solidFill>
                  <a:srgbClr val="2C3E50"/>
                </a:solidFill>
              </a:rPr>
              <a:t>Hosanna en el cielo.</a:t>
            </a:r>
          </a:p>
          <a:p>
            <a:r>
              <a:rPr sz="1900">
                <a:solidFill>
                  <a:srgbClr val="2C3E50"/>
                </a:solidFill>
              </a:rPr>
              <a:t>Bendito el que viene en nombre del Señor.</a:t>
            </a:r>
          </a:p>
          <a:p>
            <a:r>
              <a:rPr sz="1900">
                <a:solidFill>
                  <a:srgbClr val="2C3E50"/>
                </a:solidFill>
              </a:rPr>
              <a:t>Hosanna en el cielo.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5.jpg"/>
          <p:cNvPicPr>
            <a:picLocks noChangeAspect="1"/>
          </p:cNvPicPr>
          <p:nvPr/>
        </p:nvPicPr>
        <p:blipFill>
          <a:blip r:embed="rId3"/>
          <a:stretch>
            <a:fillRect/>
          </a:stretch>
        </p:blipFill>
        <p:spPr>
          <a:xfrm>
            <a:off x="9052560" y="1097280"/>
            <a:ext cx="4761786"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PADRE NUESTRO</a:t>
            </a:r>
          </a:p>
          <a:p/>
          <a:p>
            <a:r>
              <a:rPr sz="1900">
                <a:solidFill>
                  <a:srgbClr val="2C3E50"/>
                </a:solidFill>
              </a:rPr>
              <a:t>Padre nuestro, que estás en el cielo,</a:t>
            </a:r>
          </a:p>
          <a:p>
            <a:r>
              <a:rPr sz="1900">
                <a:solidFill>
                  <a:srgbClr val="2C3E50"/>
                </a:solidFill>
              </a:rPr>
              <a:t>santificado sea tu nombre;</a:t>
            </a:r>
          </a:p>
          <a:p>
            <a:r>
              <a:rPr sz="1900">
                <a:solidFill>
                  <a:srgbClr val="2C3E50"/>
                </a:solidFill>
              </a:rPr>
              <a:t>venga a nosotros tu reino;</a:t>
            </a:r>
          </a:p>
          <a:p>
            <a:r>
              <a:rPr sz="1900">
                <a:solidFill>
                  <a:srgbClr val="2C3E50"/>
                </a:solidFill>
              </a:rPr>
              <a:t>hágase tu voluntad en la tierra como en el cielo.</a:t>
            </a:r>
          </a:p>
          <a:p/>
          <a:p>
            <a:r>
              <a:rPr sz="1900">
                <a:solidFill>
                  <a:srgbClr val="2C3E50"/>
                </a:solidFill>
              </a:rPr>
              <a:t>Danos hoy nuestro pan de cada día;</a:t>
            </a:r>
          </a:p>
          <a:p>
            <a:r>
              <a:rPr sz="1900">
                <a:solidFill>
                  <a:srgbClr val="2C3E50"/>
                </a:solidFill>
              </a:rPr>
              <a:t>perdona nuestras ofensas,</a:t>
            </a:r>
          </a:p>
          <a:p>
            <a:r>
              <a:rPr sz="1900">
                <a:solidFill>
                  <a:srgbClr val="2C3E50"/>
                </a:solidFill>
              </a:rPr>
              <a:t>como también nosotros perdonamos a los que nos ofenden;</a:t>
            </a:r>
          </a:p>
          <a:p>
            <a:r>
              <a:rPr sz="1900">
                <a:solidFill>
                  <a:srgbClr val="2C3E50"/>
                </a:solidFill>
              </a:rPr>
              <a:t>no nos dejes caer en la tentación,</a:t>
            </a:r>
          </a:p>
          <a:p>
            <a:r>
              <a:rPr sz="1900">
                <a:solidFill>
                  <a:srgbClr val="2C3E50"/>
                </a:solidFill>
              </a:rPr>
              <a:t>y líbranos del mal.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8.jpg"/>
          <p:cNvPicPr>
            <a:picLocks noChangeAspect="1"/>
          </p:cNvPicPr>
          <p:nvPr/>
        </p:nvPicPr>
        <p:blipFill>
          <a:blip r:embed="rId3"/>
          <a:stretch>
            <a:fillRect/>
          </a:stretch>
        </p:blipFill>
        <p:spPr>
          <a:xfrm>
            <a:off x="9052560" y="1097280"/>
            <a:ext cx="4474097"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RITO DE LA PAZ</a:t>
            </a:r>
          </a:p>
          <a:p/>
          <a:p>
            <a:r>
              <a:rPr sz="1900">
                <a:solidFill>
                  <a:srgbClr val="2C3E50"/>
                </a:solidFill>
              </a:rPr>
              <a:t>Señor Jesucristo, que dijiste a tus apóstoles:</a:t>
            </a:r>
          </a:p>
          <a:p>
            <a:r>
              <a:rPr sz="1900">
                <a:solidFill>
                  <a:srgbClr val="2C3E50"/>
                </a:solidFill>
              </a:rPr>
              <a:t>«La paz os dejo, mi paz os doy»,</a:t>
            </a:r>
          </a:p>
          <a:p>
            <a:r>
              <a:rPr sz="1900">
                <a:solidFill>
                  <a:srgbClr val="2C3E50"/>
                </a:solidFill>
              </a:rPr>
              <a:t>no tengas en cuenta nuestros pecados,</a:t>
            </a:r>
          </a:p>
          <a:p>
            <a:r>
              <a:rPr sz="1900">
                <a:solidFill>
                  <a:srgbClr val="2C3E50"/>
                </a:solidFill>
              </a:rPr>
              <a:t>sino la fe de tu Iglesia,</a:t>
            </a:r>
          </a:p>
          <a:p>
            <a:r>
              <a:rPr sz="1900">
                <a:solidFill>
                  <a:srgbClr val="2C3E50"/>
                </a:solidFill>
              </a:rPr>
              <a:t>y conforme a tu palabra concédele la paz y la unidad.</a:t>
            </a:r>
          </a:p>
          <a:p/>
          <a:p>
            <a:r>
              <a:rPr sz="1900">
                <a:solidFill>
                  <a:srgbClr val="2C3E50"/>
                </a:solidFill>
              </a:rPr>
              <a:t>Tú que vives y reinas por los siglos de los siglos. Amén.</a:t>
            </a:r>
          </a:p>
          <a:p/>
          <a:p>
            <a:r>
              <a:rPr sz="1900">
                <a:solidFill>
                  <a:srgbClr val="2C3E50"/>
                </a:solidFill>
              </a:rPr>
              <a:t>La paz del Señor esté siempre con vosotros.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9.jpg"/>
          <p:cNvPicPr>
            <a:picLocks noChangeAspect="1"/>
          </p:cNvPicPr>
          <p:nvPr/>
        </p:nvPicPr>
        <p:blipFill>
          <a:blip r:embed="rId3"/>
          <a:stretch>
            <a:fillRect/>
          </a:stretch>
        </p:blipFill>
        <p:spPr>
          <a:xfrm>
            <a:off x="9052560" y="1097280"/>
            <a:ext cx="3631963"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1600" b="1">
                <a:solidFill>
                  <a:srgbClr val="7C3AED"/>
                </a:solidFill>
              </a:rPr>
              <a:t>COMUNIÓN</a:t>
            </a:r>
          </a:p>
          <a:p>
            <a:r>
              <a:rPr sz="2800" b="1">
                <a:solidFill>
                  <a:srgbClr val="7C3AED"/>
                </a:solidFill>
              </a:rPr>
              <a:t>TODO MI SER</a:t>
            </a:r>
          </a:p>
          <a:p/>
          <a:p>
            <a:r>
              <a:rPr sz="1900">
                <a:solidFill>
                  <a:srgbClr val="2C3E50"/>
                </a:solidFill>
              </a:rPr>
              <a:t>Todo mi ser, todo lo que soy</a:t>
            </a:r>
          </a:p>
          <a:p/>
          <a:p>
            <a:r>
              <a:rPr sz="1900">
                <a:solidFill>
                  <a:srgbClr val="2C3E50"/>
                </a:solidFill>
              </a:rPr>
              <a:t>te pertenece sólo a ti.</a:t>
            </a:r>
          </a:p>
          <a:p/>
          <a:p>
            <a:r>
              <a:rPr sz="1900">
                <a:solidFill>
                  <a:srgbClr val="2C3E50"/>
                </a:solidFill>
              </a:rPr>
              <a:t>Desde mi pobreza,</a:t>
            </a:r>
          </a:p>
          <a:p/>
          <a:p>
            <a:r>
              <a:rPr sz="1900">
                <a:solidFill>
                  <a:srgbClr val="2C3E50"/>
                </a:solidFill>
              </a:rPr>
              <a:t>Tú eres la fuerza.</a:t>
            </a:r>
          </a:p>
          <a:p/>
          <a:p>
            <a:r>
              <a:rPr sz="1900">
                <a:solidFill>
                  <a:srgbClr val="2C3E50"/>
                </a:solidFill>
              </a:rPr>
              <a:t>Nada sé, sólo que caminaré.</a:t>
            </a:r>
          </a:p>
          <a:p/>
          <a:p>
            <a:r>
              <a:rPr sz="1900">
                <a:solidFill>
                  <a:srgbClr val="2C3E50"/>
                </a:solidFill>
              </a:rPr>
              <a:t>LLEGASTE A MI VIDA CON TU LUZ,</a:t>
            </a:r>
          </a:p>
          <a:p/>
          <a:p>
            <a:r>
              <a:rPr sz="1900">
                <a:solidFill>
                  <a:srgbClr val="2C3E50"/>
                </a:solidFill>
              </a:rPr>
              <a:t>CAMBIASTE MI MENTE CON TU AMOR,</a:t>
            </a:r>
          </a:p>
          <a:p/>
          <a:p>
            <a:r>
              <a:rPr sz="1900">
                <a:solidFill>
                  <a:srgbClr val="2C3E50"/>
                </a:solidFill>
              </a:rPr>
              <a:t>VACIASTE MI ALMA Y AHORA ESTÁS</a:t>
            </a:r>
          </a:p>
          <a:p/>
          <a:p>
            <a:r>
              <a:rPr sz="1900">
                <a:solidFill>
                  <a:srgbClr val="2C3E50"/>
                </a:solidFill>
              </a:rPr>
              <a:t>DENTRO DE MÍ.</a:t>
            </a:r>
          </a:p>
          <a:p/>
          <a:p>
            <a:r>
              <a:rPr sz="1900">
                <a:solidFill>
                  <a:srgbClr val="2C3E50"/>
                </a:solidFill>
              </a:rPr>
              <a:t>Todo mi ser, todo lo que soy,</a:t>
            </a:r>
          </a:p>
          <a:p/>
          <a:p>
            <a:r>
              <a:rPr sz="1900">
                <a:solidFill>
                  <a:srgbClr val="2C3E50"/>
                </a:solidFill>
              </a:rPr>
              <a:t>lo bueno y lo malo la pongo a tus pies.</a:t>
            </a:r>
          </a:p>
          <a:p/>
          <a:p>
            <a:r>
              <a:rPr sz="1900">
                <a:solidFill>
                  <a:srgbClr val="2C3E50"/>
                </a:solidFill>
              </a:rPr>
              <a:t>Aunque a veces llegues a mi templo</a:t>
            </a:r>
          </a:p>
          <a:p/>
          <a:p>
            <a:r>
              <a:rPr sz="1900">
                <a:solidFill>
                  <a:srgbClr val="2C3E50"/>
                </a:solidFill>
              </a:rPr>
              <a:t>y lo encuentres ya lleno,</a:t>
            </a:r>
          </a:p>
          <a:p/>
          <a:p>
            <a:r>
              <a:rPr sz="1900">
                <a:solidFill>
                  <a:srgbClr val="2C3E50"/>
                </a:solidFill>
              </a:rPr>
              <a:t>no es verdad, sólo se llena</a:t>
            </a:r>
          </a:p>
          <a:p/>
          <a:p>
            <a:r>
              <a:rPr sz="1900">
                <a:solidFill>
                  <a:srgbClr val="2C3E50"/>
                </a:solidFill>
              </a:rPr>
              <a:t>cuando Tú moras en él.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virgen_fatima.jpg"/>
          <p:cNvPicPr>
            <a:picLocks noChangeAspect="1"/>
          </p:cNvPicPr>
          <p:nvPr/>
        </p:nvPicPr>
        <p:blipFill>
          <a:blip r:embed="rId3"/>
          <a:stretch>
            <a:fillRect/>
          </a:stretch>
        </p:blipFill>
        <p:spPr>
          <a:xfrm>
            <a:off x="9052560" y="1097280"/>
            <a:ext cx="2198132"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2800" b="1">
                <a:solidFill>
                  <a:srgbClr val="7C3AED"/>
                </a:solidFill>
              </a:rPr>
              <a:t>CANTO A MARÍA</a:t>
            </a:r>
          </a:p>
          <a:p/>
          <a:p>
            <a:r>
              <a:rPr sz="1900">
                <a:solidFill>
                  <a:srgbClr val="2C3E50"/>
                </a:solidFill>
              </a:rPr>
              <a:t>Dios te salve, María;</a:t>
            </a:r>
          </a:p>
          <a:p>
            <a:r>
              <a:rPr sz="1900">
                <a:solidFill>
                  <a:srgbClr val="2C3E50"/>
                </a:solidFill>
              </a:rPr>
              <a:t>llena eres de gracia;</a:t>
            </a:r>
          </a:p>
          <a:p>
            <a:r>
              <a:rPr sz="1900">
                <a:solidFill>
                  <a:srgbClr val="2C3E50"/>
                </a:solidFill>
              </a:rPr>
              <a:t>el Señor es contigo.</a:t>
            </a:r>
          </a:p>
          <a:p>
            <a:r>
              <a:rPr sz="1900">
                <a:solidFill>
                  <a:srgbClr val="2C3E50"/>
                </a:solidFill>
              </a:rPr>
              <a:t>Bendita tú eres entre todas las mujeres,</a:t>
            </a:r>
          </a:p>
          <a:p>
            <a:r>
              <a:rPr sz="1900">
                <a:solidFill>
                  <a:srgbClr val="2C3E50"/>
                </a:solidFill>
              </a:rPr>
              <a:t>y bendito es el fruto de tu vientre, Jesús.</a:t>
            </a:r>
          </a:p>
          <a:p/>
          <a:p>
            <a:r>
              <a:rPr sz="1900">
                <a:solidFill>
                  <a:srgbClr val="2C3E50"/>
                </a:solidFill>
              </a:rPr>
              <a:t>Santa María, Madre de Dios,</a:t>
            </a:r>
          </a:p>
          <a:p>
            <a:r>
              <a:rPr sz="1900">
                <a:solidFill>
                  <a:srgbClr val="2C3E50"/>
                </a:solidFill>
              </a:rPr>
              <a:t>ruega por nosotros, pecadores,</a:t>
            </a:r>
          </a:p>
          <a:p>
            <a:r>
              <a:rPr sz="1900">
                <a:solidFill>
                  <a:srgbClr val="2C3E50"/>
                </a:solidFill>
              </a:rPr>
              <a:t>ahora y en la hora de nuestra muerte. Amén.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5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ma_somos_uno.jpg"/>
          <p:cNvPicPr>
            <a:picLocks noChangeAspect="1"/>
          </p:cNvPicPr>
          <p:nvPr/>
        </p:nvPicPr>
        <p:blipFill>
          <a:blip r:embed="rId2"/>
          <a:stretch>
            <a:fillRect/>
          </a:stretch>
        </p:blipFill>
        <p:spPr>
          <a:xfrm>
            <a:off x="365760" y="5989320"/>
            <a:ext cx="1281869" cy="685800"/>
          </a:xfrm>
          <a:prstGeom prst="rect">
            <a:avLst/>
          </a:prstGeom>
        </p:spPr>
      </p:pic>
      <p:pic>
        <p:nvPicPr>
          <p:cNvPr id="4" name="Picture 3" descr="20140953.jpg"/>
          <p:cNvPicPr>
            <a:picLocks noChangeAspect="1"/>
          </p:cNvPicPr>
          <p:nvPr/>
        </p:nvPicPr>
        <p:blipFill>
          <a:blip r:embed="rId3"/>
          <a:stretch>
            <a:fillRect/>
          </a:stretch>
        </p:blipFill>
        <p:spPr>
          <a:xfrm>
            <a:off x="9052560" y="1097280"/>
            <a:ext cx="4106298" cy="3108960"/>
          </a:xfrm>
          <a:prstGeom prst="rect">
            <a:avLst/>
          </a:prstGeom>
        </p:spPr>
      </p:pic>
      <p:sp>
        <p:nvSpPr>
          <p:cNvPr id="5" name="Rounded Rectangle 4"/>
          <p:cNvSpPr/>
          <p:nvPr/>
        </p:nvSpPr>
        <p:spPr>
          <a:xfrm>
            <a:off x="640080" y="640080"/>
            <a:ext cx="8046720" cy="5577840"/>
          </a:xfrm>
          <a:prstGeom prst="roundRect">
            <a:avLst>
              <a:gd name="adj" fmla="val 8000"/>
            </a:avLst>
          </a:prstGeom>
          <a:solidFill>
            <a:srgbClr val="FFFFFF"/>
          </a:solidFill>
          <a:ln w="12700">
            <a:solidFill>
              <a:srgbClr val="DDD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6144768"/>
            <a:ext cx="804672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868680"/>
            <a:ext cx="7406640" cy="5166360"/>
          </a:xfrm>
          <a:prstGeom prst="rect">
            <a:avLst/>
          </a:prstGeom>
          <a:noFill/>
        </p:spPr>
        <p:txBody>
          <a:bodyPr wrap="square" lIns="0" rIns="0" tIns="0" bIns="0" anchor="t">
            <a:spAutoFit/>
          </a:bodyPr>
          <a:lstStyle/>
          <a:p>
            <a:r>
              <a:rPr sz="1600" b="1">
                <a:solidFill>
                  <a:srgbClr val="7C3AED"/>
                </a:solidFill>
              </a:rPr>
              <a:t>DESPEDIDA</a:t>
            </a:r>
          </a:p>
          <a:p>
            <a:r>
              <a:rPr sz="2800" b="1">
                <a:solidFill>
                  <a:srgbClr val="7C3AED"/>
                </a:solidFill>
              </a:rPr>
              <a:t>DE NOCHE IREMOS DE NOCHE</a:t>
            </a:r>
          </a:p>
          <a:p/>
          <a:p>
            <a:r>
              <a:rPr sz="1900">
                <a:solidFill>
                  <a:srgbClr val="2C3E50"/>
                </a:solidFill>
              </a:rPr>
              <a:t>De noche iremos, de noche, que para encontrar la fuente,</a:t>
            </a:r>
          </a:p>
          <a:p/>
          <a:p>
            <a:r>
              <a:rPr sz="1900">
                <a:solidFill>
                  <a:srgbClr val="2C3E50"/>
                </a:solidFill>
              </a:rPr>
              <a:t>Sólo la sed nos alumbra, sólo la sed nos alumbra.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