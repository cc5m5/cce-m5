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3200" cy="91449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457200"/>
            <a:ext cx="2170603" cy="2377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097280" y="3840480"/>
            <a:ext cx="996696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6858000"/>
            <a:ext cx="996696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041648"/>
            <a:ext cx="9418320" cy="27066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3400">
                <a:solidFill>
                  <a:srgbClr val="7C3AED"/>
                </a:solidFill>
              </a:rPr>
              <a:t>l XXVII Domingo del Tiempo Ordinario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4 de octubre de 2026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HE VENIDO A SERVIR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Quien quiera ser grande,_x000D_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quien quiera ser el primero,_x000D_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sea el esclavo de todos,_x000D_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sea el más pequeño._x000D_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No he venido a ser servido,_x000D_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que he venido a servir_x000D_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a dar la vida por todos_x000D_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para que todos puedan vivir (2)_x000D_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plenitud (3).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LITURGIA DE LA PALABRA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Escuchemos la Palabra de Dios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ACTO PENITENCIAL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Yo confieso ante Dios todopoderoso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y ante vosotros, hermanos,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que he pecado mucho de pensamiento, palabra, obra y omisión: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por mi culpa, por mi culpa, por mi gran culpa.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Por eso ruego a Santa María, siempre Virgen,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a los ángeles, a los santos y a vosotros, hermanos,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que intercedáis por mí ante Dios, nuestro Señor.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 Domingo del Tiempo Ordinario · 21,33-43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634_pide_con_insistencia_a_papá_somos_sus_niños_mimado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017353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ALABO TU BONDAD (1/2)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Todo mi ser canta hoy_x000D_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las cosas que hay en mí._x000D_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Gracias te doy mi Señor,_x000D_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Tú me haces tan feliz._x000D_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Tú me has regalado tu amistad,_x000D_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confío en ti, me llenas de tu_x000D_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Tú me haces sentir tu gran bondad,_x000D_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yo cantaré por siempre tu fidelidad._x000D_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GLORIA A TI, SEÑOR POR TU BONDAD.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GLORIA, GLORIA,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SIEMPRE CANTARÉ TU FIDELIDAD.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GLORIA A TI, SEÑOR POR TU BONDAD.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GLORIA, GLORIA,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SIEMPRE CANTARÉ TU FIDELIDAD.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634_pide_con_insistencia_a_papá_somos_sus_niños_mimado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017353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ALABO TU BONDAD (2/2)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Siempre a tu lado estaré_x000D_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alabando tu bondad_x000D_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 mis hermanos diré_x000D_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gran gozo que hallo en ti._x000D_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 ti podrán siempre encontrar_x000D_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fidelidad, confianza y amistad._x000D_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Nunca fallara tu gran amor,_x000D_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ni tu perdón. Me quieres tal como soy_x000D_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GLORIA A TI, SEÑOR POR TU BONDAD.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GLORIA, GLORIA,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SIEMPRE CANTARÉ TU FIDELIDAD.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GLORIA A TI, SEÑOR POR TU BONDAD.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GLORIA, GLORIA,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SIEMPRE CANTARÉ TU FIDELIDAD.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33757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PRIMERA LECTURA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5,1-7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Voy a cantar en nombre de mi amigo un canto de amor a su viña. Mi amigo tenía una viña en fértil collado. La entrecavó, la descantó, y plantó buenas cepas; construyó en medio una atalaya y cavó un lagar. Y esperó que diese uvas, pero dio agrazones. Pues ahora, habitantes de Jerusalén, hombres de Judá, por favor, sed jueces entre mí y mi viña. ¿Qué más cabía hacer por mi viña que yo no lo haya hecho? ¿Por qué, esperando que diera uvas, dio agrazones? Pues ahora os diré a vosotros lo que voy a hacer con mi viña: quitar su valla para que sirva de pasto, derruir su tapia para que la pisoteen. La dejaré arrasada: no la podarán ni la escardarán, crecerán zarzas y cardos; prohibiré a las nubes que lluevan sobre ella. La viña del Señor de los ejércitos es la casa de Israel; son los hombres de Judá su plantel preferido. Esperó de ellos derecho, y ahí tenéis: asesinatos; esperó justicia, y ahí tenéis: lamentos.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6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03329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SALMO RESPONSORIAL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Sal 79,9 — La viña del Señor es la casa de Israel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Sacaste una vid de Egipto, expulsaste a los gentiles, y la trasplantaste.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Extendió sus sarmientos hasta el mar, y sus brotes hasta el Gran Río.; ¿Por qué has derribado su cerca; para que la saqueen los viandantes, la pisoteen los jabalíes; y se la coman las alimañas?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Dios de los ejércitos, vuélvete: mira desde el cielo, fíjate, ven a visitar tu viña, la cepa que tu diestra plantó; y que tú hiciste vigorosa.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No nos alejaremos de ti: danos vida, para que invoquemos tu nombre.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Señor, Dios de los ejércitos, restáuranos, que brille tu rostro y nos salve.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SEGUNDA LECTURA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4,6-9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Nada os preocupe; sino que, en toda ocasión, en la oración y súplica con acción de gracias, vuestras peticiones sean presentadas a Dios. Y la paz de Dios, que sobrepasa todo juicio, custodiará vuestros corazones y vuestros pensamientos en Cristo Jesús. Finalmente, hermanos, todo lo que es verdadero, noble, justo, puro, amable, laudable, todo lo que es virtud o mérito, tenedlo en cuenta. Y lo que aprendisteis, recibisteis, oísteis, visteis en mí, ponedlo por obra. Y el Dios de la paz estará con vosotros.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14_jesús_nos_conduce_y_lo_ilumina_tod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41051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ALELUYA DE LA TIERRA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QUE SUFRE, MATA Y MUERE, DESESPERA Y ENLOQUECE,_x000D_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OTROS SON ESPECTADORES, NO LO SIENTEN._x000D_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¡ALELUYA! CANTARÁ, QUIEN PERDIÓ LA ESPERANZA,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Y LA TIERRA SONREIRÁ. ¡ALELUYA! (BIS)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33757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EVANGELIO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21,33-43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En aquel tiempo, dijo Jesús a los sumos sacerdotes y a los ancianos del pueblo: «Escuchad otra parábola: Había un propietario que plantó una viña, la rodeó con una cerca, cavó en ella un lagar, construyó la casa del guarda, la arrendó a unos labradores y se marchó de viaje. Llegado el tiempo de la vendimia, envió sus criados a los labradores, para percibir los frutos que le correspondían. Pero los labradores, agarrando a los criados, apalearon a uno, mataron a otro, y a otro lo apedrearon. Envió de nuevo otros criados, más que la primera vez, e hicieron con ellos lo mismo. Por último les mandó a su hijo, diciéndose: «Tendrán respeto a mi hijo.» Pero los labradores, al ver al hijo, se dijeron: «Éste es el heredero, venid, lo matamos y nos quedamos con su herencia.» Y, agarrándolo, lo empujaron fuera de la viña y lo mataron. Y ahora, cuando vuelva el dueño de la viña, ¿qué hará con aquellos labradores?»Le contestaron: «Hará morir de mala muerte a esos malvados y arrendará la viña a otros labradores, que le entreguen los frutos a sus tiempos.»Y Jesús les dice: «¿No habéis leído nunca en la Escritura: «La piedra que desecharon los arquitectos es ahora la piedra angular. Es el Señor quien lo ha hecho, ha sido un milagro patente?» Por eso os digo que se os quitará a vosotros el reino de Dios y se dará a un pueblo que produzca sus frutos.»; Palabra del Señor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LITURGIA EUCARÍSTICA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Preparémonos para la mesa del Señor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90130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CREDO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Creo en Dios, Padre todopoderoso,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creador del cielo y de la tierra._x000D_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Creo en Jesucristo, su único Hijo, nuestro Señor,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que fue concebido por obra y gracia del Espíritu Santo;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nació de Santa María Virgen; padeció bajo el poder de Poncio Pilato;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fue crucificado, muerto y sepultado; descendió a los infiernos;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al tercer día resucitó de entre los muertos;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subió a los cielos y está sentado a la derecha de Dios Padre todopoderoso._x000D_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Desde allí ha de venir a juzgar a vivos y muertos._x000D_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Creo en el Espíritu Santo, la santa Iglesia católica,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la comunión de los santos, el perdón de los pecados,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la resurrección de la carne y la vida eterna. Amén.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 Domingo del Tiempo Ordinario · 21,33-43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880_dadles_vosotros_de_com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213791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QUE TE PUEDO DAR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¿Qué te puedo dar_x000D_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que no me hayas dado Tú?_x000D_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¿Qué te puedo decir que no me hayas dicho Tú?_x000D_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¿Qué puedo hacer por ti, si yo no puedo hacer nada?_x000D_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Si yo no puedo hacer nada si no es por ti, mi Dios._x000D_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TODO LO QUE SE, TODO LO QUE SOY,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TODO LO QUE TENGO ES TUYO (bis)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 Domingo del Tiempo Ordinario · 21,33-43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883_el_pan_que_os_daré_es_mi_propio_cuerp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13052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SANTO JESUITA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SANTO, SANTO, SANTO-O-O,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SANTO ES EL SEÑOR,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DIOS DEL UNIVERSO-O,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DIOS DEL UNIVERSO-O (BIS)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Llenos están el cielo y la tierra de tu gloria._x000D_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Hosanna en el cielo-o, hosanna en el cielo-o._x000D_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Bendito el que viene en nombre del Señor._x000D_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Hosanna en el cielo-o, hosanna en el cielo-o._x000D_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ESTRIBILLO (BIS)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SANTO, SANTO, SANTO-O-O,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SANTO ES EL SEÑOR.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 Domingo del Tiempo Ordinario · 21,33-43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PADRE NUESTRO (Gallego)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 el mar he oído hoy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Señor tu voz que me llamó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me pidió que me entregara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 mis hermanos.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Esa voz me transformó,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mi vida entera ya cambió,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sólo pienso ahora Señor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 repetirte: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PADRE NUESTRO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 TI CREEMOS,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PADRE NUESTRO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TE OFRECEMOS,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PADRE NUESTRO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NUESTRAS MANOS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DE HERMANOS.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Cuando vaya a otro lugar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tendré Señor que abandonar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 mi familia a mis amigos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seguirte.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Pero sé que así algún día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podré enseñar tu verdad,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ir a mi hermano y junto a él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yo repetirte.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PADRE NUESTRO…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 Domingo del Tiempo Ordinario · 21,33-43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50_nuestra_victoria_está_en_saber_que_siendo_2_estamos_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048000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LA PAZ TE DOY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 paz te doy a ti, mi hermano,_x000D_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 paz que Dios me regaló,_x000D_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en un abrazo a ti te entrego_x000D_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 paz que llevo en mi corazón. (BIS)_x000D_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Recíbela, recíbela,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esta es la paz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que el mundo no te puede dar.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(BIS)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 Domingo del Tiempo Ordinario · 21,33-43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15_el_dialogo_del_padre_y_el_hijo_hace_brotar_el_espírit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32440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BENDIGAMOS AL SEÑOR (1/2)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Bendigamos al Señor, Dios de toda la creación_x000D_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habernos regalado su amor._x000D_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Su bondad y su perdón, y su gran fidelidad_x000D_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los siglos de los siglos durará._x000D_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EL ESPÍRITU DE DIOS HOY ESTÁ SOBRE MI.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ÉL ES QUIEN ME HA UNGIDO A PROCLAMAR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BUENA NUEVA A LOS MÁS POBRES,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GRACIA DE SU SALVACIÓN. (BIS)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Enviados con poder y en el nombre de Jesús_x000D_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 sanar a los enfermos del dolor,_x000D_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 los ciegos dar visión, a los pobres la verdad_x000D_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a los presos y oprimidos, libertad._x000D_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ESTRIBILLO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15_el_dialogo_del_padre_y_el_hijo_hace_brotar_el_espírit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32440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BENDIGAMOS AL SEÑOR (2/2)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Con la fuerza de su amor y de la resurrección_x000D_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anunciamos: llega ya la salvación._x000D_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Que ni el miedo, ni el temor, ni la duda o la opresión_x000D_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borrarán la paz de nuestro corazón._x000D_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EL ESPÍRITU DE DIOS HOY ESTÁ SOBRE MI.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ÉL ES QUIEN ME HA UNGIDO A PROCLAMAR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BUENA NUEVA A LOS MÁS POBRES,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GRACIA DE SU SALVACIÓN. (BIS)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 Domingo del Tiempo Ordinario · 21,33-43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patite_ilustracion_52a3d8fa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413760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A TU AMPARO Y PROTECCIÓN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 TU AMPARO Y PROTECCIÓN,_x000D_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MADRE DE DIOS, ACUDIMOS._x000D_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NO DESOIGAS NUESTROS RUEGOS_x000D_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DE TODOS LOS PELIGROS,_x000D_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VIRGEN GLORIOSA Y BENDITA,_x000D_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DEFIENDE SIEMPRE A TUS HIJOS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 Domingo del Tiempo Ordinario · 21,33-43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57_movidos_por_la_ola_del_espírit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55695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COMO CORRE UN RÍO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Como corre un río dentro de mi ser (x2)_x000D_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así yo confío en Cristo, mi Rey (x2)_x000D_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COMO UN RÍO DE AGUA VIVA,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QUE SALTA P’ARRIBA, QUE LLEVO DENTRO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QUE AFIRMA Y CONFIRMA EN ESTE MOMENTO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EL ESPÍRITU SANTO ESTÁ VINIENDO (X2)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 Jesús está pasando por ahí_x000D_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Jesús está pasando por ahí_x000D_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cuando pasa todo lo transforma_x000D_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 va la tristeza, viene la alegría_x000D_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cuando pasa todo lo transforma_x000D_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Viene la alegría para ti y para mí_x000D_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COMO UN RÍO DE AGUA VIVA… (X2)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457200"/>
            <a:ext cx="2170603" cy="2377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097280" y="3840480"/>
            <a:ext cx="996696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6858000"/>
            <a:ext cx="996696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041648"/>
            <a:ext cx="9418320" cy="27066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3400">
                <a:solidFill>
                  <a:srgbClr val="7C3AED"/>
                </a:solidFill>
              </a:rPr>
              <a:t>¡ID EN PAZ!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Somos uno · 4 de octubre de 2026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La paz del Señor esté siempre con vosotros.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«¿Qué os parece? Un hombre tenía dos hijos. Se acercó al primero y le dijo: «Hijo, ve hoy a trabajar en la viña.»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