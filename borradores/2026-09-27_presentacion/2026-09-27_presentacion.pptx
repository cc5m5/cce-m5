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3017520"/>
            <a:ext cx="73152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5321808"/>
            <a:ext cx="73152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200400"/>
            <a:ext cx="6766560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800" b="1">
                <a:solidFill>
                  <a:srgbClr val="7C3AED"/>
                </a:solidFill>
              </a:rPr>
              <a:t>L XXVI DOMINGO DEL TIEMPO ORDINARIO</a:t>
            </a:r>
          </a:p>
          <a:p>
            <a:r>
              <a:rPr sz="1800">
                <a:solidFill>
                  <a:srgbClr val="2C3E50"/>
                </a:solidFill>
              </a:rPr>
              <a:t>27 de septiembre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400" b="1">
                <a:solidFill>
                  <a:srgbClr val="7C3AED"/>
                </a:solidFill>
              </a:rPr>
              <a:t>CANCIÓN DE ENTRADA</a:t>
            </a:r>
          </a:p>
          <a:p>
            <a:r>
              <a:rPr sz="2400" b="1">
                <a:solidFill>
                  <a:srgbClr val="7C3AED"/>
                </a:solidFill>
              </a:rPr>
              <a:t>HE VENIDO A SERVIR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Quien quiera ser grande,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quien quiera ser el primero,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sea el esclavo de todos,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sea el más pequeño.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No he venido a ser servido,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que he venido a servir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y a dar la vida por todos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para que todos puedan vivir (2)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en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plenitud (3).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92147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400" b="1">
                <a:solidFill>
                  <a:srgbClr val="7C3AED"/>
                </a:solidFill>
              </a:rPr>
              <a:t>ACTO PENITENCIAL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Yo confieso ante Dios todopoderoso</a:t>
            </a:r>
          </a:p>
          <a:p>
            <a:r>
              <a:rPr sz="1800">
                <a:solidFill>
                  <a:srgbClr val="2C3E50"/>
                </a:solidFill>
              </a:rPr>
              <a:t>y ante vosotros, hermanos,</a:t>
            </a:r>
          </a:p>
          <a:p>
            <a:r>
              <a:rPr sz="1800">
                <a:solidFill>
                  <a:srgbClr val="2C3E50"/>
                </a:solidFill>
              </a:rPr>
              <a:t>que he pecado mucho de pensamiento, palabra, obra y omisión:</a:t>
            </a:r>
          </a:p>
          <a:p>
            <a:r>
              <a:rPr sz="1800">
                <a:solidFill>
                  <a:srgbClr val="2C3E50"/>
                </a:solidFill>
              </a:rPr>
              <a:t>por mi culpa, por mi culpa, por mi gran culpa.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Por eso ruego a Santa María, siempre Virgen,</a:t>
            </a:r>
          </a:p>
          <a:p>
            <a:r>
              <a:rPr sz="1800">
                <a:solidFill>
                  <a:srgbClr val="2C3E50"/>
                </a:solidFill>
              </a:rPr>
              <a:t>a los ángeles, a los santos y a vosotros, hermanos,</a:t>
            </a:r>
          </a:p>
          <a:p>
            <a:r>
              <a:rPr sz="1800">
                <a:solidFill>
                  <a:srgbClr val="2C3E50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400" b="1">
                <a:solidFill>
                  <a:srgbClr val="7C3AED"/>
                </a:solidFill>
              </a:rPr>
              <a:t>GLORIA</a:t>
            </a:r>
          </a:p>
          <a:p>
            <a:r>
              <a:rPr sz="2400" b="1">
                <a:solidFill>
                  <a:srgbClr val="7C3AED"/>
                </a:solidFill>
              </a:rPr>
              <a:t>ALABO TU BONDAD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Todo mi ser canta hoy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por las cosas que hay en mí.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Gracias te doy mi Señor,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Tú me haces tan feliz.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Tú me has regalado tu amistad,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confío en ti, me llenas de tu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paz.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Tú me haces sentir tu gran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bondad,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yo cantaré por siempre tu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fidelidad.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GLORIA A TI, SEÑOR POR TU BONDAD.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GLORIA, GLORIA,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SIEMPRE CANTARÉ TU FIDELIDAD.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GLORIA A TI, SEÑOR POR TU BONDAD.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GLORIA, GLORIA,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(TÚ ME HACES SENTIR TU GRAN BONDAD. YO CANTARÉ)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SIEMPRE CANTARÉ TU FIDELIDAD.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(POR SIEMPRE TU FIDELIDAD)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Siempre a tu lado estaré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alabando tu bondad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A mis hermanos diré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el gran gozo que hallo en ti.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En ti podrán siempre encontrar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fidelidad, confianza y amistad.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Nunca fallara tu gran amor,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ni tu perdón. Me quieres tal como soy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400" b="1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400" b="1">
                <a:solidFill>
                  <a:srgbClr val="A16207"/>
                </a:solidFill>
              </a:rPr>
              <a:t>18,25-28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Así dice el Señor: «Comentáis: «No es justo el proceder del Señor». Escuchad, casa de Israel: ¿es injusto mi proceder?, ¿o no es vuestro proceder el que es injusto? Cuando el justo se aparta de su justicia, comete la maldad y muere, muere por la maldad que cometió. Y cuando el malvado se convierte de la maldad que hizo y practica el derecho y la justicia, él mismo salva su vida. Si recapacita y se convierte de los delitos cometidos, ciertamente vivirá y no morirá.»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03329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400" b="1">
                <a:solidFill>
                  <a:srgbClr val="7C3AED"/>
                </a:solidFill>
              </a:rPr>
              <a:t>SALMO RESPONSORIAL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400" b="1">
                <a:solidFill>
                  <a:srgbClr val="A16207"/>
                </a:solidFill>
              </a:rPr>
              <a:t>Sal 24,4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Antífona: Recuerda, Señor, que tu misericordia es eterna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Señor, enséñame tus caminos,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instrúyeme en tus sendas: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haz que camine con lealtad;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enséñame, porque tú eres mi Dios y Salvador,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y todo el día te estoy esperando.</a:t>
            </a:r>
          </a:p>
          <a:p>
            <a:r>
              <a:rPr sz="1800">
                <a:solidFill>
                  <a:srgbClr val="2C3E50"/>
                </a:solidFill>
              </a:rPr>
              <a:t>Recuerda, Señor,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que tu ternura y tu misericordia son eternas;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no te acuerdes de los pecados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ni de las maldades de mi juventud;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acuérdate de mí con misericordia,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por tu bondad, Señor.</a:t>
            </a:r>
          </a:p>
          <a:p>
            <a:r>
              <a:rPr sz="1800">
                <a:solidFill>
                  <a:srgbClr val="2C3E50"/>
                </a:solidFill>
              </a:rPr>
              <a:t>El Señor es bueno y es recto,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y enseña el camino a los pecadores;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hace caminar a los humildes con rectitud,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enseña su camino a los humildes.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00826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400" b="1">
                <a:solidFill>
                  <a:srgbClr val="7C3AED"/>
                </a:solidFill>
              </a:rPr>
              <a:t>SEGUNDA LECTURA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400" b="1">
                <a:solidFill>
                  <a:srgbClr val="A16207"/>
                </a:solidFill>
              </a:rPr>
              <a:t>2,1-11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Si queréis darme el consuelo de Cristo y aliviarme con vuestro amor, si nos une el mismo Espíritu y tenéis entrañas compasivas, dadme esta gran alegría: manteneos unánimes y concordes con un mismo amor y un mismo sentir. No obréis por rivalidad ni por ostentación, dejaos guiar por la humildad y considerad siempre superiores a los demás. No os encerréis en vuestros intereses, sino buscad todos el interés de los demás. Tened entre vosotros los sentimientos propios de Cristo Jesús. Él, a pesar de su condición divina, no hizo alarde de su categoría de Dios; al contrario, se despojó de su rango y tomó la condición de esclavo, pasando por uno de tantos. Y así, actuando como un hombre cualquiera, se rebajó hasta someterse incluso a la muerte, y una muerte de cruz.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00826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400" b="1">
                <a:solidFill>
                  <a:srgbClr val="7C3AED"/>
                </a:solidFill>
              </a:rPr>
              <a:t>SEGUNDA LECTURA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400" b="1">
                <a:solidFill>
                  <a:srgbClr val="A16207"/>
                </a:solidFill>
              </a:rPr>
              <a:t>2,1-11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Por eso Dios lo levantó sobre todo y le concedió el Nombre-sobre-todo-nombre; de modo que al nombre de Jesús toda rodilla se doble en el cielo, en la tierra, en el abismo, y toda lengua proclame: Jesucristo es Señor, para gloria de Dios Padre.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400" b="1">
                <a:solidFill>
                  <a:srgbClr val="7C3AED"/>
                </a:solidFill>
              </a:rPr>
              <a:t>ALELUYA</a:t>
            </a:r>
          </a:p>
          <a:p>
            <a:r>
              <a:rPr sz="2400" b="1">
                <a:solidFill>
                  <a:srgbClr val="7C3AED"/>
                </a:solidFill>
              </a:rPr>
              <a:t>ALELUYA DE LA TIERRA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¿Quién quiere resucitar a este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mundo que se muere?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¿Quién cantará el aleluya de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esa nueva luz que viene?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¿Quién cuando mire la tierra y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las tragedias observe,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Do dim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sentirá en su corazón el dolor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de quien se muere?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Do dim Mi Sol7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¿Quién es capaz de salvar a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este mundo decadente,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y mantiene la esperanza de los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muchos que la pierden?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EL QUE SUFRE, MATA Y MUERE, DESESPERA Y ENLOQUECE,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Y OTROS SON ESPECTADORES, NO LO SIENTEN.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¿Quién bajará de la cruz a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tanto cristo sufriente,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mientras los hombres miramos,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impasivos e indolentes?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¿Quién grita desde el silencio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de un ser que a su Dios retiene,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Do dim Mim La7 Re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porque se hace palabra que sin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hablar se la entiende?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Do dim Mim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¿Quién se torna en aleluya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porque traduce la muerte,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como el trigo que se pudre y de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uno cientos vienen?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¡ALELUYA! CANTARÁ, QUIEN PERDIÓ LA ESPERANZA,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Y LA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TIERRA SONREIRÁ. ¡ALELUYA!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400" b="1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400" b="1">
                <a:solidFill>
                  <a:srgbClr val="A16207"/>
                </a:solidFill>
              </a:rPr>
              <a:t>21,28-32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En aquel tiempo, dijo Jesús a los sumos sacerdotes y a los ancianos del pueblo: «¿Qué os parece? Un hombre tenía dos hijos. Se acercó al primero y le dijo: «Hijo, ve hoy a trabajar en la viña.» Él le contestó: «No quiero.» Pero después recapacitó y fue. Se acercó al segundo y le dijo lo mismo. Él le contestó: «Voy, señor.» Pero no fue. ¿Quién de los dos hizo lo que quería el padre?»Contestaron: «El primero.»Jesús les dijo: «Os aseguro que los publicanos y las prostitutas os llevan la delantera en el camino del reino de Dios. Porque vino Juan a vosotros enseñándoos el camino de la justicia, y no le creísteis; en cambio, los publicanos y prostitutas le creyeron. Y, aun después de ver esto, vosotros no recapacitasteis ni le creísteis.»</a:t>
            </a:r>
          </a:p>
          <a:p>
            <a:r>
              <a:rPr sz="1800">
                <a:solidFill>
                  <a:srgbClr val="2C3E50"/>
                </a:solidFill>
              </a:rPr>
              <a:t>Palabra del Señor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400" b="1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Creo en Dios, Padre todopoderoso, creador del cielo y de la tierra.</a:t>
            </a:r>
          </a:p>
          <a:p>
            <a:r>
              <a:rPr sz="1800">
                <a:solidFill>
                  <a:srgbClr val="2C3E50"/>
                </a:solidFill>
              </a:rPr>
              <a:t>Creo en Jesucristo, su único Hijo, nuestro Señor, que fue concebido por obra y gracia del Espíritu Santo; nació de Santa María Virgen; padeció bajo el poder de Poncio Pilato; fue crucificado, muerto y sepultado; descendió a los infiernos; al tercer día resucitó de entre los muertos; subió a los cielos y está sentado a la derecha de Dios Padre todopoderoso.</a:t>
            </a:r>
          </a:p>
          <a:p>
            <a:r>
              <a:rPr sz="1800">
                <a:solidFill>
                  <a:srgbClr val="2C3E50"/>
                </a:solidFill>
              </a:rPr>
              <a:t>Desde allí ha de venir a juzgar a vivos y muertos.</a:t>
            </a:r>
          </a:p>
          <a:p>
            <a:r>
              <a:rPr sz="1800">
                <a:solidFill>
                  <a:srgbClr val="2C3E50"/>
                </a:solidFill>
              </a:rPr>
              <a:t>Creo en el Espíritu Santo, la santa Iglesia católica, la comunión de los santos, el perdón de los pecados, la resurrección de la carne y la vida eterna. Amén.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99102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400" b="1">
                <a:solidFill>
                  <a:srgbClr val="7C3AED"/>
                </a:solidFill>
              </a:rPr>
              <a:t>OFERTORIO</a:t>
            </a:r>
          </a:p>
          <a:p>
            <a:r>
              <a:rPr sz="2400" b="1">
                <a:solidFill>
                  <a:srgbClr val="7C3AED"/>
                </a:solidFill>
              </a:rPr>
              <a:t>QUE TE PUEDO DAR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¿Qué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te puedo dar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que no me hayas dado Tú?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¿Qué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te puedo decir que no me hayas dicho Tú?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¿Qué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puedo hacer por ti, si yo no puedo hacer nada?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Si yo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no puedo hacer nada si no es por ti, mi Dios.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TODO LO QUE SE, TODO LO QUE SOY,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TODO LO QUE TENGO ES TUYO (bis)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400" b="1">
                <a:solidFill>
                  <a:srgbClr val="7C3AED"/>
                </a:solidFill>
              </a:rPr>
              <a:t>SANTO</a:t>
            </a:r>
          </a:p>
          <a:p>
            <a:r>
              <a:rPr sz="2400" b="1">
                <a:solidFill>
                  <a:srgbClr val="7C3AED"/>
                </a:solidFill>
              </a:rPr>
              <a:t>SANTO JESUITA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SANTO, SANTO,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SANTO-O-O,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SANTO ES EL SEÑOR,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DIOS DEL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UNIVERSO-O,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DIOS DEL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UNIVERSO-O (bis)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Llenos están el cielo y la tierra de tu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gloria.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Hosanna en el cielo-o, hosanna en el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cielo-o.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Bendito el que viene en nombre del Señor.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Hosanna en el cielo-o, hosanna en el cielo-o.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SANTO, SANTO,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SANTO-O-O..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SANTO, SANTO,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SANTO-O-O,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SANTO ES EL SEÑOR.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92147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400" b="1">
                <a:solidFill>
                  <a:srgbClr val="7C3AED"/>
                </a:solidFill>
              </a:rPr>
              <a:t>PADRE NUESTRO</a:t>
            </a:r>
          </a:p>
          <a:p>
            <a:r>
              <a:rPr sz="2400" b="1">
                <a:solidFill>
                  <a:srgbClr val="7C3AED"/>
                </a:solidFill>
              </a:rPr>
              <a:t>PADRE NUESTRO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Rellenar a mano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8455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400" b="1">
                <a:solidFill>
                  <a:srgbClr val="7C3AED"/>
                </a:solidFill>
              </a:rPr>
              <a:t>RITO DE LA PAZ</a:t>
            </a:r>
          </a:p>
          <a:p>
            <a:r>
              <a:rPr sz="2400" b="1">
                <a:solidFill>
                  <a:srgbClr val="7C3AED"/>
                </a:solidFill>
              </a:rPr>
              <a:t>LA PAZ TE DOY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La paz te doy a ti, mi hermano,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la paz que Dios me regaló,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y en un abrazo a ti te entrego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la paz que llevo en mi corazón.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(bis)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Recíbela, recíbela,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esta es la paz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que el mundo no te puede dar.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(bis)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99102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400" b="1">
                <a:solidFill>
                  <a:srgbClr val="7C3AED"/>
                </a:solidFill>
              </a:rPr>
              <a:t>COMUNIÓN</a:t>
            </a:r>
          </a:p>
          <a:p>
            <a:r>
              <a:rPr sz="2400" b="1">
                <a:solidFill>
                  <a:srgbClr val="7C3AED"/>
                </a:solidFill>
              </a:rPr>
              <a:t>BENDIGAMOS AL SEÑOR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Bendigamos al Señor, Dios de toda la creación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por habernos regalado su amor.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Su bondad y su perdón, y su gran fidelidad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por los siglos de los siglos durará.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EL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ESPÍRITU DE DIOS HOY ESTÁ SOBRE MI.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ÉL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ES QUIEN ME HA UNGIDO A PROCLAMAR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BUENA NUEVA A LOS MÁS POBRES,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(2ª: Sol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GRACIA DE SU SALVACIÓN. (BIS)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Enviados con poder y en el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nombre de Jesús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a sanar a los enfermos del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dolor,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a los ciegos dar visión, a los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pobres la verdad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y a los presos y oprimidos,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libertad.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ESTRIBILLO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Con la fuerza de su amor y de la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resurrección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anunciamos: llega ya la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salvación.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Que ni el miedo, ni el temor,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ni la duda o la opresión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borrarán la paz de nuestro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corazón.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virgen_fatim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810226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400" b="1">
                <a:solidFill>
                  <a:srgbClr val="7C3AED"/>
                </a:solidFill>
              </a:rPr>
              <a:t>CANTO A MARÍA</a:t>
            </a:r>
          </a:p>
          <a:p>
            <a:r>
              <a:rPr sz="2400" b="1">
                <a:solidFill>
                  <a:srgbClr val="7C3AED"/>
                </a:solidFill>
              </a:rPr>
              <a:t>A TU AMPARO Y PROTECCIÓN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A TU AMPARO Y PROTECCIÓN,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MADRE DE DIOS, ACUDIMOS.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NO DESOIGAS NUESTROS RUEGOS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Y DE TODOS LOS PELIGROS,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VIRGEN GLORIOSA Y BENDITA,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DEFIENDE SIEMPRE A TUS HIJOS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57200"/>
            <a:ext cx="603504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596128"/>
            <a:ext cx="60350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5486400" cy="484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1400" b="1">
                <a:solidFill>
                  <a:srgbClr val="7C3AED"/>
                </a:solidFill>
              </a:rPr>
              <a:t>DESPEDIDA</a:t>
            </a:r>
          </a:p>
          <a:p>
            <a:r>
              <a:rPr sz="2400" b="1">
                <a:solidFill>
                  <a:srgbClr val="7C3AED"/>
                </a:solidFill>
              </a:rPr>
              <a:t>COMO CORRE UN RÍO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Como corre un río dentro de mi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ser (x2)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así yo confío en Cristo, mi Rey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(x2)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COMO UN RÍO DE AGUA VIVA,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QUE SALTA P’ARRIBA, QUE LLEVO DENTRO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QUE AFIRMA Y CONFIRMA EN ESTE MOMENTO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EL ESPÍRITU SANTO ESTÁ VINIENDO (X2)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Jesús está pasando por ahí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Jesús está pasando por ahí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Y cuando pasa todo lo transforma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Se va la tristeza, viene la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alegría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Y cuando pasa todo lo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transforma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Viene la alegría para ti y para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mí</a:t>
            </a:r>
          </a:p>
          <a:p>
            <a:pPr>
              <a:lnSpc>
                <a:spcPct val="115000"/>
              </a:lnSpc>
            </a:pPr>
            <a:r>
              <a:rPr sz="1700">
                <a:solidFill>
                  <a:srgbClr val="2C3E50"/>
                </a:solidFill>
              </a:rPr>
              <a:t>COMO UN RÍO DE AGUA VIVA… (X2)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3017520"/>
            <a:ext cx="73152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5321808"/>
            <a:ext cx="73152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200400"/>
            <a:ext cx="6766560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sz="2800" b="1">
                <a:solidFill>
                  <a:srgbClr val="7C3AED"/>
                </a:solidFill>
              </a:rPr>
              <a:t>¡ID EN PAZ!</a:t>
            </a:r>
          </a:p>
          <a:p>
            <a:r>
              <a:rPr sz="1800">
                <a:solidFill>
                  <a:srgbClr val="2C3E50"/>
                </a:solidFill>
              </a:rPr>
              <a:t>Somos uno · 27 de septiembre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sz="1800">
                <a:solidFill>
                  <a:srgbClr val="2C3E50"/>
                </a:solidFill>
              </a:rPr>
              <a:t>«¿Qué os parece? Un hombre tenía dos hijos. Se acercó al primero y le dijo: «Hijo, ve hoy a trabajar en la viña.»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