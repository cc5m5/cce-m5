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400" b="1">
                <a:solidFill>
                  <a:srgbClr val="7C3AED"/>
                </a:solidFill>
              </a:rPr>
              <a:t>L XXVI DOMINGO DEL TIEMPO ORDINARIO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CANCIÓN DE ENTRADA</a:t>
            </a:r>
          </a:p>
          <a:p>
            <a:r>
              <a:rPr sz="2600" b="1">
                <a:solidFill>
                  <a:srgbClr val="7C3AED"/>
                </a:solidFill>
              </a:rPr>
              <a:t>HE VENIDO A SERVIR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Quien quiera ser grande, quien quiera ser el primero, sea el esclavo de todos, sea el más pequeño.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No he venido a ser servido, que he venido a servir y a dar la vida por todos para que todos puedan vivir (2)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en plenitud (3).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2147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600" b="1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GLORIA</a:t>
            </a:r>
          </a:p>
          <a:p>
            <a:r>
              <a:rPr sz="2600" b="1">
                <a:solidFill>
                  <a:srgbClr val="7C3AED"/>
                </a:solidFill>
              </a:rPr>
              <a:t>ALABO TU BONDAD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Todo mi ser canta hoy por las cosas que hay en mí.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Gracias te doy mi Señor,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Tú me haces tan feliz.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Tú me has regalado tu amistad, confío en ti, me llenas de tu paz.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Tú me haces sentir tu gran bondad, yo cantaré por siempre tu fidelidad.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**GLORIA A TI, SEÑOR POR TU BONDAD.**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**GLORIA, GLORIA, SIEMPRE CANTARÉ TU FIDELIDAD.**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**GLORIA A TI, SEÑOR POR TU BONDAD.**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**GLORIA, GLORIA, (TÚ ME HACES SENTIR TU GRAN BONDAD. YO CANTARÉ)**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**SIEMPRE CANTARÉ TU FIDELIDAD.**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(POR SIEMPRE TU FIDELIDAD)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Siempre a tu lado estaré alabando tu bondad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A mis hermanos diré el gran gozo que hallo en ti.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En ti podrán siempre encontrar fidelidad, confianza y amistad.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Nunca fallara tu gran amor, ni tu perdón. Me quieres tal como soy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600" b="1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500" b="1">
                <a:solidFill>
                  <a:srgbClr val="A16207"/>
                </a:solidFill>
              </a:rPr>
              <a:t>18,25-28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Así dice el Señor: «Comentáis: «No es justo el proceder del Señor». Escuchad, casa de Israel: ¿es injusto mi proceder?, ¿o no es vuestro proceder el que es injusto? Cuando el justo se aparta de su justicia, comete la maldad y muere, muere por la maldad que cometió. Y cuando el malvado se convierte de la maldad que hizo y practica el derecho y la justicia, él mismo salva su vida. Si recapacita y se convierte de los delitos cometidos, ciertamente vivirá y no morirá.»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600" b="1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500" b="1">
                <a:solidFill>
                  <a:srgbClr val="A16207"/>
                </a:solidFill>
              </a:rPr>
              <a:t>Sal 24,4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Antífona: Recuerda, Señor, que tu misericordia es eterna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Señor, enséñame tus caminos, instrúyeme en tus sendas: haz que camine con lealtad; enséñame, porque tú eres mi Dios y Salvador, y todo el día te estoy esperando.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Recuerda, Señor, que tu ternura y tu misericordia son eternas; no te acuerdes de los pecados ni de las maldades de mi juventud; acuérdate de mí con misericordia, por tu bondad,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El Señor es bueno y es recto, y enseña el camino a los pecadores; hace caminar a los humildes con rectitud, enseña su camino a los humildes.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00826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600" b="1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500" b="1">
                <a:solidFill>
                  <a:srgbClr val="A16207"/>
                </a:solidFill>
              </a:rPr>
              <a:t>2,1-11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Si queréis darme el consuelo de Cristo y aliviarme con vuestro amor, si nos une el mismo Espíritu y tenéis entrañas compasivas, dadme esta gran alegría: manteneos unánimes y concordes con un mismo amor y un mismo sentir. No obréis por rivalidad ni por ostentación, dejaos guiar por la humildad y considerad siempre superiores a los demás. No os encerréis en vuestros intereses, sino buscad todos el interés de los demás. Tened entre vosotros los sentimientos propios de Cristo Jesús. Él, a pesar de su condición divina, no hizo alarde de su categoría de Dios; al contrario, se despojó de su rango y tomó la condición de esclavo, pasando por uno de tantos. Y así, actuando como un hombre cualquiera, se rebajó hasta someterse incluso a la muerte, y una muerte de cruz. Por eso Dios lo levantó sobre todo y le concedió el Nombre-sobre-todo-nombre; de modo que al nombre de Jesús toda rodilla se doble en el cielo, en la tierra, en el abismo, y toda lengua proclame: Jesucristo es Señor, para gloria de Dios Padre.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ALELUYA</a:t>
            </a:r>
          </a:p>
          <a:p>
            <a:r>
              <a:rPr sz="2600" b="1">
                <a:solidFill>
                  <a:srgbClr val="7C3AED"/>
                </a:solidFill>
              </a:rPr>
              <a:t>ALELUYA DE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¿Quién quiere resucitar a este mundo que se muere?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¿Quién cantará el aleluya de esa nueva luz que viene?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¿Quién cuando mire la tierra y las tragedias observe, sentirá en su corazón el dolor de quien se muere?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¿Quién es capaz de salvar a este mundo decadente, y mantiene la esperanza de los muchos que la pierden?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**EL QUE SUFRE, MATA Y MUERE, DESESPERA Y ENLOQUECE,**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**Y OTROS SON ESPECTADORES, NO LO SIENTEN.**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¿Quién bajará de la cruz a tanto cristo sufriente, mientras los hombres miramos, impasivos e indolentes?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¿Quién grita desde el silencio de un ser que a su Dios retiene, porque se hace palabra que sin hablar se la entiende?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¿Quién se torna en aleluya porque traduce la muerte, como el trigo que se pudre y de uno cientos vienen?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**¡ALELUYA! CANTARÁ, QUIEN PERDIÓ LA ESPERANZA,**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**Y LA TIERRA SONREIRÁ. ¡ALELUYA!**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600" b="1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500" b="1">
                <a:solidFill>
                  <a:srgbClr val="A16207"/>
                </a:solidFill>
              </a:rPr>
              <a:t>21,28-32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En aquel tiempo, dijo Jesús a los sumos sacerdotes y a los ancianos del pueblo: «¿Qué os parece? Un hombre tenía dos hijos. Se acercó al primero y le dijo: «Hijo, ve hoy a trabajar en la viña.» Él le contestó: «No quiero.» Pero después recapacitó y fue. Se acercó al segundo y le dijo lo mismo. Él le contestó: «Voy, señor.» Pero no fue. ¿Quién de los dos hizo lo que quería el padre?»Contestaron: «El primero.»Jesús les dijo: «Os aseguro que los publicanos y las prostitutas os llevan la delantera en el camino del reino de Dios. Porque vino Juan a vosotros enseñándoos el camino de la justicia, y no le creísteis; en cambio, los publicanos y prostitutas le creyeron. Y, aun después de ver esto, vosotros no recapacitasteis ni le creísteis.»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Palabra del Señor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600" b="1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Creo en Dios, Padre todopoderoso, creador del cielo y de la tierra.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Creo en Jesucristo, su único Hijo, nuestro Señor, que fue concebido por obra y gracia del Espíritu Santo; nació de Santa María Virgen; padeció bajo el poder de Poncio Pilato; fue crucificado, muerto y sepultado; descendió a los infiernos; al tercer día resucitó de entre los muertos; subió a los cielos y está sentado a la derecha de Dios Padre todopoderoso.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Desde allí ha de venir a juzgar a vivos y muertos.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Creo en el Espíritu Santo, la santa Iglesia católica, la comunión de los santos, el perdón de los pecados, la resurrección de la carne y la vida eterna. Amén.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OFERTORIO</a:t>
            </a:r>
          </a:p>
          <a:p>
            <a:r>
              <a:rPr sz="2600" b="1">
                <a:solidFill>
                  <a:srgbClr val="7C3AED"/>
                </a:solidFill>
              </a:rPr>
              <a:t>QUE TE PUEDO DAR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¿Qué te puedo dar que no me hayas dado Tú?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¿Qué te puedo decir que no me hayas dicho Tú?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¿Qué puedo hacer por ti, si yo no puedo hacer nada?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Si yo no puedo hacer nada si no es por ti, mi Dios.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**TODO LO QUE SE, TODO LO QUE SOY,**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TODO LO QUE TENGO ES TUYO (bis)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SANTO</a:t>
            </a:r>
          </a:p>
          <a:p>
            <a:r>
              <a:rPr sz="2600" b="1">
                <a:solidFill>
                  <a:srgbClr val="7C3AED"/>
                </a:solidFill>
              </a:rPr>
              <a:t>SANTO JESUITA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**SANTO, SANTO, SANTO-O-O,**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**SANTO ES EL SEÑOR,**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**DIOS DEL UNIVERSO-O,**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DIOS DEL UNIVERSO-O (bis)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Llenos están el cielo y la tierra de tu gloria.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Hosanna en el cielo-o, hosanna en el cielo-o.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Bendito el que viene en nombre del Señor.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Hosanna en el cielo-o, hosanna en el cielo-o.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**SANTO, SANTO, SANTO-O-O..**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**SANTO, SANTO, SANTO-O-O,**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**SANTO ES EL SEÑOR.**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2147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PADRE NUESTRO</a:t>
            </a:r>
          </a:p>
          <a:p>
            <a:r>
              <a:rPr sz="2600" b="1">
                <a:solidFill>
                  <a:srgbClr val="7C3AED"/>
                </a:solidFill>
              </a:rPr>
              <a:t>PADRE NUESTRO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Rellenar a mano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8455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RITO DE LA PAZ</a:t>
            </a:r>
          </a:p>
          <a:p>
            <a:r>
              <a:rPr sz="2600" b="1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La paz te doy a ti, mi hermano, la paz que Dios me regaló, y en un abrazo a ti te entrego la paz que llevo en mi corazón.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Recíbela, recíbela, esta es la paz que el mundo no te puede dar.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COMUNIÓN</a:t>
            </a:r>
          </a:p>
          <a:p>
            <a:r>
              <a:rPr sz="2600" b="1">
                <a:solidFill>
                  <a:srgbClr val="7C3AED"/>
                </a:solidFill>
              </a:rPr>
              <a:t>BENDIGAMOS AL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Bendigamos al Señor, Dios de toda la creación por habernos regalado su amor.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Su bondad y su perdón, y su gran fidelidad por los siglos de los siglos durará.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**EL ESPÍRITU DE DIOS HOY ESTÁ SOBRE MI.**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**ÉL ES QUIEN ME HA UNGIDO A PROCLAMAR**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**BUENA NUEVA A LOS MÁS POBRES,**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**GRACIA DE SU SALVACIÓN. (BIS)**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Enviados con poder y en el nombre de Jesús a sanar a los enfermos del dolor, a los ciegos dar visión, a los pobres la verdad y a los presos y oprimidos, libertad.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**Con la fuerza de su amor y de la resurrección anunciamos: llega ya la salvación.**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**Que ni el miedo, ni el temor, ni la duda o la opresión borrarán la paz de nuestro corazón.**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virgen_fati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81022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CANTO A MARÍA</a:t>
            </a:r>
          </a:p>
          <a:p>
            <a:r>
              <a:rPr sz="2600" b="1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**A TU AMPARO Y PROTECCIÓN,**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**MADRE DE DIOS, ACUDIMOS.**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**NO DESOIGAS NUESTROS RUEGOS**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**Y DE TODOS LOS PELIGROS,**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**VIRGEN GLORIOSA Y BENDITA,**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**DEFIENDE SIEMPRE A TUS HIJOS**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1">
                <a:solidFill>
                  <a:srgbClr val="7C3AED"/>
                </a:solidFill>
              </a:rPr>
              <a:t>DESPEDIDA</a:t>
            </a:r>
          </a:p>
          <a:p>
            <a:r>
              <a:rPr sz="2600" b="1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Como corre un río dentro de mi ser (x2)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así yo confío en Cristo, mi Rey (x2)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**COMO UN RÍO DE AGUA VIVA,**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**QUE SALTA P’ARRIBA, QUE LLEVO DENTRO**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**QUE AFIRMA Y CONFIRMA EN ESTE MOMENTO**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**EL ESPÍRITU SANTO ESTÁ VINIENDO (X2)**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Jesús está pasando por ahí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Jesús está pasando por ahí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Y cuando pasa todo lo transforma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Se va la tristeza, viene la alegría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Y cuando pasa todo lo transforma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Viene la alegría para ti y para mí</a:t>
            </a:r>
          </a:p>
          <a:p>
            <a:pPr>
              <a:lnSpc>
                <a:spcPct val="105000"/>
              </a:lnSpc>
            </a:pPr>
            <a:r>
              <a:rPr sz="1900">
                <a:solidFill>
                  <a:srgbClr val="2C3E50"/>
                </a:solidFill>
              </a:rPr>
              <a:t>**COMO UN RÍO DE AGUA VIVA… (X2)**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400" b="1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Somos uno · 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C3E50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