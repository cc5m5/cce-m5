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xmlns:ns4="http://customooxmlschemas.google.com/" strictFirstAndLastChars="0" embedTrueTypeFonts="1" saveSubsetFonts="1" autoCompressPictures="0">
  <ns0:sldMasterIdLst>
    <ns0:sldMasterId id="2147483648" ns1:id="rId1"/>
  </ns0:sldMasterIdLst>
  <ns0:notesMasterIdLst>
    <ns0:notesMasterId ns1:id="rId123"/>
  </ns0:notesMasterIdLst>
  <ns0:sldIdLst>
    <ns0:sldId id="256" ns1:id="rId2"/>
    <ns0:sldId id="260" ns1:id="rId9"/>
    <ns0:sldId id="275" ns1:id="rId24"/>
    <ns0:sldId id="292" ns1:id="rId41"/>
    <ns0:sldId id="303" ns1:id="rId53"/>
    <ns0:sldId id="304" ns1:id="rId27"/>
    <ns0:sldId id="305" ns1:id="rId28"/>
    <ns0:sldId id="306" ns1:id="rId29"/>
    <ns0:sldId id="307" ns1:id="rId30"/>
    <ns0:sldId id="308" ns1:id="rId31"/>
    <ns0:sldId id="309" ns1:id="rId32"/>
    <ns0:sldId id="310" ns1:id="rId33"/>
    <ns0:sldId id="311" ns1:id="rId34"/>
  </ns0:sldIdLst>
  <ns0:sldSz cx="9144000" cy="6858000" type="screen4x3"/>
  <ns0:notesSz cx="6858000" cy="9144000"/>
  <ns0:embeddedFontLst>
    <ns0:embeddedFont>
      <ns0:font typeface="Candara" panose="020E0502030303020204" pitchFamily="34" charset="0"/>
      <ns0:regular ns1:id="rId124"/>
      <ns0:bold ns1:id="rId125"/>
      <ns0:italic ns1:id="rId126"/>
      <ns0:boldItalic ns1:id="rId127"/>
    </ns0:embeddedFont>
    <ns0:embeddedFont>
      <ns0:font typeface="Century Gothic" panose="020B0502020202020204" pitchFamily="34" charset="0"/>
      <ns0:regular ns1:id="rId128"/>
      <ns0:bold ns1:id="rId129"/>
      <ns0:italic ns1:id="rId130"/>
      <ns0:boldItalic ns1:id="rId131"/>
    </ns0:embeddedFont>
    <ns0:embeddedFont>
      <ns0:font typeface="Overlock" panose="020B0604020202020204" charset="0"/>
      <ns0:regular ns1:id="rId132"/>
      <ns0:bold ns1:id="rId133"/>
      <ns0:italic ns1:id="rId134"/>
      <ns0:boldItalic ns1:id="rId135"/>
    </ns0:embeddedFont>
    <ns0:embeddedFont>
      <ns0:font typeface="Tahoma" panose="020B0604030504040204" pitchFamily="34" charset="0"/>
      <ns0:regular ns1:id="rId136"/>
      <ns0:bold ns1:id="rId137"/>
    </ns0:embeddedFont>
  </ns0:embeddedFontLst>
  <ns0:defaultTextStyle>
    <ns2:defPPr marR="0" lvl="0" algn="l" rtl="0">
      <ns2:lnSpc>
        <ns2:spcPct val="100000"/>
      </ns2:lnSpc>
      <ns2:spcBef>
        <ns2:spcPts val="0"/>
      </ns2:spcBef>
      <ns2:spcAft>
        <ns2:spcPts val="0"/>
      </ns2:spcAft>
    </ns2:defPPr>
    <ns2:lvl1pPr marR="0" lvl="0" algn="l" rtl="0">
      <ns2:lnSpc>
        <ns2:spcPct val="100000"/>
      </ns2:lnSpc>
      <ns2:spcBef>
        <ns2:spcPts val="0"/>
      </ns2:spcBef>
      <ns2:spcAft>
        <ns2:spcPts val="0"/>
      </ns2:spcAft>
      <ns2:buClr>
        <ns2:srgbClr val="000000"/>
      </ns2:buClr>
      <ns2:buFont typeface="Arial"/>
      <ns2:defRPr sz="1400" b="0" i="0" u="none" strike="noStrike" cap="none">
        <ns2:solidFill>
          <ns2:srgbClr val="000000"/>
        </ns2:solidFill>
        <ns2:latin typeface="Arial"/>
        <ns2:ea typeface="Arial"/>
        <ns2:cs typeface="Arial"/>
        <ns2:sym typeface="Arial"/>
      </ns2:defRPr>
    </ns2:lvl1pPr>
    <ns2:lvl2pPr marR="0" lvl="1" algn="l" rtl="0">
      <ns2:lnSpc>
        <ns2:spcPct val="100000"/>
      </ns2:lnSpc>
      <ns2:spcBef>
        <ns2:spcPts val="0"/>
      </ns2:spcBef>
      <ns2:spcAft>
        <ns2:spcPts val="0"/>
      </ns2:spcAft>
      <ns2:buClr>
        <ns2:srgbClr val="000000"/>
      </ns2:buClr>
      <ns2:buFont typeface="Arial"/>
      <ns2:defRPr sz="1400" b="0" i="0" u="none" strike="noStrike" cap="none">
        <ns2:solidFill>
          <ns2:srgbClr val="000000"/>
        </ns2:solidFill>
        <ns2:latin typeface="Arial"/>
        <ns2:ea typeface="Arial"/>
        <ns2:cs typeface="Arial"/>
        <ns2:sym typeface="Arial"/>
      </ns2:defRPr>
    </ns2:lvl2pPr>
    <ns2:lvl3pPr marR="0" lvl="2" algn="l" rtl="0">
      <ns2:lnSpc>
        <ns2:spcPct val="100000"/>
      </ns2:lnSpc>
      <ns2:spcBef>
        <ns2:spcPts val="0"/>
      </ns2:spcBef>
      <ns2:spcAft>
        <ns2:spcPts val="0"/>
      </ns2:spcAft>
      <ns2:buClr>
        <ns2:srgbClr val="000000"/>
      </ns2:buClr>
      <ns2:buFont typeface="Arial"/>
      <ns2:defRPr sz="1400" b="0" i="0" u="none" strike="noStrike" cap="none">
        <ns2:solidFill>
          <ns2:srgbClr val="000000"/>
        </ns2:solidFill>
        <ns2:latin typeface="Arial"/>
        <ns2:ea typeface="Arial"/>
        <ns2:cs typeface="Arial"/>
        <ns2:sym typeface="Arial"/>
      </ns2:defRPr>
    </ns2:lvl3pPr>
    <ns2:lvl4pPr marR="0" lvl="3" algn="l" rtl="0">
      <ns2:lnSpc>
        <ns2:spcPct val="100000"/>
      </ns2:lnSpc>
      <ns2:spcBef>
        <ns2:spcPts val="0"/>
      </ns2:spcBef>
      <ns2:spcAft>
        <ns2:spcPts val="0"/>
      </ns2:spcAft>
      <ns2:buClr>
        <ns2:srgbClr val="000000"/>
      </ns2:buClr>
      <ns2:buFont typeface="Arial"/>
      <ns2:defRPr sz="1400" b="0" i="0" u="none" strike="noStrike" cap="none">
        <ns2:solidFill>
          <ns2:srgbClr val="000000"/>
        </ns2:solidFill>
        <ns2:latin typeface="Arial"/>
        <ns2:ea typeface="Arial"/>
        <ns2:cs typeface="Arial"/>
        <ns2:sym typeface="Arial"/>
      </ns2:defRPr>
    </ns2:lvl4pPr>
    <ns2:lvl5pPr marR="0" lvl="4" algn="l" rtl="0">
      <ns2:lnSpc>
        <ns2:spcPct val="100000"/>
      </ns2:lnSpc>
      <ns2:spcBef>
        <ns2:spcPts val="0"/>
      </ns2:spcBef>
      <ns2:spcAft>
        <ns2:spcPts val="0"/>
      </ns2:spcAft>
      <ns2:buClr>
        <ns2:srgbClr val="000000"/>
      </ns2:buClr>
      <ns2:buFont typeface="Arial"/>
      <ns2:defRPr sz="1400" b="0" i="0" u="none" strike="noStrike" cap="none">
        <ns2:solidFill>
          <ns2:srgbClr val="000000"/>
        </ns2:solidFill>
        <ns2:latin typeface="Arial"/>
        <ns2:ea typeface="Arial"/>
        <ns2:cs typeface="Arial"/>
        <ns2:sym typeface="Arial"/>
      </ns2:defRPr>
    </ns2:lvl5pPr>
    <ns2:lvl6pPr marR="0" lvl="5" algn="l" rtl="0">
      <ns2:lnSpc>
        <ns2:spcPct val="100000"/>
      </ns2:lnSpc>
      <ns2:spcBef>
        <ns2:spcPts val="0"/>
      </ns2:spcBef>
      <ns2:spcAft>
        <ns2:spcPts val="0"/>
      </ns2:spcAft>
      <ns2:buClr>
        <ns2:srgbClr val="000000"/>
      </ns2:buClr>
      <ns2:buFont typeface="Arial"/>
      <ns2:defRPr sz="1400" b="0" i="0" u="none" strike="noStrike" cap="none">
        <ns2:solidFill>
          <ns2:srgbClr val="000000"/>
        </ns2:solidFill>
        <ns2:latin typeface="Arial"/>
        <ns2:ea typeface="Arial"/>
        <ns2:cs typeface="Arial"/>
        <ns2:sym typeface="Arial"/>
      </ns2:defRPr>
    </ns2:lvl6pPr>
    <ns2:lvl7pPr marR="0" lvl="6" algn="l" rtl="0">
      <ns2:lnSpc>
        <ns2:spcPct val="100000"/>
      </ns2:lnSpc>
      <ns2:spcBef>
        <ns2:spcPts val="0"/>
      </ns2:spcBef>
      <ns2:spcAft>
        <ns2:spcPts val="0"/>
      </ns2:spcAft>
      <ns2:buClr>
        <ns2:srgbClr val="000000"/>
      </ns2:buClr>
      <ns2:buFont typeface="Arial"/>
      <ns2:defRPr sz="1400" b="0" i="0" u="none" strike="noStrike" cap="none">
        <ns2:solidFill>
          <ns2:srgbClr val="000000"/>
        </ns2:solidFill>
        <ns2:latin typeface="Arial"/>
        <ns2:ea typeface="Arial"/>
        <ns2:cs typeface="Arial"/>
        <ns2:sym typeface="Arial"/>
      </ns2:defRPr>
    </ns2:lvl7pPr>
    <ns2:lvl8pPr marR="0" lvl="7" algn="l" rtl="0">
      <ns2:lnSpc>
        <ns2:spcPct val="100000"/>
      </ns2:lnSpc>
      <ns2:spcBef>
        <ns2:spcPts val="0"/>
      </ns2:spcBef>
      <ns2:spcAft>
        <ns2:spcPts val="0"/>
      </ns2:spcAft>
      <ns2:buClr>
        <ns2:srgbClr val="000000"/>
      </ns2:buClr>
      <ns2:buFont typeface="Arial"/>
      <ns2:defRPr sz="1400" b="0" i="0" u="none" strike="noStrike" cap="none">
        <ns2:solidFill>
          <ns2:srgbClr val="000000"/>
        </ns2:solidFill>
        <ns2:latin typeface="Arial"/>
        <ns2:ea typeface="Arial"/>
        <ns2:cs typeface="Arial"/>
        <ns2:sym typeface="Arial"/>
      </ns2:defRPr>
    </ns2:lvl8pPr>
    <ns2:lvl9pPr marR="0" lvl="8" algn="l" rtl="0">
      <ns2:lnSpc>
        <ns2:spcPct val="100000"/>
      </ns2:lnSpc>
      <ns2:spcBef>
        <ns2:spcPts val="0"/>
      </ns2:spcBef>
      <ns2:spcAft>
        <ns2:spcPts val="0"/>
      </ns2:spcAft>
      <ns2:buClr>
        <ns2:srgbClr val="000000"/>
      </ns2:buClr>
      <ns2:buFont typeface="Arial"/>
      <ns2:defRPr sz="1400" b="0" i="0" u="none" strike="noStrike" cap="none">
        <ns2:solidFill>
          <ns2:srgbClr val="000000"/>
        </ns2:solidFill>
        <ns2:latin typeface="Arial"/>
        <ns2:ea typeface="Arial"/>
        <ns2:cs typeface="Arial"/>
        <ns2:sym typeface="Arial"/>
      </ns2:defRPr>
    </ns2:lvl9pPr>
  </ns0:defaultTextStyle>
  <ns0:extLst>
    <ns0:ext uri="{EFAFB233-063F-42B5-8137-9DF3F51BA10A}">
      <ns3:sldGuideLst>
        <ns3:guide id="1" orient="horz" pos="2160">
          <ns3:clr>
            <ns2:srgbClr val="A4A3A4"/>
          </ns3:clr>
        </ns3:guide>
        <ns3:guide id="2" pos="2880">
          <ns3:clr>
            <ns2:srgbClr val="A4A3A4"/>
          </ns3:clr>
        </ns3:guide>
      </ns3:sldGuideLst>
    </ns0:ext>
    <ns0:ext uri="http://customooxmlschemas.google.com/">
      <ns4:slidesCustomData ns1:id="rId138" roundtripDataSignature="AMtx7mjuzTmtcblT0yV3TcH3SuDKnGU3fg=="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150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9" Type="http://schemas.openxmlformats.org/officeDocument/2006/relationships/slide" Target="slides/slide2.xml"/><Relationship Id="rId24" Type="http://schemas.openxmlformats.org/officeDocument/2006/relationships/slide" Target="slides/slide3.xml"/><Relationship Id="rId27" Type="http://schemas.openxmlformats.org/officeDocument/2006/relationships/slide" Target="slides/slide6.xml"/><Relationship Id="rId28" Type="http://schemas.openxmlformats.org/officeDocument/2006/relationships/slide" Target="slides/slide7.xml"/><Relationship Id="rId29" Type="http://schemas.openxmlformats.org/officeDocument/2006/relationships/slide" Target="slides/slide8.xml"/><Relationship Id="rId30" Type="http://schemas.openxmlformats.org/officeDocument/2006/relationships/slide" Target="slides/slide9.xml"/><Relationship Id="rId31" Type="http://schemas.openxmlformats.org/officeDocument/2006/relationships/slide" Target="slides/slide10.xml"/><Relationship Id="rId32" Type="http://schemas.openxmlformats.org/officeDocument/2006/relationships/slide" Target="slides/slide11.xml"/><Relationship Id="rId33" Type="http://schemas.openxmlformats.org/officeDocument/2006/relationships/slide" Target="slides/slide12.xml"/><Relationship Id="rId34" Type="http://schemas.openxmlformats.org/officeDocument/2006/relationships/slide" Target="slides/slide13.xml"/><Relationship Id="rId41" Type="http://schemas.openxmlformats.org/officeDocument/2006/relationships/slide" Target="slides/slide4.xml"/><Relationship Id="rId53" Type="http://schemas.openxmlformats.org/officeDocument/2006/relationships/slide" Target="slides/slide5.xml"/><Relationship Id="rId123" Type="http://schemas.openxmlformats.org/officeDocument/2006/relationships/notesMaster" Target="notesMasters/notesMaster1.xml"/><Relationship Id="rId124" Type="http://schemas.openxmlformats.org/officeDocument/2006/relationships/font" Target="fonts/font1.fntdata"/><Relationship Id="rId125" Type="http://schemas.openxmlformats.org/officeDocument/2006/relationships/font" Target="fonts/font2.fntdata"/><Relationship Id="rId126" Type="http://schemas.openxmlformats.org/officeDocument/2006/relationships/font" Target="fonts/font3.fntdata"/><Relationship Id="rId127" Type="http://schemas.openxmlformats.org/officeDocument/2006/relationships/font" Target="fonts/font4.fntdata"/><Relationship Id="rId128" Type="http://schemas.openxmlformats.org/officeDocument/2006/relationships/font" Target="fonts/font5.fntdata"/><Relationship Id="rId129" Type="http://schemas.openxmlformats.org/officeDocument/2006/relationships/font" Target="fonts/font6.fntdata"/><Relationship Id="rId130" Type="http://schemas.openxmlformats.org/officeDocument/2006/relationships/font" Target="fonts/font7.fntdata"/><Relationship Id="rId131" Type="http://schemas.openxmlformats.org/officeDocument/2006/relationships/font" Target="fonts/font8.fntdata"/><Relationship Id="rId132" Type="http://schemas.openxmlformats.org/officeDocument/2006/relationships/font" Target="fonts/font9.fntdata"/><Relationship Id="rId133" Type="http://schemas.openxmlformats.org/officeDocument/2006/relationships/font" Target="fonts/font10.fntdata"/><Relationship Id="rId134" Type="http://schemas.openxmlformats.org/officeDocument/2006/relationships/font" Target="fonts/font11.fntdata"/><Relationship Id="rId135" Type="http://schemas.openxmlformats.org/officeDocument/2006/relationships/font" Target="fonts/font12.fntdata"/><Relationship Id="rId136" Type="http://schemas.openxmlformats.org/officeDocument/2006/relationships/font" Target="fonts/font13.fntdata"/><Relationship Id="rId137" Type="http://schemas.openxmlformats.org/officeDocument/2006/relationships/font" Target="fonts/font14.fntdata"/><Relationship Id="rId138" Type="http://customschemas.google.com/relationships/presentationmetadata" Target="metadata"/><Relationship Id="rId139" Type="http://schemas.openxmlformats.org/officeDocument/2006/relationships/presProps" Target="presProps.xml"/><Relationship Id="rId140" Type="http://schemas.openxmlformats.org/officeDocument/2006/relationships/viewProps" Target="viewProps.xml"/><Relationship Id="rId141" Type="http://schemas.openxmlformats.org/officeDocument/2006/relationships/theme" Target="theme/theme1.xml"/><Relationship Id="rId1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1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7" name="Google Shape;437;p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16"/>
          <p:cNvSpPr txBox="1">
            <a:spLocks noGrp="1"/>
          </p:cNvSpPr>
          <p:nvPr>
            <p:ph type="ctrTitle"/>
          </p:nvPr>
        </p:nvSpPr>
        <p:spPr>
          <a:xfrm>
            <a:off x="755576" y="1122363"/>
            <a:ext cx="7704856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entury Gothic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16"/>
          <p:cNvSpPr txBox="1">
            <a:spLocks noGrp="1"/>
          </p:cNvSpPr>
          <p:nvPr>
            <p:ph type="subTitle" idx="1"/>
          </p:nvPr>
        </p:nvSpPr>
        <p:spPr>
          <a:xfrm>
            <a:off x="755576" y="3602038"/>
            <a:ext cx="7704856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9" name="Google Shape;19;p116"/>
          <p:cNvSpPr txBox="1">
            <a:spLocks noGrp="1"/>
          </p:cNvSpPr>
          <p:nvPr>
            <p:ph type="dt" idx="10"/>
          </p:nvPr>
        </p:nvSpPr>
        <p:spPr>
          <a:xfrm>
            <a:off x="683568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16"/>
          <p:cNvSpPr txBox="1">
            <a:spLocks noGrp="1"/>
          </p:cNvSpPr>
          <p:nvPr>
            <p:ph type="ftr" idx="11"/>
          </p:nvPr>
        </p:nvSpPr>
        <p:spPr>
          <a:xfrm>
            <a:off x="3059832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16"/>
          <p:cNvSpPr txBox="1">
            <a:spLocks noGrp="1"/>
          </p:cNvSpPr>
          <p:nvPr>
            <p:ph type="sldNum" idx="12"/>
          </p:nvPr>
        </p:nvSpPr>
        <p:spPr>
          <a:xfrm>
            <a:off x="647504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17"/>
          <p:cNvSpPr txBox="1">
            <a:spLocks noGrp="1"/>
          </p:cNvSpPr>
          <p:nvPr>
            <p:ph type="title"/>
          </p:nvPr>
        </p:nvSpPr>
        <p:spPr>
          <a:xfrm>
            <a:off x="683568" y="391395"/>
            <a:ext cx="7848872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17"/>
          <p:cNvSpPr txBox="1">
            <a:spLocks noGrp="1"/>
          </p:cNvSpPr>
          <p:nvPr>
            <p:ph type="body" idx="1"/>
          </p:nvPr>
        </p:nvSpPr>
        <p:spPr>
          <a:xfrm>
            <a:off x="683568" y="1825625"/>
            <a:ext cx="7848872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117"/>
          <p:cNvSpPr txBox="1">
            <a:spLocks noGrp="1"/>
          </p:cNvSpPr>
          <p:nvPr>
            <p:ph type="dt" idx="10"/>
          </p:nvPr>
        </p:nvSpPr>
        <p:spPr>
          <a:xfrm>
            <a:off x="683568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17"/>
          <p:cNvSpPr txBox="1">
            <a:spLocks noGrp="1"/>
          </p:cNvSpPr>
          <p:nvPr>
            <p:ph type="ftr" idx="11"/>
          </p:nvPr>
        </p:nvSpPr>
        <p:spPr>
          <a:xfrm>
            <a:off x="3059832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17"/>
          <p:cNvSpPr txBox="1">
            <a:spLocks noGrp="1"/>
          </p:cNvSpPr>
          <p:nvPr>
            <p:ph type="sldNum" idx="12"/>
          </p:nvPr>
        </p:nvSpPr>
        <p:spPr>
          <a:xfrm>
            <a:off x="647504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18"/>
          <p:cNvSpPr txBox="1">
            <a:spLocks noGrp="1"/>
          </p:cNvSpPr>
          <p:nvPr>
            <p:ph type="title"/>
          </p:nvPr>
        </p:nvSpPr>
        <p:spPr>
          <a:xfrm>
            <a:off x="683568" y="391395"/>
            <a:ext cx="7848872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18"/>
          <p:cNvSpPr txBox="1">
            <a:spLocks noGrp="1"/>
          </p:cNvSpPr>
          <p:nvPr>
            <p:ph type="body" idx="1"/>
          </p:nvPr>
        </p:nvSpPr>
        <p:spPr>
          <a:xfrm>
            <a:off x="683568" y="1825625"/>
            <a:ext cx="386715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" name="Google Shape;31;p118"/>
          <p:cNvSpPr txBox="1">
            <a:spLocks noGrp="1"/>
          </p:cNvSpPr>
          <p:nvPr>
            <p:ph type="body" idx="2"/>
          </p:nvPr>
        </p:nvSpPr>
        <p:spPr>
          <a:xfrm>
            <a:off x="4665290" y="1825625"/>
            <a:ext cx="386715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118"/>
          <p:cNvSpPr txBox="1">
            <a:spLocks noGrp="1"/>
          </p:cNvSpPr>
          <p:nvPr>
            <p:ph type="dt" idx="10"/>
          </p:nvPr>
        </p:nvSpPr>
        <p:spPr>
          <a:xfrm>
            <a:off x="683568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18"/>
          <p:cNvSpPr txBox="1">
            <a:spLocks noGrp="1"/>
          </p:cNvSpPr>
          <p:nvPr>
            <p:ph type="ftr" idx="11"/>
          </p:nvPr>
        </p:nvSpPr>
        <p:spPr>
          <a:xfrm>
            <a:off x="3059832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18"/>
          <p:cNvSpPr txBox="1">
            <a:spLocks noGrp="1"/>
          </p:cNvSpPr>
          <p:nvPr>
            <p:ph type="sldNum" idx="12"/>
          </p:nvPr>
        </p:nvSpPr>
        <p:spPr>
          <a:xfrm>
            <a:off x="647504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19"/>
          <p:cNvSpPr txBox="1">
            <a:spLocks noGrp="1"/>
          </p:cNvSpPr>
          <p:nvPr>
            <p:ph type="dt" idx="10"/>
          </p:nvPr>
        </p:nvSpPr>
        <p:spPr>
          <a:xfrm>
            <a:off x="683568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19"/>
          <p:cNvSpPr txBox="1">
            <a:spLocks noGrp="1"/>
          </p:cNvSpPr>
          <p:nvPr>
            <p:ph type="ftr" idx="11"/>
          </p:nvPr>
        </p:nvSpPr>
        <p:spPr>
          <a:xfrm>
            <a:off x="3059832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19"/>
          <p:cNvSpPr txBox="1">
            <a:spLocks noGrp="1"/>
          </p:cNvSpPr>
          <p:nvPr>
            <p:ph type="sldNum" idx="12"/>
          </p:nvPr>
        </p:nvSpPr>
        <p:spPr>
          <a:xfrm>
            <a:off x="647504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20"/>
          <p:cNvSpPr txBox="1">
            <a:spLocks noGrp="1"/>
          </p:cNvSpPr>
          <p:nvPr>
            <p:ph type="title"/>
          </p:nvPr>
        </p:nvSpPr>
        <p:spPr>
          <a:xfrm>
            <a:off x="683568" y="1709740"/>
            <a:ext cx="7848872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Century Gothic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20"/>
          <p:cNvSpPr txBox="1">
            <a:spLocks noGrp="1"/>
          </p:cNvSpPr>
          <p:nvPr>
            <p:ph type="body" idx="1"/>
          </p:nvPr>
        </p:nvSpPr>
        <p:spPr>
          <a:xfrm>
            <a:off x="683568" y="4589465"/>
            <a:ext cx="7848872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2" name="Google Shape;42;p120"/>
          <p:cNvSpPr txBox="1">
            <a:spLocks noGrp="1"/>
          </p:cNvSpPr>
          <p:nvPr>
            <p:ph type="dt" idx="10"/>
          </p:nvPr>
        </p:nvSpPr>
        <p:spPr>
          <a:xfrm>
            <a:off x="683568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20"/>
          <p:cNvSpPr txBox="1">
            <a:spLocks noGrp="1"/>
          </p:cNvSpPr>
          <p:nvPr>
            <p:ph type="ftr" idx="11"/>
          </p:nvPr>
        </p:nvSpPr>
        <p:spPr>
          <a:xfrm>
            <a:off x="3059832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20"/>
          <p:cNvSpPr txBox="1">
            <a:spLocks noGrp="1"/>
          </p:cNvSpPr>
          <p:nvPr>
            <p:ph type="sldNum" idx="12"/>
          </p:nvPr>
        </p:nvSpPr>
        <p:spPr>
          <a:xfrm>
            <a:off x="647504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1"/>
          <p:cNvSpPr txBox="1">
            <a:spLocks noGrp="1"/>
          </p:cNvSpPr>
          <p:nvPr>
            <p:ph type="title"/>
          </p:nvPr>
        </p:nvSpPr>
        <p:spPr>
          <a:xfrm>
            <a:off x="683568" y="365127"/>
            <a:ext cx="7848872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21"/>
          <p:cNvSpPr txBox="1">
            <a:spLocks noGrp="1"/>
          </p:cNvSpPr>
          <p:nvPr>
            <p:ph type="body" idx="1"/>
          </p:nvPr>
        </p:nvSpPr>
        <p:spPr>
          <a:xfrm>
            <a:off x="703263" y="1681163"/>
            <a:ext cx="386873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8" name="Google Shape;48;p121"/>
          <p:cNvSpPr txBox="1">
            <a:spLocks noGrp="1"/>
          </p:cNvSpPr>
          <p:nvPr>
            <p:ph type="body" idx="2"/>
          </p:nvPr>
        </p:nvSpPr>
        <p:spPr>
          <a:xfrm>
            <a:off x="703263" y="2505075"/>
            <a:ext cx="386873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121"/>
          <p:cNvSpPr txBox="1">
            <a:spLocks noGrp="1"/>
          </p:cNvSpPr>
          <p:nvPr>
            <p:ph type="body" idx="3"/>
          </p:nvPr>
        </p:nvSpPr>
        <p:spPr>
          <a:xfrm>
            <a:off x="4644008" y="1681163"/>
            <a:ext cx="38877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50" name="Google Shape;50;p121"/>
          <p:cNvSpPr txBox="1">
            <a:spLocks noGrp="1"/>
          </p:cNvSpPr>
          <p:nvPr>
            <p:ph type="body" idx="4"/>
          </p:nvPr>
        </p:nvSpPr>
        <p:spPr>
          <a:xfrm>
            <a:off x="4644008" y="2505075"/>
            <a:ext cx="38877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121"/>
          <p:cNvSpPr txBox="1">
            <a:spLocks noGrp="1"/>
          </p:cNvSpPr>
          <p:nvPr>
            <p:ph type="dt" idx="10"/>
          </p:nvPr>
        </p:nvSpPr>
        <p:spPr>
          <a:xfrm>
            <a:off x="683568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21"/>
          <p:cNvSpPr txBox="1">
            <a:spLocks noGrp="1"/>
          </p:cNvSpPr>
          <p:nvPr>
            <p:ph type="ftr" idx="11"/>
          </p:nvPr>
        </p:nvSpPr>
        <p:spPr>
          <a:xfrm>
            <a:off x="3059832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21"/>
          <p:cNvSpPr txBox="1">
            <a:spLocks noGrp="1"/>
          </p:cNvSpPr>
          <p:nvPr>
            <p:ph type="sldNum" idx="12"/>
          </p:nvPr>
        </p:nvSpPr>
        <p:spPr>
          <a:xfrm>
            <a:off x="647504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22"/>
          <p:cNvSpPr txBox="1">
            <a:spLocks noGrp="1"/>
          </p:cNvSpPr>
          <p:nvPr>
            <p:ph type="title"/>
          </p:nvPr>
        </p:nvSpPr>
        <p:spPr>
          <a:xfrm>
            <a:off x="683568" y="391395"/>
            <a:ext cx="7848872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22"/>
          <p:cNvSpPr txBox="1">
            <a:spLocks noGrp="1"/>
          </p:cNvSpPr>
          <p:nvPr>
            <p:ph type="dt" idx="10"/>
          </p:nvPr>
        </p:nvSpPr>
        <p:spPr>
          <a:xfrm>
            <a:off x="683568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22"/>
          <p:cNvSpPr txBox="1">
            <a:spLocks noGrp="1"/>
          </p:cNvSpPr>
          <p:nvPr>
            <p:ph type="ftr" idx="11"/>
          </p:nvPr>
        </p:nvSpPr>
        <p:spPr>
          <a:xfrm>
            <a:off x="3059832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22"/>
          <p:cNvSpPr txBox="1">
            <a:spLocks noGrp="1"/>
          </p:cNvSpPr>
          <p:nvPr>
            <p:ph type="sldNum" idx="12"/>
          </p:nvPr>
        </p:nvSpPr>
        <p:spPr>
          <a:xfrm>
            <a:off x="647504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3"/>
          <p:cNvSpPr txBox="1">
            <a:spLocks noGrp="1"/>
          </p:cNvSpPr>
          <p:nvPr>
            <p:ph type="title"/>
          </p:nvPr>
        </p:nvSpPr>
        <p:spPr>
          <a:xfrm>
            <a:off x="683568" y="457200"/>
            <a:ext cx="2949575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Century Gothic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23"/>
          <p:cNvSpPr txBox="1">
            <a:spLocks noGrp="1"/>
          </p:cNvSpPr>
          <p:nvPr>
            <p:ph type="body" idx="1"/>
          </p:nvPr>
        </p:nvSpPr>
        <p:spPr>
          <a:xfrm>
            <a:off x="3903290" y="987427"/>
            <a:ext cx="462915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62" name="Google Shape;62;p123"/>
          <p:cNvSpPr txBox="1">
            <a:spLocks noGrp="1"/>
          </p:cNvSpPr>
          <p:nvPr>
            <p:ph type="body" idx="2"/>
          </p:nvPr>
        </p:nvSpPr>
        <p:spPr>
          <a:xfrm>
            <a:off x="683568" y="2057400"/>
            <a:ext cx="2949575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 sz="1050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endParaRPr/>
          </a:p>
        </p:txBody>
      </p:sp>
      <p:sp>
        <p:nvSpPr>
          <p:cNvPr id="63" name="Google Shape;63;p123"/>
          <p:cNvSpPr txBox="1">
            <a:spLocks noGrp="1"/>
          </p:cNvSpPr>
          <p:nvPr>
            <p:ph type="dt" idx="10"/>
          </p:nvPr>
        </p:nvSpPr>
        <p:spPr>
          <a:xfrm>
            <a:off x="683568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23"/>
          <p:cNvSpPr txBox="1">
            <a:spLocks noGrp="1"/>
          </p:cNvSpPr>
          <p:nvPr>
            <p:ph type="ftr" idx="11"/>
          </p:nvPr>
        </p:nvSpPr>
        <p:spPr>
          <a:xfrm>
            <a:off x="3059832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23"/>
          <p:cNvSpPr txBox="1">
            <a:spLocks noGrp="1"/>
          </p:cNvSpPr>
          <p:nvPr>
            <p:ph type="sldNum" idx="12"/>
          </p:nvPr>
        </p:nvSpPr>
        <p:spPr>
          <a:xfrm>
            <a:off x="647504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24"/>
          <p:cNvSpPr txBox="1">
            <a:spLocks noGrp="1"/>
          </p:cNvSpPr>
          <p:nvPr>
            <p:ph type="title"/>
          </p:nvPr>
        </p:nvSpPr>
        <p:spPr>
          <a:xfrm>
            <a:off x="683568" y="457200"/>
            <a:ext cx="2949575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Century Gothic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24"/>
          <p:cNvSpPr>
            <a:spLocks noGrp="1"/>
          </p:cNvSpPr>
          <p:nvPr>
            <p:ph type="pic" idx="2"/>
          </p:nvPr>
        </p:nvSpPr>
        <p:spPr>
          <a:xfrm>
            <a:off x="3851920" y="987427"/>
            <a:ext cx="462915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  <a:defRPr sz="2100" b="1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R="0" lvl="2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R="0" lvl="3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sz="1500" b="1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R="0" lvl="4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sz="1500" b="1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R="0" lvl="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9" name="Google Shape;69;p124"/>
          <p:cNvSpPr txBox="1">
            <a:spLocks noGrp="1"/>
          </p:cNvSpPr>
          <p:nvPr>
            <p:ph type="body" idx="1"/>
          </p:nvPr>
        </p:nvSpPr>
        <p:spPr>
          <a:xfrm>
            <a:off x="683568" y="2057400"/>
            <a:ext cx="2949575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050"/>
              <a:buNone/>
              <a:defRPr sz="1050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750"/>
              <a:buNone/>
              <a:defRPr sz="750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endParaRPr/>
          </a:p>
        </p:txBody>
      </p:sp>
      <p:sp>
        <p:nvSpPr>
          <p:cNvPr id="70" name="Google Shape;70;p124"/>
          <p:cNvSpPr txBox="1">
            <a:spLocks noGrp="1"/>
          </p:cNvSpPr>
          <p:nvPr>
            <p:ph type="dt" idx="10"/>
          </p:nvPr>
        </p:nvSpPr>
        <p:spPr>
          <a:xfrm>
            <a:off x="683568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24"/>
          <p:cNvSpPr txBox="1">
            <a:spLocks noGrp="1"/>
          </p:cNvSpPr>
          <p:nvPr>
            <p:ph type="ftr" idx="11"/>
          </p:nvPr>
        </p:nvSpPr>
        <p:spPr>
          <a:xfrm>
            <a:off x="3059832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4"/>
          <p:cNvSpPr txBox="1">
            <a:spLocks noGrp="1"/>
          </p:cNvSpPr>
          <p:nvPr>
            <p:ph type="sldNum" idx="12"/>
          </p:nvPr>
        </p:nvSpPr>
        <p:spPr>
          <a:xfrm>
            <a:off x="647504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25"/>
          <p:cNvSpPr txBox="1">
            <a:spLocks noGrp="1"/>
          </p:cNvSpPr>
          <p:nvPr>
            <p:ph type="title"/>
          </p:nvPr>
        </p:nvSpPr>
        <p:spPr>
          <a:xfrm>
            <a:off x="683568" y="391395"/>
            <a:ext cx="7848872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25"/>
          <p:cNvSpPr txBox="1">
            <a:spLocks noGrp="1"/>
          </p:cNvSpPr>
          <p:nvPr>
            <p:ph type="body" idx="1"/>
          </p:nvPr>
        </p:nvSpPr>
        <p:spPr>
          <a:xfrm rot="5400000">
            <a:off x="2432335" y="76858"/>
            <a:ext cx="4351338" cy="784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125"/>
          <p:cNvSpPr txBox="1">
            <a:spLocks noGrp="1"/>
          </p:cNvSpPr>
          <p:nvPr>
            <p:ph type="dt" idx="10"/>
          </p:nvPr>
        </p:nvSpPr>
        <p:spPr>
          <a:xfrm>
            <a:off x="683568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5"/>
          <p:cNvSpPr txBox="1">
            <a:spLocks noGrp="1"/>
          </p:cNvSpPr>
          <p:nvPr>
            <p:ph type="ftr" idx="11"/>
          </p:nvPr>
        </p:nvSpPr>
        <p:spPr>
          <a:xfrm>
            <a:off x="3059832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5"/>
          <p:cNvSpPr txBox="1">
            <a:spLocks noGrp="1"/>
          </p:cNvSpPr>
          <p:nvPr>
            <p:ph type="sldNum" idx="12"/>
          </p:nvPr>
        </p:nvSpPr>
        <p:spPr>
          <a:xfrm>
            <a:off x="647504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6"/>
          <p:cNvSpPr txBox="1">
            <a:spLocks noGrp="1"/>
          </p:cNvSpPr>
          <p:nvPr>
            <p:ph type="title"/>
          </p:nvPr>
        </p:nvSpPr>
        <p:spPr>
          <a:xfrm rot="5400000">
            <a:off x="4640683" y="2285206"/>
            <a:ext cx="5811838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6"/>
          <p:cNvSpPr txBox="1">
            <a:spLocks noGrp="1"/>
          </p:cNvSpPr>
          <p:nvPr>
            <p:ph type="body" idx="1"/>
          </p:nvPr>
        </p:nvSpPr>
        <p:spPr>
          <a:xfrm rot="5400000">
            <a:off x="658962" y="389732"/>
            <a:ext cx="5811838" cy="5762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126"/>
          <p:cNvSpPr txBox="1">
            <a:spLocks noGrp="1"/>
          </p:cNvSpPr>
          <p:nvPr>
            <p:ph type="dt" idx="10"/>
          </p:nvPr>
        </p:nvSpPr>
        <p:spPr>
          <a:xfrm>
            <a:off x="683568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26"/>
          <p:cNvSpPr txBox="1">
            <a:spLocks noGrp="1"/>
          </p:cNvSpPr>
          <p:nvPr>
            <p:ph type="ftr" idx="11"/>
          </p:nvPr>
        </p:nvSpPr>
        <p:spPr>
          <a:xfrm>
            <a:off x="3059832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26"/>
          <p:cNvSpPr txBox="1">
            <a:spLocks noGrp="1"/>
          </p:cNvSpPr>
          <p:nvPr>
            <p:ph type="sldNum" idx="12"/>
          </p:nvPr>
        </p:nvSpPr>
        <p:spPr>
          <a:xfrm>
            <a:off x="647504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En blanco">
  <p:cSld name="1_En blanco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7"/>
          <p:cNvSpPr txBox="1">
            <a:spLocks noGrp="1"/>
          </p:cNvSpPr>
          <p:nvPr>
            <p:ph type="body" idx="1"/>
          </p:nvPr>
        </p:nvSpPr>
        <p:spPr>
          <a:xfrm>
            <a:off x="900186" y="188913"/>
            <a:ext cx="7488238" cy="1439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7" name="Google Shape;87;p127"/>
          <p:cNvSpPr txBox="1">
            <a:spLocks noGrp="1"/>
          </p:cNvSpPr>
          <p:nvPr>
            <p:ph type="body" idx="2"/>
          </p:nvPr>
        </p:nvSpPr>
        <p:spPr>
          <a:xfrm>
            <a:off x="683568" y="1844677"/>
            <a:ext cx="3671888" cy="475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127"/>
          <p:cNvSpPr txBox="1">
            <a:spLocks noGrp="1"/>
          </p:cNvSpPr>
          <p:nvPr>
            <p:ph type="body" idx="3"/>
          </p:nvPr>
        </p:nvSpPr>
        <p:spPr>
          <a:xfrm>
            <a:off x="5005015" y="1844676"/>
            <a:ext cx="3527425" cy="475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None/>
              <a:defRPr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15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15"/>
          <p:cNvSpPr txBox="1">
            <a:spLocks noGrp="1"/>
          </p:cNvSpPr>
          <p:nvPr>
            <p:ph type="title"/>
          </p:nvPr>
        </p:nvSpPr>
        <p:spPr>
          <a:xfrm>
            <a:off x="683568" y="391395"/>
            <a:ext cx="7848872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Century Gothic"/>
              <a:buNone/>
              <a:defRPr sz="3300" b="1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" name="Google Shape;12;p115"/>
          <p:cNvSpPr txBox="1">
            <a:spLocks noGrp="1"/>
          </p:cNvSpPr>
          <p:nvPr>
            <p:ph type="body" idx="1"/>
          </p:nvPr>
        </p:nvSpPr>
        <p:spPr>
          <a:xfrm>
            <a:off x="683568" y="1825625"/>
            <a:ext cx="7848872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Char char="•"/>
              <a:defRPr sz="2100" b="1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1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sz="1500" b="1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sz="1350" b="1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sz="1350" b="1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15"/>
          <p:cNvSpPr txBox="1">
            <a:spLocks noGrp="1"/>
          </p:cNvSpPr>
          <p:nvPr>
            <p:ph type="dt" idx="10"/>
          </p:nvPr>
        </p:nvSpPr>
        <p:spPr>
          <a:xfrm>
            <a:off x="683568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Candara"/>
                <a:ea typeface="Candara"/>
                <a:cs typeface="Candara"/>
                <a:sym typeface="Candar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15"/>
          <p:cNvSpPr txBox="1">
            <a:spLocks noGrp="1"/>
          </p:cNvSpPr>
          <p:nvPr>
            <p:ph type="ftr" idx="11"/>
          </p:nvPr>
        </p:nvSpPr>
        <p:spPr>
          <a:xfrm>
            <a:off x="3059832" y="6356352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Candara"/>
                <a:ea typeface="Candara"/>
                <a:cs typeface="Candara"/>
                <a:sym typeface="Candar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5" name="Google Shape;15;p115"/>
          <p:cNvSpPr txBox="1">
            <a:spLocks noGrp="1"/>
          </p:cNvSpPr>
          <p:nvPr>
            <p:ph type="sldNum" idx="12"/>
          </p:nvPr>
        </p:nvSpPr>
        <p:spPr>
          <a:xfrm>
            <a:off x="6475040" y="6356352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ndara"/>
                <a:ea typeface="Candara"/>
                <a:cs typeface="Candara"/>
                <a:sym typeface="Candara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ndara"/>
                <a:ea typeface="Candara"/>
                <a:cs typeface="Candara"/>
                <a:sym typeface="Candara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ndara"/>
                <a:ea typeface="Candara"/>
                <a:cs typeface="Candara"/>
                <a:sym typeface="Candara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ndara"/>
                <a:ea typeface="Candara"/>
                <a:cs typeface="Candara"/>
                <a:sym typeface="Candara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ndara"/>
                <a:ea typeface="Candara"/>
                <a:cs typeface="Candara"/>
                <a:sym typeface="Candara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ndara"/>
                <a:ea typeface="Candara"/>
                <a:cs typeface="Candara"/>
                <a:sym typeface="Candara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ndara"/>
                <a:ea typeface="Candara"/>
                <a:cs typeface="Candara"/>
                <a:sym typeface="Candara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ndara"/>
                <a:ea typeface="Candara"/>
                <a:cs typeface="Candara"/>
                <a:sym typeface="Candara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ndara"/>
                <a:ea typeface="Candara"/>
                <a:cs typeface="Candara"/>
                <a:sym typeface="Candar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4.jpg"/><Relationship Id="rId4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"/>
          <p:cNvSpPr txBox="1">
            <a:spLocks noGrp="1"/>
          </p:cNvSpPr>
          <p:nvPr>
            <p:ph type="ctrTitle"/>
          </p:nvPr>
        </p:nvSpPr>
        <p:spPr>
          <a:xfrm>
            <a:off x="1187624" y="476672"/>
            <a:ext cx="6912768" cy="2232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75757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6600"/>
              <a:buFont typeface="Century Gothic"/>
              <a:buNone/>
            </a:pPr>
            <a:r>
              <a:rPr lang="es-ES" sz="6600" b="1">
                <a:solidFill>
                  <a:srgbClr val="0070C0"/>
                </a:solidFill>
              </a:rPr>
              <a:t>C</a:t>
            </a:r>
            <a:r>
              <a:rPr lang="es-ES"/>
              <a:t>omunidad</a:t>
            </a:r>
            <a:r>
              <a:rPr lang="es-ES" b="1"/>
              <a:t> </a:t>
            </a:r>
            <a:br>
              <a:rPr lang="es-ES" b="1"/>
            </a:br>
            <a:r>
              <a:rPr lang="es-ES" b="1"/>
              <a:t>          </a:t>
            </a:r>
            <a:r>
              <a:rPr lang="es-ES" sz="6600" b="1">
                <a:solidFill>
                  <a:srgbClr val="0070C0"/>
                </a:solidFill>
              </a:rPr>
              <a:t>C</a:t>
            </a:r>
            <a:r>
              <a:rPr lang="es-ES"/>
              <a:t>ristiana</a:t>
            </a:r>
            <a:r>
              <a:rPr lang="es-ES" b="1"/>
              <a:t> </a:t>
            </a:r>
            <a:br>
              <a:rPr lang="es-ES" b="1"/>
            </a:br>
            <a:r>
              <a:rPr lang="es-ES" b="1"/>
              <a:t>                  </a:t>
            </a:r>
            <a:r>
              <a:rPr lang="es-ES" sz="6600" b="1">
                <a:solidFill>
                  <a:srgbClr val="0070C0"/>
                </a:solidFill>
              </a:rPr>
              <a:t>E</a:t>
            </a:r>
            <a:r>
              <a:rPr lang="es-ES"/>
              <a:t>scolapia</a:t>
            </a:r>
            <a:r>
              <a:rPr lang="es-ES" b="1"/>
              <a:t> </a:t>
            </a:r>
            <a:endParaRPr/>
          </a:p>
        </p:txBody>
      </p:sp>
      <p:pic>
        <p:nvPicPr>
          <p:cNvPr id="95" name="Google Shape;95;p1"/>
          <p:cNvPicPr preferRelativeResize="0"/>
          <p:nvPr/>
        </p:nvPicPr>
        <p:blipFill rotWithShape="1">
          <a:blip r:embed="rId3">
            <a:alphaModFix/>
          </a:blip>
          <a:srcRect l="14779" t="22648" r="10222"/>
          <a:stretch/>
        </p:blipFill>
        <p:spPr>
          <a:xfrm>
            <a:off x="4538263" y="3140968"/>
            <a:ext cx="4282209" cy="3312368"/>
          </a:xfrm>
          <a:prstGeom prst="roundRect">
            <a:avLst>
              <a:gd name="adj" fmla="val 2264"/>
            </a:avLst>
          </a:prstGeom>
          <a:noFill/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96" name="Google Shape;96;p1" descr="logotipo 1819 ESP.jp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74940" y="3620270"/>
            <a:ext cx="3855249" cy="18505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5"/>
          <p:cNvSpPr txBox="1">
            <a:spLocks noGrp="1"/>
          </p:cNvSpPr>
          <p:nvPr>
            <p:ph type="title"/>
          </p:nvPr>
        </p:nvSpPr>
        <p:spPr>
          <a:xfrm>
            <a:off x="683568" y="391395"/>
            <a:ext cx="7848872" cy="733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Century Gothic"/>
              <a:buNone/>
            </a:pPr>
            <a:r>
              <a:rPr lang="es-ES"/>
              <a:t>He Venido a Servir</a:t>
            </a:r>
            <a:endParaRPr/>
          </a:p>
        </p:txBody>
      </p:sp>
      <p:sp>
        <p:nvSpPr>
          <p:cNvPr id="126" name="Google Shape;126;p5"/>
          <p:cNvSpPr txBox="1">
            <a:spLocks noGrp="1"/>
          </p:cNvSpPr>
          <p:nvPr>
            <p:ph type="body" idx="1"/>
          </p:nvPr>
        </p:nvSpPr>
        <p:spPr>
          <a:xfrm>
            <a:off x="3907787" y="1700808"/>
            <a:ext cx="4984703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 lang="es-ES" sz="2400" b="0" dirty="0"/>
              <a:t>Quien quiera ser grande,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 lang="es-ES" sz="2400" b="0" dirty="0"/>
              <a:t>quien quiera ser el primero,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 lang="es-ES" sz="2400" b="0" dirty="0"/>
              <a:t>sea el esclavo de todos,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 lang="es-ES" sz="2400" b="0" dirty="0"/>
              <a:t>sea el más pequeño.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 lang="es-ES" sz="2400" b="0" dirty="0"/>
              <a:t>No he venido a ser servido,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 lang="es-ES" sz="2400" b="0" dirty="0"/>
              <a:t>que he venido a servir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 lang="es-ES" sz="2400" b="0" dirty="0"/>
              <a:t>y a dar la vida por todos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 lang="es-ES" sz="2400" b="0" dirty="0"/>
              <a:t>para que todos puedan vivir (2)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 lang="es-ES" sz="2400" b="0" dirty="0"/>
              <a:t>en plenitud (3).</a:t>
            </a:r>
            <a:endParaRPr dirty="0"/>
          </a:p>
        </p:txBody>
      </p:sp>
      <p:pic>
        <p:nvPicPr>
          <p:cNvPr id="127" name="Google Shape;127;p5" descr="Resultado de imagen de fano servir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252536" y="1340768"/>
            <a:ext cx="4304339" cy="45553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"/>
          <p:cNvSpPr txBox="1">
            <a:spLocks noGrp="1"/>
          </p:cNvSpPr>
          <p:nvPr>
            <p:ph type="title"/>
          </p:nvPr>
        </p:nvSpPr>
        <p:spPr>
          <a:xfrm>
            <a:off x="443300" y="143437"/>
            <a:ext cx="7765321" cy="1326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es-ES" sz="4000" dirty="0"/>
              <a:t>ALELUYA DE MI DIOS</a:t>
            </a:r>
            <a:endParaRPr dirty="0"/>
          </a:p>
        </p:txBody>
      </p:sp>
      <p:sp>
        <p:nvSpPr>
          <p:cNvPr id="238" name="Google Shape;238;p20"/>
          <p:cNvSpPr txBox="1">
            <a:spLocks noGrp="1"/>
          </p:cNvSpPr>
          <p:nvPr>
            <p:ph type="body" idx="1"/>
          </p:nvPr>
        </p:nvSpPr>
        <p:spPr>
          <a:xfrm>
            <a:off x="409792" y="1757160"/>
            <a:ext cx="4911266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90"/>
              <a:buNone/>
            </a:pPr>
            <a:r>
              <a:rPr lang="es-ES" sz="2590" dirty="0"/>
              <a:t>No hay aleluya</a:t>
            </a:r>
            <a:endParaRPr dirty="0"/>
          </a:p>
          <a:p>
            <a:pPr marL="0" lvl="0" indent="0" algn="l" rtl="0">
              <a:lnSpc>
                <a:spcPct val="8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590"/>
              <a:buNone/>
            </a:pPr>
            <a:r>
              <a:rPr lang="es-ES" sz="2590" dirty="0"/>
              <a:t>Si no hay cambio en mi ser.</a:t>
            </a:r>
            <a:endParaRPr dirty="0"/>
          </a:p>
          <a:p>
            <a:pPr marL="0" lvl="0" indent="0" algn="l" rtl="0">
              <a:lnSpc>
                <a:spcPct val="8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590"/>
              <a:buNone/>
            </a:pPr>
            <a:r>
              <a:rPr lang="es-ES" sz="2590" dirty="0"/>
              <a:t>No hay aleluya</a:t>
            </a:r>
            <a:endParaRPr dirty="0"/>
          </a:p>
          <a:p>
            <a:pPr marL="0" lvl="0" indent="0" algn="l" rtl="0">
              <a:lnSpc>
                <a:spcPct val="8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590"/>
              <a:buNone/>
            </a:pPr>
            <a:r>
              <a:rPr lang="es-ES" sz="2590" dirty="0"/>
              <a:t>Si no hay muerte en mi yo. </a:t>
            </a:r>
            <a:endParaRPr dirty="0"/>
          </a:p>
          <a:p>
            <a:pPr marL="0" lvl="0" indent="0" algn="l" rtl="0">
              <a:lnSpc>
                <a:spcPct val="8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590"/>
              <a:buNone/>
            </a:pPr>
            <a:r>
              <a:rPr lang="es-ES" sz="2590" dirty="0"/>
              <a:t>No hay aleluya</a:t>
            </a:r>
            <a:endParaRPr dirty="0"/>
          </a:p>
          <a:p>
            <a:pPr marL="0" lvl="0" indent="0" algn="l" rtl="0">
              <a:lnSpc>
                <a:spcPct val="8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590"/>
              <a:buNone/>
            </a:pPr>
            <a:r>
              <a:rPr lang="es-ES" sz="2590" dirty="0"/>
              <a:t>Sin cruz, clavo y lanzada. Entonces, sí, hay aleluya:  </a:t>
            </a:r>
            <a:endParaRPr dirty="0"/>
          </a:p>
          <a:p>
            <a:pPr marL="0" lvl="0" indent="0" algn="l" rtl="0">
              <a:lnSpc>
                <a:spcPct val="8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590"/>
              <a:buNone/>
            </a:pPr>
            <a:endParaRPr sz="2590" dirty="0"/>
          </a:p>
          <a:p>
            <a:pPr marL="0" lvl="0" indent="0" algn="l" rtl="0">
              <a:lnSpc>
                <a:spcPct val="8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590"/>
              <a:buNone/>
            </a:pPr>
            <a:r>
              <a:rPr lang="es-ES" sz="2590" dirty="0"/>
              <a:t>ALELUYA, el aleluya de mi dios. (Bis)</a:t>
            </a:r>
            <a:endParaRPr dirty="0"/>
          </a:p>
        </p:txBody>
      </p:sp>
      <p:pic>
        <p:nvPicPr>
          <p:cNvPr id="239" name="Google Shape;239;p20" descr="http://sentirsefeliz.files.wordpress.com/2012/04/pascua1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076056" y="2110317"/>
            <a:ext cx="3833698" cy="36450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2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72214" y="211522"/>
            <a:ext cx="1011498" cy="508571"/>
          </a:xfrm>
          <a:prstGeom prst="rect">
            <a:avLst/>
          </a:prstGeom>
          <a:noFill/>
          <a:ln>
            <a:noFill/>
          </a:ln>
          <a:effectLst>
            <a:outerShdw blurRad="190500" algn="tl" rotWithShape="0">
              <a:srgbClr val="000000">
                <a:alpha val="69803"/>
              </a:srgbClr>
            </a:outerShdw>
          </a:effectLst>
        </p:spPr>
      </p:pic>
    </p:spTree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37"/>
          <p:cNvSpPr txBox="1">
            <a:spLocks noGrp="1"/>
          </p:cNvSpPr>
          <p:nvPr>
            <p:ph type="title"/>
          </p:nvPr>
        </p:nvSpPr>
        <p:spPr>
          <a:xfrm>
            <a:off x="670055" y="247379"/>
            <a:ext cx="7848872" cy="733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Century Gothic"/>
              <a:buNone/>
            </a:pPr>
            <a:r>
              <a:rPr lang="es-ES" dirty="0"/>
              <a:t>Señor Santo</a:t>
            </a:r>
            <a:endParaRPr dirty="0"/>
          </a:p>
        </p:txBody>
      </p:sp>
      <p:sp>
        <p:nvSpPr>
          <p:cNvPr id="361" name="Google Shape;361;p37"/>
          <p:cNvSpPr txBox="1">
            <a:spLocks noGrp="1"/>
          </p:cNvSpPr>
          <p:nvPr>
            <p:ph type="body" idx="1"/>
          </p:nvPr>
        </p:nvSpPr>
        <p:spPr>
          <a:xfrm>
            <a:off x="557554" y="1124744"/>
            <a:ext cx="7308812" cy="5616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82296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</a:pPr>
            <a:r>
              <a:rPr lang="es-ES" sz="3200" dirty="0">
                <a:latin typeface="Overlock"/>
                <a:ea typeface="Overlock"/>
                <a:cs typeface="Overlock"/>
                <a:sym typeface="Overlock"/>
              </a:rPr>
              <a:t>Señor santo, Dios del universo, Tú.</a:t>
            </a:r>
            <a:endParaRPr dirty="0"/>
          </a:p>
          <a:p>
            <a:pPr marL="82296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</a:pPr>
            <a:r>
              <a:rPr lang="es-ES" sz="3200" dirty="0">
                <a:latin typeface="Overlock"/>
                <a:ea typeface="Overlock"/>
                <a:cs typeface="Overlock"/>
                <a:sym typeface="Overlock"/>
              </a:rPr>
              <a:t>Llenos están cielo y tierra de tu gloria.</a:t>
            </a:r>
            <a:endParaRPr dirty="0"/>
          </a:p>
          <a:p>
            <a:pPr marL="82296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</a:pPr>
            <a:r>
              <a:rPr lang="es-ES" sz="3200" dirty="0">
                <a:latin typeface="Overlock"/>
                <a:ea typeface="Overlock"/>
                <a:cs typeface="Overlock"/>
                <a:sym typeface="Overlock"/>
              </a:rPr>
              <a:t>Bendito aquél que viene</a:t>
            </a:r>
            <a:endParaRPr dirty="0"/>
          </a:p>
          <a:p>
            <a:pPr marL="82296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</a:pPr>
            <a:r>
              <a:rPr lang="es-ES" sz="3200" dirty="0">
                <a:latin typeface="Overlock"/>
                <a:ea typeface="Overlock"/>
                <a:cs typeface="Overlock"/>
                <a:sym typeface="Overlock"/>
              </a:rPr>
              <a:t>en nombre del señor.</a:t>
            </a:r>
            <a:endParaRPr dirty="0"/>
          </a:p>
          <a:p>
            <a:pPr marL="82296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</a:pPr>
            <a:r>
              <a:rPr lang="es-ES" sz="3200" dirty="0">
                <a:latin typeface="Overlock"/>
                <a:ea typeface="Overlock"/>
                <a:cs typeface="Overlock"/>
                <a:sym typeface="Overlock"/>
              </a:rPr>
              <a:t>Hosanna en el cielo. (bis)</a:t>
            </a:r>
            <a:endParaRPr dirty="0"/>
          </a:p>
        </p:txBody>
      </p:sp>
      <p:pic>
        <p:nvPicPr>
          <p:cNvPr id="362" name="Google Shape;362;p37" descr="Resultado de imagen de fano padre nuestro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211960" y="3431671"/>
            <a:ext cx="4680520" cy="3416779"/>
          </a:xfrm>
          <a:prstGeom prst="rect">
            <a:avLst/>
          </a:prstGeom>
          <a:noFill/>
          <a:ln>
            <a:noFill/>
          </a:ln>
          <a:effectLst>
            <a:outerShdw blurRad="292100" dist="139700" dir="2700000" algn="tl" rotWithShape="0">
              <a:srgbClr val="333333">
                <a:alpha val="64705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48"/>
          <p:cNvSpPr txBox="1">
            <a:spLocks noGrp="1"/>
          </p:cNvSpPr>
          <p:nvPr>
            <p:ph type="title"/>
          </p:nvPr>
        </p:nvSpPr>
        <p:spPr>
          <a:xfrm>
            <a:off x="683568" y="391395"/>
            <a:ext cx="7848872" cy="733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Century Gothic"/>
              <a:buNone/>
            </a:pPr>
            <a:r>
              <a:rPr lang="es-ES"/>
              <a:t>La Paz te doy</a:t>
            </a:r>
            <a:endParaRPr/>
          </a:p>
        </p:txBody>
      </p:sp>
      <p:sp>
        <p:nvSpPr>
          <p:cNvPr id="440" name="Google Shape;440;p48"/>
          <p:cNvSpPr txBox="1">
            <a:spLocks noGrp="1"/>
          </p:cNvSpPr>
          <p:nvPr>
            <p:ph type="body" idx="1"/>
          </p:nvPr>
        </p:nvSpPr>
        <p:spPr>
          <a:xfrm>
            <a:off x="683558" y="1268760"/>
            <a:ext cx="7848872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s-ES"/>
              <a:t>La paz te doy a ti, mi hermano,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s-ES"/>
              <a:t>la paz que Dios me regaló,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s-ES"/>
              <a:t>y en un abrazo a ti te entrego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s-ES"/>
              <a:t>la paz que llevo en mi corazón. (bis)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endParaRPr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s-ES"/>
              <a:t>Recíbela, recíbela,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s-ES"/>
              <a:t>esta es la paz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s-ES"/>
              <a:t>que el mundo no te puede dar. (bis)</a:t>
            </a:r>
            <a:endParaRPr/>
          </a:p>
        </p:txBody>
      </p:sp>
      <p:pic>
        <p:nvPicPr>
          <p:cNvPr id="441" name="Google Shape;441;p48" descr="Resultado de imagen de fano paz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32040" y="548680"/>
            <a:ext cx="3747802" cy="5278938"/>
          </a:xfrm>
          <a:prstGeom prst="rect">
            <a:avLst/>
          </a:prstGeom>
          <a:noFill/>
          <a:ln>
            <a:noFill/>
          </a:ln>
          <a:effectLst>
            <a:outerShdw blurRad="292100" dist="139700" dir="2700000" algn="tl" rotWithShape="0">
              <a:srgbClr val="333333">
                <a:alpha val="64705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AF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Primera Lectura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i="1">
                <a:solidFill>
                  <a:srgbClr val="CCCCCC"/>
                </a:solidFill>
                <a:latin typeface="Calibri"/>
              </a:defRPr>
            </a:pPr>
            <a:r>
              <a:t>18,25-28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12772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defRPr sz="2000">
                <a:solidFill>
                  <a:srgbClr val="FFFFFF"/>
                </a:solidFill>
                <a:latin typeface="Calibri"/>
              </a:defRPr>
            </a:pPr>
            <a:r>
              <a:t>Así dice el Señor: «Comentáis: «No es justo el proceder del Señor». Escuchad, casa de Israel: ¿es injusto mi proceder?, ¿o no es vuestro proceder el que es injusto? Cuando el justo se aparta de su justicia, comete la maldad y muere, muere por la maldad que cometió. Y cuando el malvado se convierte de la maldad que hizo y practica el derecho y la justicia, él mismo salva su vida. Si recapacita y se convierte de los delitos cometidos, ciertamente vivirá y no morirá.»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AF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Salmo Responsorial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i="1">
                <a:solidFill>
                  <a:srgbClr val="CCCCCC"/>
                </a:solidFill>
                <a:latin typeface="Calibri"/>
              </a:defRPr>
            </a:pPr>
            <a:r>
              <a:t>Sal 24,4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12772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defRPr sz="2000">
                <a:solidFill>
                  <a:srgbClr val="FFFFFF"/>
                </a:solidFill>
                <a:latin typeface="Calibri"/>
              </a:defRPr>
            </a:pPr>
            <a:r>
              <a:t>Antífona: Recuerda, Señor, que tu misericordia es eterna</a:t>
            </a:r>
            <a:br/>
            <a:br/>
            <a:r>
              <a:t>Señor, enséñame tus caminos,</a:t>
            </a:r>
            <a:br/>
            <a:br/>
            <a:r>
              <a:t>instrúyeme en tus sendas:</a:t>
            </a:r>
            <a:br/>
            <a:br/>
            <a:r>
              <a:t>haz que camine con lealtad;</a:t>
            </a:r>
            <a:br/>
            <a:br/>
            <a:r>
              <a:t>enséñame, porque tú eres mi Dios y Salvador,</a:t>
            </a:r>
            <a:br/>
            <a:br/>
            <a:r>
              <a:t>y todo el día te estoy esperando.</a:t>
            </a:r>
            <a:br/>
            <a:r>
              <a:t>Recuerda, Señor,</a:t>
            </a:r>
            <a:br/>
            <a:br/>
            <a:r>
              <a:t>que tu ternura y tu misericordia son eternas;</a:t>
            </a:r>
            <a:br/>
            <a:br/>
            <a:r>
              <a:t>no te acuerdes de los pecados</a:t>
            </a:r>
            <a:br/>
            <a:br/>
            <a:r>
              <a:t>ni de las maldades de mi juventud;</a:t>
            </a:r>
            <a:br/>
            <a:br/>
            <a:r>
              <a:t>acuérdate de mí con misericordia,</a:t>
            </a:r>
            <a:br/>
            <a:br/>
            <a:r>
              <a:t>por tu bondad, Señor.</a:t>
            </a:r>
            <a:br/>
            <a:r>
              <a:t>El Señor es bueno y es recto,</a:t>
            </a:r>
            <a:br/>
            <a:br/>
            <a:r>
              <a:t>y enseña el camino a los pecadores;</a:t>
            </a:r>
            <a:br/>
            <a:br/>
            <a:r>
              <a:t>hace caminar a los ...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AF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Segunda Lectura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i="1">
                <a:solidFill>
                  <a:srgbClr val="CCCCCC"/>
                </a:solidFill>
                <a:latin typeface="Calibri"/>
              </a:defRPr>
            </a:pPr>
            <a:r>
              <a:t>2,1-11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12772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defRPr sz="2000">
                <a:solidFill>
                  <a:srgbClr val="FFFFFF"/>
                </a:solidFill>
                <a:latin typeface="Calibri"/>
              </a:defRPr>
            </a:pPr>
            <a:r>
              <a:t>Si queréis darme el consuelo de Cristo y aliviarme con vuestro amor, si nos une el mismo Espíritu y tenéis entrañas compasivas, dadme esta gran alegría: manteneos unánimes y concordes con un mismo amor y un mismo sentir. No obréis por rivalidad ni por ostentación, dejaos guiar por la humildad y considerad siempre superiores a los demás. No os encerréis en vuestros intereses, sino buscad todos el interés de los demás. Tened entre vosotros los sentimientos propios de Cristo Jesús. Él, a pesar de s...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AF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Evangelio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i="1">
                <a:solidFill>
                  <a:srgbClr val="CCCCCC"/>
                </a:solidFill>
                <a:latin typeface="Calibri"/>
              </a:defRPr>
            </a:pPr>
            <a:r>
              <a:t>21,28-32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12772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defRPr sz="2000">
                <a:solidFill>
                  <a:srgbClr val="FFFFFF"/>
                </a:solidFill>
                <a:latin typeface="Calibri"/>
              </a:defRPr>
            </a:pPr>
            <a:r>
              <a:t>En aquel tiempo, dijo Jesús a los sumos sacerdotes y a los ancianos del pueblo: «¿Qué os parece? Un hombre tenía dos hijos. Se acercó al primero y le dijo: «Hijo, ve hoy a trabajar en la viña.» Él le contestó: «No quiero.» Pero después recapacitó y fue. Se acercó al segundo y le dijo lo mismo. Él le contestó: «Voy, señor.» Pero no fue. ¿Quién de los dos hizo lo que quería el padre?»Contestaron: «El primero.»Jesús les dijo: «Os aseguro que los publicanos y las prostitutas os llevan la delantera e...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AF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LITURGIA DE LA PALABRA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AF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LITURGIA EUCARÍSTICA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AF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RITO DE CONCLUSIÓN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AF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l XXVI Domingo del Tiempo Ordinario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CCCCCC"/>
                </a:solidFill>
                <a:latin typeface="Calibri"/>
              </a:defRPr>
            </a:pPr>
            <a:r>
              <a:t>2026-09-27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E61B23"/>
                </a:solidFill>
                <a:latin typeface="Calibri"/>
              </a:defRPr>
            </a:pPr>
            <a:r>
              <a:t>Somos uno</a:t>
            </a:r>
          </a:p>
        </p:txBody>
      </p:sp>
      <p:pic>
        <p:nvPicPr>
          <p:cNvPr id="6" name="Picture 5" descr="somos_u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5943600"/>
            <a:ext cx="854579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iseño personalizado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9894</Words>
  <Application>Microsoft Office PowerPoint</Application>
  <PresentationFormat>Presentación en pantalla (4:3)</PresentationFormat>
  <Paragraphs>1759</Paragraphs>
  <Slides>121</Slides>
  <Notes>116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121</vt:i4>
      </vt:variant>
    </vt:vector>
  </HeadingPairs>
  <TitlesOfParts>
    <vt:vector size="128" baseType="lpstr">
      <vt:lpstr>Candara</vt:lpstr>
      <vt:lpstr>Century Gothic</vt:lpstr>
      <vt:lpstr>Arial</vt:lpstr>
      <vt:lpstr>Tahoma</vt:lpstr>
      <vt:lpstr>Calibri</vt:lpstr>
      <vt:lpstr>Overlock</vt:lpstr>
      <vt:lpstr>Diseño personalizado</vt:lpstr>
      <vt:lpstr>Comunidad            Cristiana                    Escolapia </vt:lpstr>
      <vt:lpstr>Presentación de PowerPoint</vt:lpstr>
      <vt:lpstr>Pon tu mano</vt:lpstr>
      <vt:lpstr>  YO CELEBRARÉ</vt:lpstr>
      <vt:lpstr>Dios Está Aquí</vt:lpstr>
      <vt:lpstr>VOSOTROS SEREIS MI PUEBLO</vt:lpstr>
      <vt:lpstr>EL ESPÍRITU DE DIOS</vt:lpstr>
      <vt:lpstr>He Venido a Servir</vt:lpstr>
      <vt:lpstr>Como Tus brazos</vt:lpstr>
      <vt:lpstr>Como Tus brazos</vt:lpstr>
      <vt:lpstr>Necesito de Ti</vt:lpstr>
      <vt:lpstr>En mi debilidad</vt:lpstr>
      <vt:lpstr>NO PREGUNTÉIS POR QUÉ</vt:lpstr>
      <vt:lpstr>Salmo 21</vt:lpstr>
      <vt:lpstr>Presentación de PowerPoint</vt:lpstr>
      <vt:lpstr>Gloria (del Gato)</vt:lpstr>
      <vt:lpstr>GLORIA (I)</vt:lpstr>
      <vt:lpstr>GLORIA (II)</vt:lpstr>
      <vt:lpstr>Gloria de Nazaret</vt:lpstr>
      <vt:lpstr>Alabo tu bondad </vt:lpstr>
      <vt:lpstr>Presentación de PowerPoint</vt:lpstr>
      <vt:lpstr>Lámpara es tu palabra</vt:lpstr>
      <vt:lpstr>ALELUYA DE MI DIOS</vt:lpstr>
      <vt:lpstr>Qué te puedo dar</vt:lpstr>
      <vt:lpstr>Aleluya de la Tierra</vt:lpstr>
      <vt:lpstr>¡Ale Aleluya!</vt:lpstr>
      <vt:lpstr>Aleluya (Leonard Cohen)</vt:lpstr>
      <vt:lpstr>¡Escucha Tú!</vt:lpstr>
      <vt:lpstr>Presentación de PowerPoint</vt:lpstr>
      <vt:lpstr>CREDO</vt:lpstr>
      <vt:lpstr>Presentación de PowerPoint</vt:lpstr>
      <vt:lpstr>Qué te puedo dar</vt:lpstr>
      <vt:lpstr>Pongo mi vida en tus manos</vt:lpstr>
      <vt:lpstr>Dame de tu pan</vt:lpstr>
      <vt:lpstr>Toma mi vida</vt:lpstr>
      <vt:lpstr>Tuyo Soy</vt:lpstr>
      <vt:lpstr>Sois la Sal</vt:lpstr>
      <vt:lpstr>Yo Pasé</vt:lpstr>
      <vt:lpstr>Presentación de PowerPoint</vt:lpstr>
      <vt:lpstr>Señor Santo</vt:lpstr>
      <vt:lpstr>Santo (Jesuita)</vt:lpstr>
      <vt:lpstr>Santo (Rey León)</vt:lpstr>
      <vt:lpstr>Santo es el Señor</vt:lpstr>
      <vt:lpstr>Grito Santo</vt:lpstr>
      <vt:lpstr>SANTO, SANTO (R. CARISMÁTICA)</vt:lpstr>
      <vt:lpstr>Presentación de PowerPoint</vt:lpstr>
      <vt:lpstr>Padre Nuestro gallego</vt:lpstr>
      <vt:lpstr>Padre Nuestro de la Vida</vt:lpstr>
      <vt:lpstr>Padre Nuestro (Simon &amp; Garfunkel)</vt:lpstr>
      <vt:lpstr>Padre Nuestro del cielo</vt:lpstr>
      <vt:lpstr>Presentación de PowerPoint</vt:lpstr>
      <vt:lpstr>La Paz te doy</vt:lpstr>
      <vt:lpstr>Llevad la buena noticia</vt:lpstr>
      <vt:lpstr>Pon un poco de Paz</vt:lpstr>
      <vt:lpstr>PAZ SEÑOR</vt:lpstr>
      <vt:lpstr> Paz en la Tierra </vt:lpstr>
      <vt:lpstr>Presentación de PowerPoint</vt:lpstr>
      <vt:lpstr>Cordero de Dios</vt:lpstr>
      <vt:lpstr>Presentación de PowerPoint</vt:lpstr>
      <vt:lpstr>QUIERO ALABARTE</vt:lpstr>
      <vt:lpstr>Presentación de PowerPoint</vt:lpstr>
      <vt:lpstr>Presentación de PowerPoint</vt:lpstr>
      <vt:lpstr>Presentación de PowerPoint</vt:lpstr>
      <vt:lpstr>EL ESPÍRITU DE DIOS</vt:lpstr>
      <vt:lpstr>EL ESPÍRITU DE DIOS</vt:lpstr>
      <vt:lpstr>Preparad el Camino (I)</vt:lpstr>
      <vt:lpstr>Preparad el Camino (II)</vt:lpstr>
      <vt:lpstr>Preparad el Camino (III)</vt:lpstr>
      <vt:lpstr>Una nueva Esperanza</vt:lpstr>
      <vt:lpstr>Una nueva Esperanza</vt:lpstr>
      <vt:lpstr>  EL CALOR DE LA PALABRA (I)</vt:lpstr>
      <vt:lpstr>  EL CALOR DE LA PALABRA (II)</vt:lpstr>
      <vt:lpstr>  EL CALOR DE LA PALABRA (III)</vt:lpstr>
      <vt:lpstr>CÁNTICO DE OSEAS (I)</vt:lpstr>
      <vt:lpstr>CÁNTICO DE OSEAS (II)</vt:lpstr>
      <vt:lpstr>  Anda,  Levantate y Anda</vt:lpstr>
      <vt:lpstr>  Anda,  Levantate y Anda</vt:lpstr>
      <vt:lpstr>Presentación de PowerPoint</vt:lpstr>
      <vt:lpstr>Presentación de PowerPoint</vt:lpstr>
      <vt:lpstr>SÉ FIEL A LA VERDAD</vt:lpstr>
      <vt:lpstr>YA VIENE EL SOL</vt:lpstr>
      <vt:lpstr>¿A dónde iré?</vt:lpstr>
      <vt:lpstr>Testigos de la Verdad (I)</vt:lpstr>
      <vt:lpstr>Testigos de la Verdad (II)</vt:lpstr>
      <vt:lpstr>Nadie te ama como yo</vt:lpstr>
      <vt:lpstr>Verbum Panis</vt:lpstr>
      <vt:lpstr>Jesús resucita hoy</vt:lpstr>
      <vt:lpstr>ALMA MISIONERA</vt:lpstr>
      <vt:lpstr>QUIERO VIVIR AMANDO (I)</vt:lpstr>
      <vt:lpstr>QUIERO VIVIR AMANDO (II)</vt:lpstr>
      <vt:lpstr>QUIERO VIVIR AMANDO (III)</vt:lpstr>
      <vt:lpstr>QUIERO VIVIR AMANDO (IV)</vt:lpstr>
      <vt:lpstr>Presentación de PowerPoint</vt:lpstr>
      <vt:lpstr>A tu amparo</vt:lpstr>
      <vt:lpstr>JUNTO A TI MARÍA</vt:lpstr>
      <vt:lpstr>Presentación de PowerPoint</vt:lpstr>
      <vt:lpstr>YO NO PUEDO SOLO</vt:lpstr>
      <vt:lpstr>COSAS DE LOCOS</vt:lpstr>
      <vt:lpstr>Kyrie Eleison</vt:lpstr>
      <vt:lpstr>LA LUZ DEL MUNDO</vt:lpstr>
      <vt:lpstr>Quiero Hacer lo Mismo</vt:lpstr>
      <vt:lpstr>Quiero Hacer lo Mismo</vt:lpstr>
      <vt:lpstr>Quiero Hacer lo Mismo</vt:lpstr>
      <vt:lpstr>Despierta</vt:lpstr>
      <vt:lpstr>Ponte de Pie</vt:lpstr>
      <vt:lpstr>Hubo un hombre</vt:lpstr>
      <vt:lpstr>Presentación de PowerPoint</vt:lpstr>
      <vt:lpstr>A TU AIRE</vt:lpstr>
      <vt:lpstr>A TU AIRE</vt:lpstr>
      <vt:lpstr>Como Corre un Río</vt:lpstr>
      <vt:lpstr>Presentación de PowerPoint</vt:lpstr>
      <vt:lpstr>Presentación de PowerPoint</vt:lpstr>
      <vt:lpstr>Presentación de PowerPoint</vt:lpstr>
      <vt:lpstr>LA LUZ DEL MUNDO</vt:lpstr>
      <vt:lpstr>La Vírgen Sueña Caminos</vt:lpstr>
      <vt:lpstr>La Vírgen Sueña Caminos</vt:lpstr>
      <vt:lpstr>SANTA MARÍA DEL CAMINO</vt:lpstr>
      <vt:lpstr>Presentación de PowerPoint</vt:lpstr>
      <vt:lpstr>Comunidad Cristiana Escolapia </vt:lpstr>
      <vt:lpstr>Comunidad Cristiana Escolapia </vt:lpstr>
      <vt:lpstr>Comunidad Cristiana Escolapia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Comunidad            Cristiana                    Escolapia </dc:title>
  <dc:creator>Alberto Rivera Romero</dc:creator>
  <cp:lastModifiedBy>Rafael Torres Parish</cp:lastModifiedBy>
  <cp:revision>8</cp:revision>
  <dcterms:created xsi:type="dcterms:W3CDTF">2013-02-23T11:27:42Z</dcterms:created>
  <dcterms:modified xsi:type="dcterms:W3CDTF">2024-12-07T20:56:17Z</dcterms:modified>
</cp:coreProperties>
</file>