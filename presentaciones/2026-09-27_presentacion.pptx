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strictFirstAndLastChars="0" embedTrueTypeFonts="1" saveSubsetFonts="1" autoCompressPictures="0">
  <ns0:sldMasterIdLst>
    <ns0:sldMasterId id="2147483648" ns1:id="rId1"/>
  </ns0:sldMasterIdLst>
  <ns0:notesMasterIdLst>
    <ns0:notesMasterId ns1:id="rId123"/>
  </ns0:notesMasterIdLst>
  <ns0:sldIdLst>
    <ns0:sldId id="256" ns1:id="rId2"/>
    <ns0:sldId id="259" ns1:id="rId8"/>
    <ns0:sldId id="298" ns1:id="rId48"/>
    <ns0:sldId id="317" ns1:id="rId67"/>
    <ns0:sldId id="318" ns1:id="rId26"/>
    <ns0:sldId id="319" ns1:id="rId27"/>
    <ns0:sldId id="320" ns1:id="rId28"/>
    <ns0:sldId id="321" ns1:id="rId29"/>
    <ns0:sldId id="322" ns1:id="rId30"/>
    <ns0:sldId id="323" ns1:id="rId31"/>
    <ns0:sldId id="324" ns1:id="rId32"/>
    <ns0:sldId id="325" ns1:id="rId33"/>
  </ns0:sldIdLst>
  <ns0:sldSz cx="9144000" cy="6858000" type="screen4x3"/>
  <ns0:notesSz cx="6858000" cy="9144000"/>
  <ns0:embeddedFontLst>
    <ns0:embeddedFont>
      <ns0:font typeface="Candara" panose="020E0502030303020204" pitchFamily="34" charset="0"/>
      <ns0:regular ns1:id="rId124"/>
      <ns0:bold ns1:id="rId125"/>
      <ns0:italic ns1:id="rId126"/>
      <ns0:boldItalic ns1:id="rId127"/>
    </ns0:embeddedFont>
    <ns0:embeddedFont>
      <ns0:font typeface="Century Gothic" panose="020B0502020202020204" pitchFamily="34" charset="0"/>
      <ns0:regular ns1:id="rId128"/>
      <ns0:bold ns1:id="rId129"/>
      <ns0:italic ns1:id="rId130"/>
      <ns0:boldItalic ns1:id="rId131"/>
    </ns0:embeddedFont>
    <ns0:embeddedFont>
      <ns0:font typeface="Overlock" panose="020B0604020202020204" charset="0"/>
      <ns0:regular ns1:id="rId132"/>
      <ns0:bold ns1:id="rId133"/>
      <ns0:italic ns1:id="rId134"/>
      <ns0:boldItalic ns1:id="rId135"/>
    </ns0:embeddedFont>
    <ns0:embeddedFont>
      <ns0:font typeface="Tahoma" panose="020B0604030504040204" pitchFamily="34" charset="0"/>
      <ns0:regular ns1:id="rId136"/>
      <ns0:bold ns1:id="rId137"/>
    </ns0:embeddedFont>
  </ns0:embeddedFontLst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EFAFB233-063F-42B5-8137-9DF3F51BA10A}">
      <ns3:sldGuideLst>
        <ns3:guide id="1" orient="horz" pos="2160">
          <ns3:clr>
            <ns2:srgbClr val="A4A3A4"/>
          </ns3:clr>
        </ns3:guide>
        <ns3:guide id="2" pos="2880">
          <ns3:clr>
            <ns2:srgbClr val="A4A3A4"/>
          </ns3:clr>
        </ns3:guide>
      </ns3:sldGuideLst>
    </ns0:ext>
    <ns0:ext uri="http://customooxmlschemas.google.com/">
      <ns4:slidesCustomData ns1:id="rId138" roundtripDataSignature="AMtx7mjuzTmtcblT0yV3TcH3SuDKnGU3fg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48" Type="http://schemas.openxmlformats.org/officeDocument/2006/relationships/slide" Target="slides/slide3.xml"/><Relationship Id="rId67" Type="http://schemas.openxmlformats.org/officeDocument/2006/relationships/slide" Target="slides/slide4.xml"/><Relationship Id="rId123" Type="http://schemas.openxmlformats.org/officeDocument/2006/relationships/notesMaster" Target="notesMasters/notesMaster1.xml"/><Relationship Id="rId124" Type="http://schemas.openxmlformats.org/officeDocument/2006/relationships/font" Target="fonts/font1.fntdata"/><Relationship Id="rId125" Type="http://schemas.openxmlformats.org/officeDocument/2006/relationships/font" Target="fonts/font2.fntdata"/><Relationship Id="rId126" Type="http://schemas.openxmlformats.org/officeDocument/2006/relationships/font" Target="fonts/font3.fntdata"/><Relationship Id="rId127" Type="http://schemas.openxmlformats.org/officeDocument/2006/relationships/font" Target="fonts/font4.fntdata"/><Relationship Id="rId128" Type="http://schemas.openxmlformats.org/officeDocument/2006/relationships/font" Target="fonts/font5.fntdata"/><Relationship Id="rId129" Type="http://schemas.openxmlformats.org/officeDocument/2006/relationships/font" Target="fonts/font6.fntdata"/><Relationship Id="rId130" Type="http://schemas.openxmlformats.org/officeDocument/2006/relationships/font" Target="fonts/font7.fntdata"/><Relationship Id="rId131" Type="http://schemas.openxmlformats.org/officeDocument/2006/relationships/font" Target="fonts/font8.fntdata"/><Relationship Id="rId132" Type="http://schemas.openxmlformats.org/officeDocument/2006/relationships/font" Target="fonts/font9.fntdata"/><Relationship Id="rId133" Type="http://schemas.openxmlformats.org/officeDocument/2006/relationships/font" Target="fonts/font10.fntdata"/><Relationship Id="rId134" Type="http://schemas.openxmlformats.org/officeDocument/2006/relationships/font" Target="fonts/font11.fntdata"/><Relationship Id="rId135" Type="http://schemas.openxmlformats.org/officeDocument/2006/relationships/font" Target="fonts/font12.fntdata"/><Relationship Id="rId136" Type="http://schemas.openxmlformats.org/officeDocument/2006/relationships/font" Target="fonts/font13.fntdata"/><Relationship Id="rId137" Type="http://schemas.openxmlformats.org/officeDocument/2006/relationships/font" Target="fonts/font14.fntdata"/><Relationship Id="rId138" Type="http://customschemas.google.com/relationships/presentationmetadata" Target="metadata"/><Relationship Id="rId139" Type="http://schemas.openxmlformats.org/officeDocument/2006/relationships/presProps" Target="presProps.xml"/><Relationship Id="rId140" Type="http://schemas.openxmlformats.org/officeDocument/2006/relationships/viewProps" Target="viewProps.xml"/><Relationship Id="rId141" Type="http://schemas.openxmlformats.org/officeDocument/2006/relationships/theme" Target="theme/theme1.xml"/><Relationship Id="rId1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6"/>
          <p:cNvSpPr txBox="1">
            <a:spLocks noGrp="1"/>
          </p:cNvSpPr>
          <p:nvPr>
            <p:ph type="ctrTitle"/>
          </p:nvPr>
        </p:nvSpPr>
        <p:spPr>
          <a:xfrm>
            <a:off x="755576" y="1122363"/>
            <a:ext cx="770485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6"/>
          <p:cNvSpPr txBox="1">
            <a:spLocks noGrp="1"/>
          </p:cNvSpPr>
          <p:nvPr>
            <p:ph type="subTitle" idx="1"/>
          </p:nvPr>
        </p:nvSpPr>
        <p:spPr>
          <a:xfrm>
            <a:off x="755576" y="3602038"/>
            <a:ext cx="770485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116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6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6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7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7"/>
          <p:cNvSpPr txBox="1">
            <a:spLocks noGrp="1"/>
          </p:cNvSpPr>
          <p:nvPr>
            <p:ph type="body" idx="1"/>
          </p:nvPr>
        </p:nvSpPr>
        <p:spPr>
          <a:xfrm>
            <a:off x="683568" y="1825625"/>
            <a:ext cx="784887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17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7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7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8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8"/>
          <p:cNvSpPr txBox="1">
            <a:spLocks noGrp="1"/>
          </p:cNvSpPr>
          <p:nvPr>
            <p:ph type="body" idx="1"/>
          </p:nvPr>
        </p:nvSpPr>
        <p:spPr>
          <a:xfrm>
            <a:off x="683568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18"/>
          <p:cNvSpPr txBox="1">
            <a:spLocks noGrp="1"/>
          </p:cNvSpPr>
          <p:nvPr>
            <p:ph type="body" idx="2"/>
          </p:nvPr>
        </p:nvSpPr>
        <p:spPr>
          <a:xfrm>
            <a:off x="466529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8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8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8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9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9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9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0"/>
          <p:cNvSpPr txBox="1">
            <a:spLocks noGrp="1"/>
          </p:cNvSpPr>
          <p:nvPr>
            <p:ph type="title"/>
          </p:nvPr>
        </p:nvSpPr>
        <p:spPr>
          <a:xfrm>
            <a:off x="683568" y="1709740"/>
            <a:ext cx="784887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0"/>
          <p:cNvSpPr txBox="1">
            <a:spLocks noGrp="1"/>
          </p:cNvSpPr>
          <p:nvPr>
            <p:ph type="body" idx="1"/>
          </p:nvPr>
        </p:nvSpPr>
        <p:spPr>
          <a:xfrm>
            <a:off x="683568" y="4589465"/>
            <a:ext cx="784887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20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0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0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1"/>
          <p:cNvSpPr txBox="1">
            <a:spLocks noGrp="1"/>
          </p:cNvSpPr>
          <p:nvPr>
            <p:ph type="title"/>
          </p:nvPr>
        </p:nvSpPr>
        <p:spPr>
          <a:xfrm>
            <a:off x="683568" y="365127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1"/>
          <p:cNvSpPr txBox="1">
            <a:spLocks noGrp="1"/>
          </p:cNvSpPr>
          <p:nvPr>
            <p:ph type="body" idx="1"/>
          </p:nvPr>
        </p:nvSpPr>
        <p:spPr>
          <a:xfrm>
            <a:off x="703263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121"/>
          <p:cNvSpPr txBox="1">
            <a:spLocks noGrp="1"/>
          </p:cNvSpPr>
          <p:nvPr>
            <p:ph type="body" idx="2"/>
          </p:nvPr>
        </p:nvSpPr>
        <p:spPr>
          <a:xfrm>
            <a:off x="703263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21"/>
          <p:cNvSpPr txBox="1">
            <a:spLocks noGrp="1"/>
          </p:cNvSpPr>
          <p:nvPr>
            <p:ph type="body" idx="3"/>
          </p:nvPr>
        </p:nvSpPr>
        <p:spPr>
          <a:xfrm>
            <a:off x="4644008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121"/>
          <p:cNvSpPr txBox="1">
            <a:spLocks noGrp="1"/>
          </p:cNvSpPr>
          <p:nvPr>
            <p:ph type="body" idx="4"/>
          </p:nvPr>
        </p:nvSpPr>
        <p:spPr>
          <a:xfrm>
            <a:off x="4644008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1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1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1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2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2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2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2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3"/>
          <p:cNvSpPr txBox="1">
            <a:spLocks noGrp="1"/>
          </p:cNvSpPr>
          <p:nvPr>
            <p:ph type="title"/>
          </p:nvPr>
        </p:nvSpPr>
        <p:spPr>
          <a:xfrm>
            <a:off x="68356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3"/>
          <p:cNvSpPr txBox="1">
            <a:spLocks noGrp="1"/>
          </p:cNvSpPr>
          <p:nvPr>
            <p:ph type="body" idx="1"/>
          </p:nvPr>
        </p:nvSpPr>
        <p:spPr>
          <a:xfrm>
            <a:off x="3903290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2" name="Google Shape;62;p123"/>
          <p:cNvSpPr txBox="1">
            <a:spLocks noGrp="1"/>
          </p:cNvSpPr>
          <p:nvPr>
            <p:ph type="body" idx="2"/>
          </p:nvPr>
        </p:nvSpPr>
        <p:spPr>
          <a:xfrm>
            <a:off x="68356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3" name="Google Shape;63;p123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3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3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4"/>
          <p:cNvSpPr txBox="1">
            <a:spLocks noGrp="1"/>
          </p:cNvSpPr>
          <p:nvPr>
            <p:ph type="title"/>
          </p:nvPr>
        </p:nvSpPr>
        <p:spPr>
          <a:xfrm>
            <a:off x="68356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4"/>
          <p:cNvSpPr>
            <a:spLocks noGrp="1"/>
          </p:cNvSpPr>
          <p:nvPr>
            <p:ph type="pic" idx="2"/>
          </p:nvPr>
        </p:nvSpPr>
        <p:spPr>
          <a:xfrm>
            <a:off x="3851920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24"/>
          <p:cNvSpPr txBox="1">
            <a:spLocks noGrp="1"/>
          </p:cNvSpPr>
          <p:nvPr>
            <p:ph type="body" idx="1"/>
          </p:nvPr>
        </p:nvSpPr>
        <p:spPr>
          <a:xfrm>
            <a:off x="68356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0" name="Google Shape;70;p124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4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4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5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5"/>
          <p:cNvSpPr txBox="1">
            <a:spLocks noGrp="1"/>
          </p:cNvSpPr>
          <p:nvPr>
            <p:ph type="body" idx="1"/>
          </p:nvPr>
        </p:nvSpPr>
        <p:spPr>
          <a:xfrm rot="5400000">
            <a:off x="2432335" y="76858"/>
            <a:ext cx="4351338" cy="784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5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5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5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6"/>
          <p:cNvSpPr txBox="1">
            <a:spLocks noGrp="1"/>
          </p:cNvSpPr>
          <p:nvPr>
            <p:ph type="title"/>
          </p:nvPr>
        </p:nvSpPr>
        <p:spPr>
          <a:xfrm rot="5400000">
            <a:off x="464068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6"/>
          <p:cNvSpPr txBox="1">
            <a:spLocks noGrp="1"/>
          </p:cNvSpPr>
          <p:nvPr>
            <p:ph type="body" idx="1"/>
          </p:nvPr>
        </p:nvSpPr>
        <p:spPr>
          <a:xfrm rot="5400000">
            <a:off x="658962" y="389732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6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6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6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 blanco">
  <p:cSld name="1_En blanc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7"/>
          <p:cNvSpPr txBox="1">
            <a:spLocks noGrp="1"/>
          </p:cNvSpPr>
          <p:nvPr>
            <p:ph type="body" idx="1"/>
          </p:nvPr>
        </p:nvSpPr>
        <p:spPr>
          <a:xfrm>
            <a:off x="900186" y="188913"/>
            <a:ext cx="7488238" cy="14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27"/>
          <p:cNvSpPr txBox="1">
            <a:spLocks noGrp="1"/>
          </p:cNvSpPr>
          <p:nvPr>
            <p:ph type="body" idx="2"/>
          </p:nvPr>
        </p:nvSpPr>
        <p:spPr>
          <a:xfrm>
            <a:off x="683568" y="1844677"/>
            <a:ext cx="3671888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7"/>
          <p:cNvSpPr txBox="1">
            <a:spLocks noGrp="1"/>
          </p:cNvSpPr>
          <p:nvPr>
            <p:ph type="body" idx="3"/>
          </p:nvPr>
        </p:nvSpPr>
        <p:spPr>
          <a:xfrm>
            <a:off x="5005015" y="1844676"/>
            <a:ext cx="3527425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5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15"/>
          <p:cNvSpPr txBox="1">
            <a:spLocks noGrp="1"/>
          </p:cNvSpPr>
          <p:nvPr>
            <p:ph type="body" idx="1"/>
          </p:nvPr>
        </p:nvSpPr>
        <p:spPr>
          <a:xfrm>
            <a:off x="683568" y="1825625"/>
            <a:ext cx="784887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5"/>
          <p:cNvSpPr txBox="1">
            <a:spLocks noGrp="1"/>
          </p:cNvSpPr>
          <p:nvPr>
            <p:ph type="dt" idx="10"/>
          </p:nvPr>
        </p:nvSpPr>
        <p:spPr>
          <a:xfrm>
            <a:off x="683568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5"/>
          <p:cNvSpPr txBox="1">
            <a:spLocks noGrp="1"/>
          </p:cNvSpPr>
          <p:nvPr>
            <p:ph type="ftr" idx="11"/>
          </p:nvPr>
        </p:nvSpPr>
        <p:spPr>
          <a:xfrm>
            <a:off x="305983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15"/>
          <p:cNvSpPr txBox="1">
            <a:spLocks noGrp="1"/>
          </p:cNvSpPr>
          <p:nvPr>
            <p:ph type="sldNum" idx="12"/>
          </p:nvPr>
        </p:nvSpPr>
        <p:spPr>
          <a:xfrm>
            <a:off x="647504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187624" y="476672"/>
            <a:ext cx="6912768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75757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600"/>
              <a:buFont typeface="Century Gothic"/>
              <a:buNone/>
            </a:pPr>
            <a:r>
              <a:rPr lang="es-ES" sz="6600" b="1">
                <a:solidFill>
                  <a:srgbClr val="0070C0"/>
                </a:solidFill>
              </a:rPr>
              <a:t>C</a:t>
            </a:r>
            <a:r>
              <a:rPr lang="es-ES"/>
              <a:t>omunidad</a:t>
            </a:r>
            <a:r>
              <a:rPr lang="es-ES" b="1"/>
              <a:t> </a:t>
            </a:r>
            <a:br>
              <a:rPr lang="es-ES" b="1"/>
            </a:br>
            <a:r>
              <a:rPr lang="es-ES" b="1"/>
              <a:t>          </a:t>
            </a:r>
            <a:r>
              <a:rPr lang="es-ES" sz="6600" b="1">
                <a:solidFill>
                  <a:srgbClr val="0070C0"/>
                </a:solidFill>
              </a:rPr>
              <a:t>C</a:t>
            </a:r>
            <a:r>
              <a:rPr lang="es-ES"/>
              <a:t>ristiana</a:t>
            </a:r>
            <a:r>
              <a:rPr lang="es-ES" b="1"/>
              <a:t> </a:t>
            </a:r>
            <a:br>
              <a:rPr lang="es-ES" b="1"/>
            </a:br>
            <a:r>
              <a:rPr lang="es-ES" b="1"/>
              <a:t>                  </a:t>
            </a:r>
            <a:r>
              <a:rPr lang="es-ES" sz="6600" b="1">
                <a:solidFill>
                  <a:srgbClr val="0070C0"/>
                </a:solidFill>
              </a:rPr>
              <a:t>E</a:t>
            </a:r>
            <a:r>
              <a:rPr lang="es-ES"/>
              <a:t>scolapia</a:t>
            </a:r>
            <a:r>
              <a:rPr lang="es-ES" b="1"/>
              <a:t> 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l="14779" t="22648" r="10222"/>
          <a:stretch/>
        </p:blipFill>
        <p:spPr>
          <a:xfrm>
            <a:off x="4538263" y="3140968"/>
            <a:ext cx="4282209" cy="3312368"/>
          </a:xfrm>
          <a:prstGeom prst="roundRect">
            <a:avLst>
              <a:gd name="adj" fmla="val 2264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6" name="Google Shape;96;p1" descr="logotipo 1819 ESP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40" y="3620270"/>
            <a:ext cx="3855249" cy="185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1335362" y="170142"/>
            <a:ext cx="7053062" cy="81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ES" sz="3200"/>
              <a:t>EL ESPÍRITU DE DIOS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32048" y="980728"/>
            <a:ext cx="7956376" cy="5544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Bendigamos al Señor,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Dios de toda la creación,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por habernos revelado su amor.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Su Verdad y su perdón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y su gran fidelidad,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por los siglos de los siglos durará.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sz="200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EL ESPÍRITU DE DIOS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HOY ESTÁ SOBRE MÍ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Y ÉL ES QUIEN ME HA UNGIDO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 PROCLAMAR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LA BUENA NUEVA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 LOS MÁS POBRES,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LA GRACIA DE SU SALVACIÓN. (BIS)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Enviados con poder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y en el nombre de Jesús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 sanar a los enfermos del dolor,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 los ciegos, la visión,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 los pobres, la Verdad,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y a los presos y oprimidos, libertad.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1">
                <a:latin typeface="Candara"/>
                <a:ea typeface="Candara"/>
                <a:cs typeface="Candara"/>
                <a:sym typeface="Candara"/>
              </a:rPr>
              <a:t>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endParaRPr b="1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7170" y="4293096"/>
            <a:ext cx="2916830" cy="256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66197" y="100611"/>
            <a:ext cx="1011498" cy="50857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>
            <a:spLocks noGrp="1"/>
          </p:cNvSpPr>
          <p:nvPr>
            <p:ph type="title"/>
          </p:nvPr>
        </p:nvSpPr>
        <p:spPr>
          <a:xfrm>
            <a:off x="683568" y="391395"/>
            <a:ext cx="7848872" cy="73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</a:pPr>
            <a:r>
              <a:rPr lang="es-ES"/>
              <a:t>Padre Nuestro gallego</a:t>
            </a:r>
            <a:endParaRPr/>
          </a:p>
        </p:txBody>
      </p:sp>
      <p:sp>
        <p:nvSpPr>
          <p:cNvPr id="405" name="Google Shape;405;p43"/>
          <p:cNvSpPr txBox="1">
            <a:spLocks noGrp="1"/>
          </p:cNvSpPr>
          <p:nvPr>
            <p:ph type="body" idx="1"/>
          </p:nvPr>
        </p:nvSpPr>
        <p:spPr>
          <a:xfrm>
            <a:off x="251520" y="1196752"/>
            <a:ext cx="9145026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En el mar he oído hoy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Señor tu voz que me llamó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y me pidió que me entregara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a mis hermanos.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Esa voz me transformó,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mi vida entera ya cambió,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y sólo pienso ahora Señor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en repetirte: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/>
              <a:t>PADRE NUESTRO EN TI CREEMOS,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/>
              <a:t>PADRE NUESTRO TE OFRECEMOS,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/>
              <a:t>PADRE NUESTRO NUESTRAS MANOS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/>
              <a:t>DE HERMANOS.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Cuando vaya a otro lugar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tendré Señor que abandonar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a mi familia a mis amigos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por seguirte.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Pero sé que así algún día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podré enseñar tu verdad,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ir a mi hermano y junto a él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 b="0"/>
              <a:t>yo repetirte.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s-ES"/>
              <a:t>PADRE NUESTRO…</a:t>
            </a:r>
            <a:endParaRPr b="0"/>
          </a:p>
        </p:txBody>
      </p:sp>
      <p:pic>
        <p:nvPicPr>
          <p:cNvPr id="406" name="Google Shape;406;p43" descr="Resultado de imagen de fano padre nuestr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2080" y="5025687"/>
            <a:ext cx="2527491" cy="180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2"/>
          <p:cNvSpPr txBox="1">
            <a:spLocks noGrp="1"/>
          </p:cNvSpPr>
          <p:nvPr>
            <p:ph type="title"/>
          </p:nvPr>
        </p:nvSpPr>
        <p:spPr>
          <a:xfrm>
            <a:off x="747711" y="404664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 sz="4000" dirty="0"/>
              <a:t>Preparad el Camino (I)</a:t>
            </a:r>
            <a:endParaRPr dirty="0"/>
          </a:p>
        </p:txBody>
      </p:sp>
      <p:sp>
        <p:nvSpPr>
          <p:cNvPr id="546" name="Google Shape;546;p62"/>
          <p:cNvSpPr txBox="1">
            <a:spLocks noGrp="1"/>
          </p:cNvSpPr>
          <p:nvPr>
            <p:ph type="body" idx="1"/>
          </p:nvPr>
        </p:nvSpPr>
        <p:spPr>
          <a:xfrm>
            <a:off x="539552" y="1358770"/>
            <a:ext cx="6228692" cy="5094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PREPARAD EL CAMINO AL SEÑOR</a:t>
            </a:r>
            <a:endParaRPr sz="23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Y ESCUCHAD LA PALABRA DE DIOS.(Bis)</a:t>
            </a:r>
            <a:endParaRPr sz="23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 </a:t>
            </a:r>
            <a:endParaRPr sz="23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Voz que clama en el desierto:</a:t>
            </a:r>
            <a:endParaRPr sz="23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preparad los caminos de Dios,</a:t>
            </a:r>
            <a:endParaRPr sz="23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haced rectas todas las sendas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s-ES" sz="2300"/>
              <a:t>preparad el camino al Señor.</a:t>
            </a:r>
            <a:endParaRPr/>
          </a:p>
        </p:txBody>
      </p:sp>
      <p:pic>
        <p:nvPicPr>
          <p:cNvPr id="547" name="Google Shape;547;p62" descr="Resultado de imagen de preparad el camino fa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04355">
            <a:off x="3143979" y="3331724"/>
            <a:ext cx="6176458" cy="4072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6376" y="98931"/>
            <a:ext cx="1011498" cy="50857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Primera Lectura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CCCCCC"/>
                </a:solidFill>
                <a:latin typeface="Calibri"/>
              </a:defRPr>
            </a:pPr>
            <a:r>
              <a:t>18,25-28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FFFFFF"/>
                </a:solidFill>
                <a:latin typeface="Calibri"/>
              </a:defRPr>
            </a:pPr>
            <a:r>
              <a:t>Así dice el Señor: «Comentáis: «No es justo el proceder del Señor». Escuchad, casa de Israel: ¿es injusto mi proceder?, ¿o no es vuestro proceder el que es injusto? Cuando el justo se aparta de su justicia, comete la maldad y muere, muere por la maldad que cometió. Y cuando el malvado se convierte de la maldad que hizo y practica el derecho y la justicia, él mismo salva su vida. Si recapacita y se convierte de los delitos cometidos, ciertamente vivirá y no morirá.»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Salmo Responsorial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CCCCCC"/>
                </a:solidFill>
                <a:latin typeface="Calibri"/>
              </a:defRPr>
            </a:pPr>
            <a:r>
              <a:t>Sal 24,4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FFFFFF"/>
                </a:solidFill>
                <a:latin typeface="Calibri"/>
              </a:defRPr>
            </a:pPr>
            <a:r>
              <a:t>Antífona: Recuerda, Señor, que tu misericordia es eterna</a:t>
            </a:r>
            <a:br/>
            <a:br/>
            <a:r>
              <a:t>Señor, enséñame tus caminos,</a:t>
            </a:r>
            <a:br/>
            <a:br/>
            <a:r>
              <a:t>instrúyeme en tus sendas:</a:t>
            </a:r>
            <a:br/>
            <a:br/>
            <a:r>
              <a:t>haz que camine con lealtad;</a:t>
            </a:r>
            <a:br/>
            <a:br/>
            <a:r>
              <a:t>enséñame, porque tú eres mi Dios y Salvador,</a:t>
            </a:r>
            <a:br/>
            <a:br/>
            <a:r>
              <a:t>y todo el día te estoy esperando.</a:t>
            </a:r>
            <a:br/>
            <a:r>
              <a:t>Recuerda, Señor,</a:t>
            </a:r>
            <a:br/>
            <a:br/>
            <a:r>
              <a:t>que tu ternura y tu misericordia son eternas;</a:t>
            </a:r>
            <a:br/>
            <a:br/>
            <a:r>
              <a:t>no te acuerdes de los pecados</a:t>
            </a:r>
            <a:br/>
            <a:br/>
            <a:r>
              <a:t>ni de las maldades de mi juventud;</a:t>
            </a:r>
            <a:br/>
            <a:br/>
            <a:r>
              <a:t>acuérdate de mí con misericordia,</a:t>
            </a:r>
            <a:br/>
            <a:br/>
            <a:r>
              <a:t>por tu bondad, Señor.</a:t>
            </a:r>
            <a:br/>
            <a:r>
              <a:t>El Señor es bueno y es recto,</a:t>
            </a:r>
            <a:br/>
            <a:br/>
            <a:r>
              <a:t>y enseña el camino a los pecadores;</a:t>
            </a:r>
            <a:br/>
            <a:br/>
            <a:r>
              <a:t>hace caminar a los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Segunda Lectura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CCCCCC"/>
                </a:solidFill>
                <a:latin typeface="Calibri"/>
              </a:defRPr>
            </a:pPr>
            <a:r>
              <a:t>2,1-11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FFFFFF"/>
                </a:solidFill>
                <a:latin typeface="Calibri"/>
              </a:defRPr>
            </a:pPr>
            <a:r>
              <a:t>Si queréis darme el consuelo de Cristo y aliviarme con vuestro amor, si nos une el mismo Espíritu y tenéis entrañas compasivas, dadme esta gran alegría: manteneos unánimes y concordes con un mismo amor y un mismo sentir. No obréis por rivalidad ni por ostentación, dejaos guiar por la humildad y considerad siempre superiores a los demás. No os encerréis en vuestros intereses, sino buscad todos el interés de los demás. Tened entre vosotros los sentimientos propios de Cristo Jesús. Él, a pesar de 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Evangelio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CCCCCC"/>
                </a:solidFill>
                <a:latin typeface="Calibri"/>
              </a:defRPr>
            </a:pPr>
            <a:r>
              <a:t>21,28-32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FFFFFF"/>
                </a:solidFill>
                <a:latin typeface="Calibri"/>
              </a:defRPr>
            </a:pPr>
            <a:r>
              <a:t>En aquel tiempo, dijo Jesús a los sumos sacerdotes y a los ancianos del pueblo: «¿Qué os parece? Un hombre tenía dos hijos. Se acercó al primero y le dijo: «Hijo, ve hoy a trabajar en la viña.» Él le contestó: «No quiero.» Pero después recapacitó y fue. Se acercó al segundo y le dijo lo mismo. Él le contestó: «Voy, señor.» Pero no fue. ¿Quién de los dos hizo lo que quería el padre?»Contestaron: «El primero.»Jesús les dijo: «Os aseguro que los publicanos y las prostitutas os llevan la delantera 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LITURGIA DE LA PALABRA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LITURGIA EUCARÍSTICA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RITO DE CONCLUSIÓN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 XXVI Domingo del Tiempo Ordinario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  <a:latin typeface="Calibri"/>
              </a:defRPr>
            </a:pPr>
            <a:r>
              <a:t>2026-09-27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E61B23"/>
                </a:solidFill>
                <a:latin typeface="Calibri"/>
              </a:defRPr>
            </a:pPr>
            <a:r>
              <a:t>Somos uno</a:t>
            </a:r>
          </a:p>
        </p:txBody>
      </p:sp>
      <p:pic>
        <p:nvPicPr>
          <p:cNvPr id="6" name="Picture 5" descr="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854579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9894</Words>
  <Application>Microsoft Office PowerPoint</Application>
  <PresentationFormat>Presentación en pantalla (4:3)</PresentationFormat>
  <Paragraphs>1759</Paragraphs>
  <Slides>121</Slides>
  <Notes>116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121</vt:i4>
      </vt:variant>
    </vt:vector>
  </HeadingPairs>
  <TitlesOfParts>
    <vt:vector size="128" baseType="lpstr">
      <vt:lpstr>Candara</vt:lpstr>
      <vt:lpstr>Century Gothic</vt:lpstr>
      <vt:lpstr>Arial</vt:lpstr>
      <vt:lpstr>Tahoma</vt:lpstr>
      <vt:lpstr>Calibri</vt:lpstr>
      <vt:lpstr>Overlock</vt:lpstr>
      <vt:lpstr>Diseño personalizado</vt:lpstr>
      <vt:lpstr>Comunidad            Cristiana                    Escolapia </vt:lpstr>
      <vt:lpstr>Presentación de PowerPoint</vt:lpstr>
      <vt:lpstr>Pon tu mano</vt:lpstr>
      <vt:lpstr>  YO CELEBRARÉ</vt:lpstr>
      <vt:lpstr>Dios Está Aquí</vt:lpstr>
      <vt:lpstr>VOSOTROS SEREIS MI PUEBLO</vt:lpstr>
      <vt:lpstr>EL ESPÍRITU DE DIOS</vt:lpstr>
      <vt:lpstr>He Venido a Servir</vt:lpstr>
      <vt:lpstr>Como Tus brazos</vt:lpstr>
      <vt:lpstr>Como Tus brazos</vt:lpstr>
      <vt:lpstr>Necesito de Ti</vt:lpstr>
      <vt:lpstr>En mi debilidad</vt:lpstr>
      <vt:lpstr>NO PREGUNTÉIS POR QUÉ</vt:lpstr>
      <vt:lpstr>Salmo 21</vt:lpstr>
      <vt:lpstr>Presentación de PowerPoint</vt:lpstr>
      <vt:lpstr>Gloria (del Gato)</vt:lpstr>
      <vt:lpstr>GLORIA (I)</vt:lpstr>
      <vt:lpstr>GLORIA (II)</vt:lpstr>
      <vt:lpstr>Gloria de Nazaret</vt:lpstr>
      <vt:lpstr>Alabo tu bondad </vt:lpstr>
      <vt:lpstr>Presentación de PowerPoint</vt:lpstr>
      <vt:lpstr>Lámpara es tu palabra</vt:lpstr>
      <vt:lpstr>ALELUYA DE MI DIOS</vt:lpstr>
      <vt:lpstr>Qué te puedo dar</vt:lpstr>
      <vt:lpstr>Aleluya de la Tierra</vt:lpstr>
      <vt:lpstr>¡Ale Aleluya!</vt:lpstr>
      <vt:lpstr>Aleluya (Leonard Cohen)</vt:lpstr>
      <vt:lpstr>¡Escucha Tú!</vt:lpstr>
      <vt:lpstr>Presentación de PowerPoint</vt:lpstr>
      <vt:lpstr>CREDO</vt:lpstr>
      <vt:lpstr>Presentación de PowerPoint</vt:lpstr>
      <vt:lpstr>Qué te puedo dar</vt:lpstr>
      <vt:lpstr>Pongo mi vida en tus manos</vt:lpstr>
      <vt:lpstr>Dame de tu pan</vt:lpstr>
      <vt:lpstr>Toma mi vida</vt:lpstr>
      <vt:lpstr>Tuyo Soy</vt:lpstr>
      <vt:lpstr>Sois la Sal</vt:lpstr>
      <vt:lpstr>Yo Pasé</vt:lpstr>
      <vt:lpstr>Presentación de PowerPoint</vt:lpstr>
      <vt:lpstr>Señor Santo</vt:lpstr>
      <vt:lpstr>Santo (Jesuita)</vt:lpstr>
      <vt:lpstr>Santo (Rey León)</vt:lpstr>
      <vt:lpstr>Santo es el Señor</vt:lpstr>
      <vt:lpstr>Grito Santo</vt:lpstr>
      <vt:lpstr>SANTO, SANTO (R. CARISMÁTICA)</vt:lpstr>
      <vt:lpstr>Presentación de PowerPoint</vt:lpstr>
      <vt:lpstr>Padre Nuestro gallego</vt:lpstr>
      <vt:lpstr>Padre Nuestro de la Vida</vt:lpstr>
      <vt:lpstr>Padre Nuestro (Simon &amp; Garfunkel)</vt:lpstr>
      <vt:lpstr>Padre Nuestro del cielo</vt:lpstr>
      <vt:lpstr>Presentación de PowerPoint</vt:lpstr>
      <vt:lpstr>La Paz te doy</vt:lpstr>
      <vt:lpstr>Llevad la buena noticia</vt:lpstr>
      <vt:lpstr>Pon un poco de Paz</vt:lpstr>
      <vt:lpstr>PAZ SEÑOR</vt:lpstr>
      <vt:lpstr> Paz en la Tierra </vt:lpstr>
      <vt:lpstr>Presentación de PowerPoint</vt:lpstr>
      <vt:lpstr>Cordero de Dios</vt:lpstr>
      <vt:lpstr>Presentación de PowerPoint</vt:lpstr>
      <vt:lpstr>QUIERO ALABARTE</vt:lpstr>
      <vt:lpstr>Presentación de PowerPoint</vt:lpstr>
      <vt:lpstr>Presentación de PowerPoint</vt:lpstr>
      <vt:lpstr>Presentación de PowerPoint</vt:lpstr>
      <vt:lpstr>EL ESPÍRITU DE DIOS</vt:lpstr>
      <vt:lpstr>EL ESPÍRITU DE DIOS</vt:lpstr>
      <vt:lpstr>Preparad el Camino (I)</vt:lpstr>
      <vt:lpstr>Preparad el Camino (II)</vt:lpstr>
      <vt:lpstr>Preparad el Camino (III)</vt:lpstr>
      <vt:lpstr>Una nueva Esperanza</vt:lpstr>
      <vt:lpstr>Una nueva Esperanza</vt:lpstr>
      <vt:lpstr>  EL CALOR DE LA PALABRA (I)</vt:lpstr>
      <vt:lpstr>  EL CALOR DE LA PALABRA (II)</vt:lpstr>
      <vt:lpstr>  EL CALOR DE LA PALABRA (III)</vt:lpstr>
      <vt:lpstr>CÁNTICO DE OSEAS (I)</vt:lpstr>
      <vt:lpstr>CÁNTICO DE OSEAS (II)</vt:lpstr>
      <vt:lpstr>  Anda,  Levantate y Anda</vt:lpstr>
      <vt:lpstr>  Anda,  Levantate y Anda</vt:lpstr>
      <vt:lpstr>Presentación de PowerPoint</vt:lpstr>
      <vt:lpstr>Presentación de PowerPoint</vt:lpstr>
      <vt:lpstr>SÉ FIEL A LA VERDAD</vt:lpstr>
      <vt:lpstr>YA VIENE EL SOL</vt:lpstr>
      <vt:lpstr>¿A dónde iré?</vt:lpstr>
      <vt:lpstr>Testigos de la Verdad (I)</vt:lpstr>
      <vt:lpstr>Testigos de la Verdad (II)</vt:lpstr>
      <vt:lpstr>Nadie te ama como yo</vt:lpstr>
      <vt:lpstr>Verbum Panis</vt:lpstr>
      <vt:lpstr>Jesús resucita hoy</vt:lpstr>
      <vt:lpstr>ALMA MISIONERA</vt:lpstr>
      <vt:lpstr>QUIERO VIVIR AMANDO (I)</vt:lpstr>
      <vt:lpstr>QUIERO VIVIR AMANDO (II)</vt:lpstr>
      <vt:lpstr>QUIERO VIVIR AMANDO (III)</vt:lpstr>
      <vt:lpstr>QUIERO VIVIR AMANDO (IV)</vt:lpstr>
      <vt:lpstr>Presentación de PowerPoint</vt:lpstr>
      <vt:lpstr>A tu amparo</vt:lpstr>
      <vt:lpstr>JUNTO A TI MARÍA</vt:lpstr>
      <vt:lpstr>Presentación de PowerPoint</vt:lpstr>
      <vt:lpstr>YO NO PUEDO SOLO</vt:lpstr>
      <vt:lpstr>COSAS DE LOCOS</vt:lpstr>
      <vt:lpstr>Kyrie Eleison</vt:lpstr>
      <vt:lpstr>LA LUZ DEL MUNDO</vt:lpstr>
      <vt:lpstr>Quiero Hacer lo Mismo</vt:lpstr>
      <vt:lpstr>Quiero Hacer lo Mismo</vt:lpstr>
      <vt:lpstr>Quiero Hacer lo Mismo</vt:lpstr>
      <vt:lpstr>Despierta</vt:lpstr>
      <vt:lpstr>Ponte de Pie</vt:lpstr>
      <vt:lpstr>Hubo un hombre</vt:lpstr>
      <vt:lpstr>Presentación de PowerPoint</vt:lpstr>
      <vt:lpstr>A TU AIRE</vt:lpstr>
      <vt:lpstr>A TU AIRE</vt:lpstr>
      <vt:lpstr>Como Corre un Río</vt:lpstr>
      <vt:lpstr>Presentación de PowerPoint</vt:lpstr>
      <vt:lpstr>Presentación de PowerPoint</vt:lpstr>
      <vt:lpstr>Presentación de PowerPoint</vt:lpstr>
      <vt:lpstr>LA LUZ DEL MUNDO</vt:lpstr>
      <vt:lpstr>La Vírgen Sueña Caminos</vt:lpstr>
      <vt:lpstr>La Vírgen Sueña Caminos</vt:lpstr>
      <vt:lpstr>SANTA MARÍA DEL CAMINO</vt:lpstr>
      <vt:lpstr>Presentación de PowerPoint</vt:lpstr>
      <vt:lpstr>Comunidad Cristiana Escolapia </vt:lpstr>
      <vt:lpstr>Comunidad Cristiana Escolapia </vt:lpstr>
      <vt:lpstr>Comunidad Cristiana Escolapia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Comunidad            Cristiana                    Escolapia </dc:title>
  <dc:creator>Alberto Rivera Romero</dc:creator>
  <cp:lastModifiedBy>Rafael Torres Parish</cp:lastModifiedBy>
  <cp:revision>8</cp:revision>
  <dcterms:created xsi:type="dcterms:W3CDTF">2013-02-23T11:27:42Z</dcterms:created>
  <dcterms:modified xsi:type="dcterms:W3CDTF">2024-12-07T20:56:17Z</dcterms:modified>
</cp:coreProperties>
</file>