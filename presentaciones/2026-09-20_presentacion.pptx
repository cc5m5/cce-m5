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xmlns:ns3="http://schemas.microsoft.com/office/powerpoint/2012/main" xmlns:ns4="http://customooxmlschemas.google.com/" strictFirstAndLastChars="0" embedTrueTypeFonts="1" saveSubsetFonts="1" autoCompressPictures="0">
  <ns0:sldMasterIdLst>
    <ns0:sldMasterId id="2147483648" ns1:id="rId1"/>
  </ns0:sldMasterIdLst>
  <ns0:notesMasterIdLst>
    <ns0:notesMasterId ns1:id="rId123"/>
  </ns0:notesMasterIdLst>
  <ns0:sldIdLst>
    <ns0:sldId id="256" ns1:id="rId2"/>
    <ns0:sldId id="259" ns1:id="rId8"/>
    <ns0:sldId id="298" ns1:id="rId48"/>
    <ns0:sldId id="317" ns1:id="rId67"/>
    <ns0:sldId id="318" ns1:id="rId26"/>
    <ns0:sldId id="319" ns1:id="rId27"/>
    <ns0:sldId id="320" ns1:id="rId28"/>
    <ns0:sldId id="321" ns1:id="rId29"/>
    <ns0:sldId id="322" ns1:id="rId30"/>
    <ns0:sldId id="323" ns1:id="rId31"/>
    <ns0:sldId id="324" ns1:id="rId32"/>
    <ns0:sldId id="325" ns1:id="rId33"/>
  </ns0:sldIdLst>
  <ns0:sldSz cx="9144000" cy="6858000" type="screen4x3"/>
  <ns0:notesSz cx="6858000" cy="9144000"/>
  <ns0:embeddedFontLst>
    <ns0:embeddedFont>
      <ns0:font typeface="Candara" panose="020E0502030303020204" pitchFamily="34" charset="0"/>
      <ns0:regular ns1:id="rId124"/>
      <ns0:bold ns1:id="rId125"/>
      <ns0:italic ns1:id="rId126"/>
      <ns0:boldItalic ns1:id="rId127"/>
    </ns0:embeddedFont>
    <ns0:embeddedFont>
      <ns0:font typeface="Century Gothic" panose="020B0502020202020204" pitchFamily="34" charset="0"/>
      <ns0:regular ns1:id="rId128"/>
      <ns0:bold ns1:id="rId129"/>
      <ns0:italic ns1:id="rId130"/>
      <ns0:boldItalic ns1:id="rId131"/>
    </ns0:embeddedFont>
    <ns0:embeddedFont>
      <ns0:font typeface="Overlock" panose="020B0604020202020204" charset="0"/>
      <ns0:regular ns1:id="rId132"/>
      <ns0:bold ns1:id="rId133"/>
      <ns0:italic ns1:id="rId134"/>
      <ns0:boldItalic ns1:id="rId135"/>
    </ns0:embeddedFont>
    <ns0:embeddedFont>
      <ns0:font typeface="Tahoma" panose="020B0604030504040204" pitchFamily="34" charset="0"/>
      <ns0:regular ns1:id="rId136"/>
      <ns0:bold ns1:id="rId137"/>
    </ns0:embeddedFont>
  </ns0:embeddedFontLst>
  <ns0:defaultTextStyle>
    <ns2:defPPr marR="0" lvl="0" algn="l" rtl="0">
      <ns2:lnSpc>
        <ns2:spcPct val="100000"/>
      </ns2:lnSpc>
      <ns2:spcBef>
        <ns2:spcPts val="0"/>
      </ns2:spcBef>
      <ns2:spcAft>
        <ns2:spcPts val="0"/>
      </ns2:spcAft>
    </ns2:defPPr>
    <ns2:lvl1pPr marR="0" lvl="0"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1pPr>
    <ns2:lvl2pPr marR="0" lvl="1"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2pPr>
    <ns2:lvl3pPr marR="0" lvl="2"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3pPr>
    <ns2:lvl4pPr marR="0" lvl="3"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4pPr>
    <ns2:lvl5pPr marR="0" lvl="4"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5pPr>
    <ns2:lvl6pPr marR="0" lvl="5"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6pPr>
    <ns2:lvl7pPr marR="0" lvl="6"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7pPr>
    <ns2:lvl8pPr marR="0" lvl="7"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8pPr>
    <ns2:lvl9pPr marR="0" lvl="8"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9pPr>
  </ns0:defaultTextStyle>
  <ns0:extLst>
    <ns0:ext uri="{EFAFB233-063F-42B5-8137-9DF3F51BA10A}">
      <ns3:sldGuideLst>
        <ns3:guide id="1" orient="horz" pos="2160">
          <ns3:clr>
            <ns2:srgbClr val="A4A3A4"/>
          </ns3:clr>
        </ns3:guide>
        <ns3:guide id="2" pos="2880">
          <ns3:clr>
            <ns2:srgbClr val="A4A3A4"/>
          </ns3:clr>
        </ns3:guide>
      </ns3:sldGuideLst>
    </ns0:ext>
    <ns0:ext uri="http://customooxmlschemas.google.com/">
      <ns4:slidesCustomData ns1:id="rId138" roundtripDataSignature="AMtx7mjuzTmtcblT0yV3TcH3SuDKnGU3fg=="/>
    </ns0:ext>
  </ns0:extLst>
</ns0: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48" Type="http://schemas.openxmlformats.org/officeDocument/2006/relationships/slide" Target="slides/slide3.xml"/><Relationship Id="rId67" Type="http://schemas.openxmlformats.org/officeDocument/2006/relationships/slide" Target="slides/slide4.xml"/><Relationship Id="rId123" Type="http://schemas.openxmlformats.org/officeDocument/2006/relationships/notesMaster" Target="notesMasters/notesMaster1.xml"/><Relationship Id="rId124" Type="http://schemas.openxmlformats.org/officeDocument/2006/relationships/font" Target="fonts/font1.fntdata"/><Relationship Id="rId125" Type="http://schemas.openxmlformats.org/officeDocument/2006/relationships/font" Target="fonts/font2.fntdata"/><Relationship Id="rId126" Type="http://schemas.openxmlformats.org/officeDocument/2006/relationships/font" Target="fonts/font3.fntdata"/><Relationship Id="rId127" Type="http://schemas.openxmlformats.org/officeDocument/2006/relationships/font" Target="fonts/font4.fntdata"/><Relationship Id="rId128" Type="http://schemas.openxmlformats.org/officeDocument/2006/relationships/font" Target="fonts/font5.fntdata"/><Relationship Id="rId129" Type="http://schemas.openxmlformats.org/officeDocument/2006/relationships/font" Target="fonts/font6.fntdata"/><Relationship Id="rId130" Type="http://schemas.openxmlformats.org/officeDocument/2006/relationships/font" Target="fonts/font7.fntdata"/><Relationship Id="rId131" Type="http://schemas.openxmlformats.org/officeDocument/2006/relationships/font" Target="fonts/font8.fntdata"/><Relationship Id="rId132" Type="http://schemas.openxmlformats.org/officeDocument/2006/relationships/font" Target="fonts/font9.fntdata"/><Relationship Id="rId133" Type="http://schemas.openxmlformats.org/officeDocument/2006/relationships/font" Target="fonts/font10.fntdata"/><Relationship Id="rId134" Type="http://schemas.openxmlformats.org/officeDocument/2006/relationships/font" Target="fonts/font11.fntdata"/><Relationship Id="rId135" Type="http://schemas.openxmlformats.org/officeDocument/2006/relationships/font" Target="fonts/font12.fntdata"/><Relationship Id="rId136" Type="http://schemas.openxmlformats.org/officeDocument/2006/relationships/font" Target="fonts/font13.fntdata"/><Relationship Id="rId137" Type="http://schemas.openxmlformats.org/officeDocument/2006/relationships/font" Target="fonts/font14.fntdata"/><Relationship Id="rId138" Type="http://customschemas.google.com/relationships/presentationmetadata" Target="metadata"/><Relationship Id="rId139" Type="http://schemas.openxmlformats.org/officeDocument/2006/relationships/presProps" Target="presProps.xml"/><Relationship Id="rId140" Type="http://schemas.openxmlformats.org/officeDocument/2006/relationships/viewProps" Target="viewProps.xml"/><Relationship Id="rId141" Type="http://schemas.openxmlformats.org/officeDocument/2006/relationships/theme" Target="theme/theme1.xml"/><Relationship Id="rId1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6"/>
        <p:cNvGrpSpPr/>
        <p:nvPr/>
      </p:nvGrpSpPr>
      <p:grpSpPr>
        <a:xfrm>
          <a:off x="0" y="0"/>
          <a:ext cx="0" cy="0"/>
          <a:chOff x="0" y="0"/>
          <a:chExt cx="0" cy="0"/>
        </a:xfrm>
      </p:grpSpPr>
      <p:sp>
        <p:nvSpPr>
          <p:cNvPr id="17" name="Google Shape;17;p116"/>
          <p:cNvSpPr txBox="1">
            <a:spLocks noGrp="1"/>
          </p:cNvSpPr>
          <p:nvPr>
            <p:ph type="ctrTitle"/>
          </p:nvPr>
        </p:nvSpPr>
        <p:spPr>
          <a:xfrm>
            <a:off x="755576" y="1122363"/>
            <a:ext cx="7704856"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500"/>
              <a:buFont typeface="Century Gothic"/>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16"/>
          <p:cNvSpPr txBox="1">
            <a:spLocks noGrp="1"/>
          </p:cNvSpPr>
          <p:nvPr>
            <p:ph type="subTitle" idx="1"/>
          </p:nvPr>
        </p:nvSpPr>
        <p:spPr>
          <a:xfrm>
            <a:off x="755576" y="3602038"/>
            <a:ext cx="7704856"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lt1"/>
              </a:buClr>
              <a:buSzPts val="1800"/>
              <a:buNone/>
              <a:defRPr sz="1800"/>
            </a:lvl1pPr>
            <a:lvl2pPr lvl="1" algn="ctr">
              <a:lnSpc>
                <a:spcPct val="90000"/>
              </a:lnSpc>
              <a:spcBef>
                <a:spcPts val="375"/>
              </a:spcBef>
              <a:spcAft>
                <a:spcPts val="0"/>
              </a:spcAft>
              <a:buClr>
                <a:schemeClr val="lt1"/>
              </a:buClr>
              <a:buSzPts val="1500"/>
              <a:buNone/>
              <a:defRPr sz="1500"/>
            </a:lvl2pPr>
            <a:lvl3pPr lvl="2" algn="ctr">
              <a:lnSpc>
                <a:spcPct val="90000"/>
              </a:lnSpc>
              <a:spcBef>
                <a:spcPts val="375"/>
              </a:spcBef>
              <a:spcAft>
                <a:spcPts val="0"/>
              </a:spcAft>
              <a:buClr>
                <a:schemeClr val="lt1"/>
              </a:buClr>
              <a:buSzPts val="1350"/>
              <a:buNone/>
              <a:defRPr sz="1350"/>
            </a:lvl3pPr>
            <a:lvl4pPr lvl="3" algn="ctr">
              <a:lnSpc>
                <a:spcPct val="90000"/>
              </a:lnSpc>
              <a:spcBef>
                <a:spcPts val="375"/>
              </a:spcBef>
              <a:spcAft>
                <a:spcPts val="0"/>
              </a:spcAft>
              <a:buClr>
                <a:schemeClr val="lt1"/>
              </a:buClr>
              <a:buSzPts val="1200"/>
              <a:buNone/>
              <a:defRPr sz="1200"/>
            </a:lvl4pPr>
            <a:lvl5pPr lvl="4" algn="ctr">
              <a:lnSpc>
                <a:spcPct val="90000"/>
              </a:lnSpc>
              <a:spcBef>
                <a:spcPts val="375"/>
              </a:spcBef>
              <a:spcAft>
                <a:spcPts val="0"/>
              </a:spcAft>
              <a:buClr>
                <a:schemeClr val="lt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9" name="Google Shape;19;p116"/>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6"/>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16"/>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2"/>
        <p:cNvGrpSpPr/>
        <p:nvPr/>
      </p:nvGrpSpPr>
      <p:grpSpPr>
        <a:xfrm>
          <a:off x="0" y="0"/>
          <a:ext cx="0" cy="0"/>
          <a:chOff x="0" y="0"/>
          <a:chExt cx="0" cy="0"/>
        </a:xfrm>
      </p:grpSpPr>
      <p:sp>
        <p:nvSpPr>
          <p:cNvPr id="23" name="Google Shape;23;p117"/>
          <p:cNvSpPr txBox="1">
            <a:spLocks noGrp="1"/>
          </p:cNvSpPr>
          <p:nvPr>
            <p:ph type="title"/>
          </p:nvPr>
        </p:nvSpPr>
        <p:spPr>
          <a:xfrm>
            <a:off x="683568" y="391395"/>
            <a:ext cx="784887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17"/>
          <p:cNvSpPr txBox="1">
            <a:spLocks noGrp="1"/>
          </p:cNvSpPr>
          <p:nvPr>
            <p:ph type="body" idx="1"/>
          </p:nvPr>
        </p:nvSpPr>
        <p:spPr>
          <a:xfrm>
            <a:off x="683568" y="1825625"/>
            <a:ext cx="784887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 name="Google Shape;25;p117"/>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7"/>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17"/>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8"/>
        <p:cNvGrpSpPr/>
        <p:nvPr/>
      </p:nvGrpSpPr>
      <p:grpSpPr>
        <a:xfrm>
          <a:off x="0" y="0"/>
          <a:ext cx="0" cy="0"/>
          <a:chOff x="0" y="0"/>
          <a:chExt cx="0" cy="0"/>
        </a:xfrm>
      </p:grpSpPr>
      <p:sp>
        <p:nvSpPr>
          <p:cNvPr id="29" name="Google Shape;29;p118"/>
          <p:cNvSpPr txBox="1">
            <a:spLocks noGrp="1"/>
          </p:cNvSpPr>
          <p:nvPr>
            <p:ph type="title"/>
          </p:nvPr>
        </p:nvSpPr>
        <p:spPr>
          <a:xfrm>
            <a:off x="683568" y="391395"/>
            <a:ext cx="784887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18"/>
          <p:cNvSpPr txBox="1">
            <a:spLocks noGrp="1"/>
          </p:cNvSpPr>
          <p:nvPr>
            <p:ph type="body" idx="1"/>
          </p:nvPr>
        </p:nvSpPr>
        <p:spPr>
          <a:xfrm>
            <a:off x="683568"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1" name="Google Shape;31;p118"/>
          <p:cNvSpPr txBox="1">
            <a:spLocks noGrp="1"/>
          </p:cNvSpPr>
          <p:nvPr>
            <p:ph type="body" idx="2"/>
          </p:nvPr>
        </p:nvSpPr>
        <p:spPr>
          <a:xfrm>
            <a:off x="466529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118"/>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8"/>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18"/>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35"/>
        <p:cNvGrpSpPr/>
        <p:nvPr/>
      </p:nvGrpSpPr>
      <p:grpSpPr>
        <a:xfrm>
          <a:off x="0" y="0"/>
          <a:ext cx="0" cy="0"/>
          <a:chOff x="0" y="0"/>
          <a:chExt cx="0" cy="0"/>
        </a:xfrm>
      </p:grpSpPr>
      <p:sp>
        <p:nvSpPr>
          <p:cNvPr id="36" name="Google Shape;36;p119"/>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9"/>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9"/>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9"/>
        <p:cNvGrpSpPr/>
        <p:nvPr/>
      </p:nvGrpSpPr>
      <p:grpSpPr>
        <a:xfrm>
          <a:off x="0" y="0"/>
          <a:ext cx="0" cy="0"/>
          <a:chOff x="0" y="0"/>
          <a:chExt cx="0" cy="0"/>
        </a:xfrm>
      </p:grpSpPr>
      <p:sp>
        <p:nvSpPr>
          <p:cNvPr id="40" name="Google Shape;40;p120"/>
          <p:cNvSpPr txBox="1">
            <a:spLocks noGrp="1"/>
          </p:cNvSpPr>
          <p:nvPr>
            <p:ph type="title"/>
          </p:nvPr>
        </p:nvSpPr>
        <p:spPr>
          <a:xfrm>
            <a:off x="683568" y="1709740"/>
            <a:ext cx="7848872"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500"/>
              <a:buFont typeface="Century Gothic"/>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20"/>
          <p:cNvSpPr txBox="1">
            <a:spLocks noGrp="1"/>
          </p:cNvSpPr>
          <p:nvPr>
            <p:ph type="body" idx="1"/>
          </p:nvPr>
        </p:nvSpPr>
        <p:spPr>
          <a:xfrm>
            <a:off x="683568" y="4589465"/>
            <a:ext cx="7848872"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42" name="Google Shape;42;p120"/>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20"/>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20"/>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5"/>
        <p:cNvGrpSpPr/>
        <p:nvPr/>
      </p:nvGrpSpPr>
      <p:grpSpPr>
        <a:xfrm>
          <a:off x="0" y="0"/>
          <a:ext cx="0" cy="0"/>
          <a:chOff x="0" y="0"/>
          <a:chExt cx="0" cy="0"/>
        </a:xfrm>
      </p:grpSpPr>
      <p:sp>
        <p:nvSpPr>
          <p:cNvPr id="46" name="Google Shape;46;p121"/>
          <p:cNvSpPr txBox="1">
            <a:spLocks noGrp="1"/>
          </p:cNvSpPr>
          <p:nvPr>
            <p:ph type="title"/>
          </p:nvPr>
        </p:nvSpPr>
        <p:spPr>
          <a:xfrm>
            <a:off x="683568" y="365127"/>
            <a:ext cx="784887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1"/>
          <p:cNvSpPr txBox="1">
            <a:spLocks noGrp="1"/>
          </p:cNvSpPr>
          <p:nvPr>
            <p:ph type="body" idx="1"/>
          </p:nvPr>
        </p:nvSpPr>
        <p:spPr>
          <a:xfrm>
            <a:off x="703263" y="1681163"/>
            <a:ext cx="386873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lt1"/>
              </a:buClr>
              <a:buSzPts val="1800"/>
              <a:buNone/>
              <a:defRPr sz="1800" b="1"/>
            </a:lvl1pPr>
            <a:lvl2pPr marL="914400" lvl="1" indent="-228600" algn="l">
              <a:lnSpc>
                <a:spcPct val="90000"/>
              </a:lnSpc>
              <a:spcBef>
                <a:spcPts val="375"/>
              </a:spcBef>
              <a:spcAft>
                <a:spcPts val="0"/>
              </a:spcAft>
              <a:buClr>
                <a:schemeClr val="lt1"/>
              </a:buClr>
              <a:buSzPts val="1500"/>
              <a:buNone/>
              <a:defRPr sz="1500" b="1"/>
            </a:lvl2pPr>
            <a:lvl3pPr marL="1371600" lvl="2" indent="-228600" algn="l">
              <a:lnSpc>
                <a:spcPct val="90000"/>
              </a:lnSpc>
              <a:spcBef>
                <a:spcPts val="375"/>
              </a:spcBef>
              <a:spcAft>
                <a:spcPts val="0"/>
              </a:spcAft>
              <a:buClr>
                <a:schemeClr val="lt1"/>
              </a:buClr>
              <a:buSzPts val="1350"/>
              <a:buNone/>
              <a:defRPr sz="1350" b="1"/>
            </a:lvl3pPr>
            <a:lvl4pPr marL="1828800" lvl="3" indent="-228600" algn="l">
              <a:lnSpc>
                <a:spcPct val="90000"/>
              </a:lnSpc>
              <a:spcBef>
                <a:spcPts val="375"/>
              </a:spcBef>
              <a:spcAft>
                <a:spcPts val="0"/>
              </a:spcAft>
              <a:buClr>
                <a:schemeClr val="lt1"/>
              </a:buClr>
              <a:buSzPts val="1200"/>
              <a:buNone/>
              <a:defRPr sz="1200" b="1"/>
            </a:lvl4pPr>
            <a:lvl5pPr marL="2286000" lvl="4" indent="-228600" algn="l">
              <a:lnSpc>
                <a:spcPct val="90000"/>
              </a:lnSpc>
              <a:spcBef>
                <a:spcPts val="375"/>
              </a:spcBef>
              <a:spcAft>
                <a:spcPts val="0"/>
              </a:spcAft>
              <a:buClr>
                <a:schemeClr val="lt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121"/>
          <p:cNvSpPr txBox="1">
            <a:spLocks noGrp="1"/>
          </p:cNvSpPr>
          <p:nvPr>
            <p:ph type="body" idx="2"/>
          </p:nvPr>
        </p:nvSpPr>
        <p:spPr>
          <a:xfrm>
            <a:off x="703263" y="2505075"/>
            <a:ext cx="386873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121"/>
          <p:cNvSpPr txBox="1">
            <a:spLocks noGrp="1"/>
          </p:cNvSpPr>
          <p:nvPr>
            <p:ph type="body" idx="3"/>
          </p:nvPr>
        </p:nvSpPr>
        <p:spPr>
          <a:xfrm>
            <a:off x="4644008" y="1681163"/>
            <a:ext cx="388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lt1"/>
              </a:buClr>
              <a:buSzPts val="1800"/>
              <a:buNone/>
              <a:defRPr sz="1800" b="1"/>
            </a:lvl1pPr>
            <a:lvl2pPr marL="914400" lvl="1" indent="-228600" algn="l">
              <a:lnSpc>
                <a:spcPct val="90000"/>
              </a:lnSpc>
              <a:spcBef>
                <a:spcPts val="375"/>
              </a:spcBef>
              <a:spcAft>
                <a:spcPts val="0"/>
              </a:spcAft>
              <a:buClr>
                <a:schemeClr val="lt1"/>
              </a:buClr>
              <a:buSzPts val="1500"/>
              <a:buNone/>
              <a:defRPr sz="1500" b="1"/>
            </a:lvl2pPr>
            <a:lvl3pPr marL="1371600" lvl="2" indent="-228600" algn="l">
              <a:lnSpc>
                <a:spcPct val="90000"/>
              </a:lnSpc>
              <a:spcBef>
                <a:spcPts val="375"/>
              </a:spcBef>
              <a:spcAft>
                <a:spcPts val="0"/>
              </a:spcAft>
              <a:buClr>
                <a:schemeClr val="lt1"/>
              </a:buClr>
              <a:buSzPts val="1350"/>
              <a:buNone/>
              <a:defRPr sz="1350" b="1"/>
            </a:lvl3pPr>
            <a:lvl4pPr marL="1828800" lvl="3" indent="-228600" algn="l">
              <a:lnSpc>
                <a:spcPct val="90000"/>
              </a:lnSpc>
              <a:spcBef>
                <a:spcPts val="375"/>
              </a:spcBef>
              <a:spcAft>
                <a:spcPts val="0"/>
              </a:spcAft>
              <a:buClr>
                <a:schemeClr val="lt1"/>
              </a:buClr>
              <a:buSzPts val="1200"/>
              <a:buNone/>
              <a:defRPr sz="1200" b="1"/>
            </a:lvl4pPr>
            <a:lvl5pPr marL="2286000" lvl="4" indent="-228600" algn="l">
              <a:lnSpc>
                <a:spcPct val="90000"/>
              </a:lnSpc>
              <a:spcBef>
                <a:spcPts val="375"/>
              </a:spcBef>
              <a:spcAft>
                <a:spcPts val="0"/>
              </a:spcAft>
              <a:buClr>
                <a:schemeClr val="lt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121"/>
          <p:cNvSpPr txBox="1">
            <a:spLocks noGrp="1"/>
          </p:cNvSpPr>
          <p:nvPr>
            <p:ph type="body" idx="4"/>
          </p:nvPr>
        </p:nvSpPr>
        <p:spPr>
          <a:xfrm>
            <a:off x="4644008" y="2505075"/>
            <a:ext cx="38877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121"/>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1"/>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1"/>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4"/>
        <p:cNvGrpSpPr/>
        <p:nvPr/>
      </p:nvGrpSpPr>
      <p:grpSpPr>
        <a:xfrm>
          <a:off x="0" y="0"/>
          <a:ext cx="0" cy="0"/>
          <a:chOff x="0" y="0"/>
          <a:chExt cx="0" cy="0"/>
        </a:xfrm>
      </p:grpSpPr>
      <p:sp>
        <p:nvSpPr>
          <p:cNvPr id="55" name="Google Shape;55;p122"/>
          <p:cNvSpPr txBox="1">
            <a:spLocks noGrp="1"/>
          </p:cNvSpPr>
          <p:nvPr>
            <p:ph type="title"/>
          </p:nvPr>
        </p:nvSpPr>
        <p:spPr>
          <a:xfrm>
            <a:off x="683568" y="391395"/>
            <a:ext cx="784887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2"/>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22"/>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22"/>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9"/>
        <p:cNvGrpSpPr/>
        <p:nvPr/>
      </p:nvGrpSpPr>
      <p:grpSpPr>
        <a:xfrm>
          <a:off x="0" y="0"/>
          <a:ext cx="0" cy="0"/>
          <a:chOff x="0" y="0"/>
          <a:chExt cx="0" cy="0"/>
        </a:xfrm>
      </p:grpSpPr>
      <p:sp>
        <p:nvSpPr>
          <p:cNvPr id="60" name="Google Shape;60;p123"/>
          <p:cNvSpPr txBox="1">
            <a:spLocks noGrp="1"/>
          </p:cNvSpPr>
          <p:nvPr>
            <p:ph type="title"/>
          </p:nvPr>
        </p:nvSpPr>
        <p:spPr>
          <a:xfrm>
            <a:off x="68356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23"/>
          <p:cNvSpPr txBox="1">
            <a:spLocks noGrp="1"/>
          </p:cNvSpPr>
          <p:nvPr>
            <p:ph type="body" idx="1"/>
          </p:nvPr>
        </p:nvSpPr>
        <p:spPr>
          <a:xfrm>
            <a:off x="3903290" y="987427"/>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lt1"/>
              </a:buClr>
              <a:buSzPts val="2400"/>
              <a:buChar char="•"/>
              <a:defRPr sz="2400"/>
            </a:lvl1pPr>
            <a:lvl2pPr marL="914400" lvl="1" indent="-361950" algn="l">
              <a:lnSpc>
                <a:spcPct val="90000"/>
              </a:lnSpc>
              <a:spcBef>
                <a:spcPts val="375"/>
              </a:spcBef>
              <a:spcAft>
                <a:spcPts val="0"/>
              </a:spcAft>
              <a:buClr>
                <a:schemeClr val="lt1"/>
              </a:buClr>
              <a:buSzPts val="2100"/>
              <a:buChar char="•"/>
              <a:defRPr sz="2100"/>
            </a:lvl2pPr>
            <a:lvl3pPr marL="1371600" lvl="2" indent="-342900" algn="l">
              <a:lnSpc>
                <a:spcPct val="90000"/>
              </a:lnSpc>
              <a:spcBef>
                <a:spcPts val="375"/>
              </a:spcBef>
              <a:spcAft>
                <a:spcPts val="0"/>
              </a:spcAft>
              <a:buClr>
                <a:schemeClr val="lt1"/>
              </a:buClr>
              <a:buSzPts val="1800"/>
              <a:buChar char="•"/>
              <a:defRPr sz="1800"/>
            </a:lvl3pPr>
            <a:lvl4pPr marL="1828800" lvl="3" indent="-323850" algn="l">
              <a:lnSpc>
                <a:spcPct val="90000"/>
              </a:lnSpc>
              <a:spcBef>
                <a:spcPts val="375"/>
              </a:spcBef>
              <a:spcAft>
                <a:spcPts val="0"/>
              </a:spcAft>
              <a:buClr>
                <a:schemeClr val="lt1"/>
              </a:buClr>
              <a:buSzPts val="1500"/>
              <a:buChar char="•"/>
              <a:defRPr sz="1500"/>
            </a:lvl4pPr>
            <a:lvl5pPr marL="2286000" lvl="4" indent="-323850" algn="l">
              <a:lnSpc>
                <a:spcPct val="90000"/>
              </a:lnSpc>
              <a:spcBef>
                <a:spcPts val="375"/>
              </a:spcBef>
              <a:spcAft>
                <a:spcPts val="0"/>
              </a:spcAft>
              <a:buClr>
                <a:schemeClr val="lt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2" name="Google Shape;62;p123"/>
          <p:cNvSpPr txBox="1">
            <a:spLocks noGrp="1"/>
          </p:cNvSpPr>
          <p:nvPr>
            <p:ph type="body" idx="2"/>
          </p:nvPr>
        </p:nvSpPr>
        <p:spPr>
          <a:xfrm>
            <a:off x="68356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lt1"/>
              </a:buClr>
              <a:buSzPts val="1200"/>
              <a:buNone/>
              <a:defRPr sz="1200"/>
            </a:lvl1pPr>
            <a:lvl2pPr marL="914400" lvl="1" indent="-228600" algn="l">
              <a:lnSpc>
                <a:spcPct val="90000"/>
              </a:lnSpc>
              <a:spcBef>
                <a:spcPts val="375"/>
              </a:spcBef>
              <a:spcAft>
                <a:spcPts val="0"/>
              </a:spcAft>
              <a:buClr>
                <a:schemeClr val="lt1"/>
              </a:buClr>
              <a:buSzPts val="1050"/>
              <a:buNone/>
              <a:defRPr sz="1050"/>
            </a:lvl2pPr>
            <a:lvl3pPr marL="1371600" lvl="2" indent="-228600" algn="l">
              <a:lnSpc>
                <a:spcPct val="90000"/>
              </a:lnSpc>
              <a:spcBef>
                <a:spcPts val="375"/>
              </a:spcBef>
              <a:spcAft>
                <a:spcPts val="0"/>
              </a:spcAft>
              <a:buClr>
                <a:schemeClr val="lt1"/>
              </a:buClr>
              <a:buSzPts val="900"/>
              <a:buNone/>
              <a:defRPr sz="900"/>
            </a:lvl3pPr>
            <a:lvl4pPr marL="1828800" lvl="3" indent="-228600" algn="l">
              <a:lnSpc>
                <a:spcPct val="90000"/>
              </a:lnSpc>
              <a:spcBef>
                <a:spcPts val="375"/>
              </a:spcBef>
              <a:spcAft>
                <a:spcPts val="0"/>
              </a:spcAft>
              <a:buClr>
                <a:schemeClr val="lt1"/>
              </a:buClr>
              <a:buSzPts val="750"/>
              <a:buNone/>
              <a:defRPr sz="750"/>
            </a:lvl4pPr>
            <a:lvl5pPr marL="2286000" lvl="4" indent="-228600" algn="l">
              <a:lnSpc>
                <a:spcPct val="90000"/>
              </a:lnSpc>
              <a:spcBef>
                <a:spcPts val="375"/>
              </a:spcBef>
              <a:spcAft>
                <a:spcPts val="0"/>
              </a:spcAft>
              <a:buClr>
                <a:schemeClr val="lt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3" name="Google Shape;63;p123"/>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3"/>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23"/>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6"/>
        <p:cNvGrpSpPr/>
        <p:nvPr/>
      </p:nvGrpSpPr>
      <p:grpSpPr>
        <a:xfrm>
          <a:off x="0" y="0"/>
          <a:ext cx="0" cy="0"/>
          <a:chOff x="0" y="0"/>
          <a:chExt cx="0" cy="0"/>
        </a:xfrm>
      </p:grpSpPr>
      <p:sp>
        <p:nvSpPr>
          <p:cNvPr id="67" name="Google Shape;67;p124"/>
          <p:cNvSpPr txBox="1">
            <a:spLocks noGrp="1"/>
          </p:cNvSpPr>
          <p:nvPr>
            <p:ph type="title"/>
          </p:nvPr>
        </p:nvSpPr>
        <p:spPr>
          <a:xfrm>
            <a:off x="68356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24"/>
          <p:cNvSpPr>
            <a:spLocks noGrp="1"/>
          </p:cNvSpPr>
          <p:nvPr>
            <p:ph type="pic" idx="2"/>
          </p:nvPr>
        </p:nvSpPr>
        <p:spPr>
          <a:xfrm>
            <a:off x="3851920" y="987427"/>
            <a:ext cx="462915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750"/>
              </a:spcBef>
              <a:spcAft>
                <a:spcPts val="0"/>
              </a:spcAft>
              <a:buClr>
                <a:schemeClr val="lt1"/>
              </a:buClr>
              <a:buSzPts val="2400"/>
              <a:buFont typeface="Arial"/>
              <a:buNone/>
              <a:defRPr sz="2400" b="1"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375"/>
              </a:spcBef>
              <a:spcAft>
                <a:spcPts val="0"/>
              </a:spcAft>
              <a:buClr>
                <a:schemeClr val="lt1"/>
              </a:buClr>
              <a:buSzPts val="2100"/>
              <a:buFont typeface="Arial"/>
              <a:buNone/>
              <a:defRPr sz="2100" b="1"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375"/>
              </a:spcBef>
              <a:spcAft>
                <a:spcPts val="0"/>
              </a:spcAft>
              <a:buClr>
                <a:schemeClr val="lt1"/>
              </a:buClr>
              <a:buSzPts val="1800"/>
              <a:buFont typeface="Arial"/>
              <a:buNone/>
              <a:defRPr sz="1800" b="1"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375"/>
              </a:spcBef>
              <a:spcAft>
                <a:spcPts val="0"/>
              </a:spcAft>
              <a:buClr>
                <a:schemeClr val="lt1"/>
              </a:buClr>
              <a:buSzPts val="1500"/>
              <a:buFont typeface="Arial"/>
              <a:buNone/>
              <a:defRPr sz="1500" b="1"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375"/>
              </a:spcBef>
              <a:spcAft>
                <a:spcPts val="0"/>
              </a:spcAft>
              <a:buClr>
                <a:schemeClr val="lt1"/>
              </a:buClr>
              <a:buSzPts val="1500"/>
              <a:buFont typeface="Arial"/>
              <a:buNone/>
              <a:defRPr sz="1500" b="1"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9" name="Google Shape;69;p124"/>
          <p:cNvSpPr txBox="1">
            <a:spLocks noGrp="1"/>
          </p:cNvSpPr>
          <p:nvPr>
            <p:ph type="body" idx="1"/>
          </p:nvPr>
        </p:nvSpPr>
        <p:spPr>
          <a:xfrm>
            <a:off x="68356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lt1"/>
              </a:buClr>
              <a:buSzPts val="1200"/>
              <a:buNone/>
              <a:defRPr sz="1200"/>
            </a:lvl1pPr>
            <a:lvl2pPr marL="914400" lvl="1" indent="-228600" algn="l">
              <a:lnSpc>
                <a:spcPct val="90000"/>
              </a:lnSpc>
              <a:spcBef>
                <a:spcPts val="375"/>
              </a:spcBef>
              <a:spcAft>
                <a:spcPts val="0"/>
              </a:spcAft>
              <a:buClr>
                <a:schemeClr val="lt1"/>
              </a:buClr>
              <a:buSzPts val="1050"/>
              <a:buNone/>
              <a:defRPr sz="1050"/>
            </a:lvl2pPr>
            <a:lvl3pPr marL="1371600" lvl="2" indent="-228600" algn="l">
              <a:lnSpc>
                <a:spcPct val="90000"/>
              </a:lnSpc>
              <a:spcBef>
                <a:spcPts val="375"/>
              </a:spcBef>
              <a:spcAft>
                <a:spcPts val="0"/>
              </a:spcAft>
              <a:buClr>
                <a:schemeClr val="lt1"/>
              </a:buClr>
              <a:buSzPts val="900"/>
              <a:buNone/>
              <a:defRPr sz="900"/>
            </a:lvl3pPr>
            <a:lvl4pPr marL="1828800" lvl="3" indent="-228600" algn="l">
              <a:lnSpc>
                <a:spcPct val="90000"/>
              </a:lnSpc>
              <a:spcBef>
                <a:spcPts val="375"/>
              </a:spcBef>
              <a:spcAft>
                <a:spcPts val="0"/>
              </a:spcAft>
              <a:buClr>
                <a:schemeClr val="lt1"/>
              </a:buClr>
              <a:buSzPts val="750"/>
              <a:buNone/>
              <a:defRPr sz="750"/>
            </a:lvl4pPr>
            <a:lvl5pPr marL="2286000" lvl="4" indent="-228600" algn="l">
              <a:lnSpc>
                <a:spcPct val="90000"/>
              </a:lnSpc>
              <a:spcBef>
                <a:spcPts val="375"/>
              </a:spcBef>
              <a:spcAft>
                <a:spcPts val="0"/>
              </a:spcAft>
              <a:buClr>
                <a:schemeClr val="lt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0" name="Google Shape;70;p124"/>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24"/>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4"/>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3"/>
        <p:cNvGrpSpPr/>
        <p:nvPr/>
      </p:nvGrpSpPr>
      <p:grpSpPr>
        <a:xfrm>
          <a:off x="0" y="0"/>
          <a:ext cx="0" cy="0"/>
          <a:chOff x="0" y="0"/>
          <a:chExt cx="0" cy="0"/>
        </a:xfrm>
      </p:grpSpPr>
      <p:sp>
        <p:nvSpPr>
          <p:cNvPr id="74" name="Google Shape;74;p125"/>
          <p:cNvSpPr txBox="1">
            <a:spLocks noGrp="1"/>
          </p:cNvSpPr>
          <p:nvPr>
            <p:ph type="title"/>
          </p:nvPr>
        </p:nvSpPr>
        <p:spPr>
          <a:xfrm>
            <a:off x="683568" y="391395"/>
            <a:ext cx="784887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25"/>
          <p:cNvSpPr txBox="1">
            <a:spLocks noGrp="1"/>
          </p:cNvSpPr>
          <p:nvPr>
            <p:ph type="body" idx="1"/>
          </p:nvPr>
        </p:nvSpPr>
        <p:spPr>
          <a:xfrm rot="5400000">
            <a:off x="2432335" y="76858"/>
            <a:ext cx="4351338" cy="784887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6" name="Google Shape;76;p125"/>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5"/>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5"/>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9"/>
        <p:cNvGrpSpPr/>
        <p:nvPr/>
      </p:nvGrpSpPr>
      <p:grpSpPr>
        <a:xfrm>
          <a:off x="0" y="0"/>
          <a:ext cx="0" cy="0"/>
          <a:chOff x="0" y="0"/>
          <a:chExt cx="0" cy="0"/>
        </a:xfrm>
      </p:grpSpPr>
      <p:sp>
        <p:nvSpPr>
          <p:cNvPr id="80" name="Google Shape;80;p126"/>
          <p:cNvSpPr txBox="1">
            <a:spLocks noGrp="1"/>
          </p:cNvSpPr>
          <p:nvPr>
            <p:ph type="title"/>
          </p:nvPr>
        </p:nvSpPr>
        <p:spPr>
          <a:xfrm rot="5400000">
            <a:off x="4640683" y="2285206"/>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6"/>
          <p:cNvSpPr txBox="1">
            <a:spLocks noGrp="1"/>
          </p:cNvSpPr>
          <p:nvPr>
            <p:ph type="body" idx="1"/>
          </p:nvPr>
        </p:nvSpPr>
        <p:spPr>
          <a:xfrm rot="5400000">
            <a:off x="658962" y="389732"/>
            <a:ext cx="5811838" cy="57626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2" name="Google Shape;82;p126"/>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6"/>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6"/>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En blanco">
  <p:cSld name="1_En blanco">
    <p:spTree>
      <p:nvGrpSpPr>
        <p:cNvPr id="1" name="Shape 85"/>
        <p:cNvGrpSpPr/>
        <p:nvPr/>
      </p:nvGrpSpPr>
      <p:grpSpPr>
        <a:xfrm>
          <a:off x="0" y="0"/>
          <a:ext cx="0" cy="0"/>
          <a:chOff x="0" y="0"/>
          <a:chExt cx="0" cy="0"/>
        </a:xfrm>
      </p:grpSpPr>
      <p:sp>
        <p:nvSpPr>
          <p:cNvPr id="86" name="Google Shape;86;p127"/>
          <p:cNvSpPr txBox="1">
            <a:spLocks noGrp="1"/>
          </p:cNvSpPr>
          <p:nvPr>
            <p:ph type="body" idx="1"/>
          </p:nvPr>
        </p:nvSpPr>
        <p:spPr>
          <a:xfrm>
            <a:off x="900186" y="188913"/>
            <a:ext cx="7488238" cy="143986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2100"/>
              <a:buNone/>
              <a:defRPr/>
            </a:lvl1pPr>
            <a:lvl2pPr marL="914400" lvl="1" indent="-228600" algn="l">
              <a:lnSpc>
                <a:spcPct val="90000"/>
              </a:lnSpc>
              <a:spcBef>
                <a:spcPts val="375"/>
              </a:spcBef>
              <a:spcAft>
                <a:spcPts val="0"/>
              </a:spcAft>
              <a:buClr>
                <a:schemeClr val="lt1"/>
              </a:buClr>
              <a:buSzPts val="1800"/>
              <a:buNone/>
              <a:defRPr/>
            </a:lvl2pPr>
            <a:lvl3pPr marL="1371600" lvl="2" indent="-228600" algn="l">
              <a:lnSpc>
                <a:spcPct val="90000"/>
              </a:lnSpc>
              <a:spcBef>
                <a:spcPts val="375"/>
              </a:spcBef>
              <a:spcAft>
                <a:spcPts val="0"/>
              </a:spcAft>
              <a:buClr>
                <a:schemeClr val="lt1"/>
              </a:buClr>
              <a:buSzPts val="1500"/>
              <a:buNone/>
              <a:defRPr/>
            </a:lvl3pPr>
            <a:lvl4pPr marL="1828800" lvl="3" indent="-228600" algn="l">
              <a:lnSpc>
                <a:spcPct val="90000"/>
              </a:lnSpc>
              <a:spcBef>
                <a:spcPts val="375"/>
              </a:spcBef>
              <a:spcAft>
                <a:spcPts val="0"/>
              </a:spcAft>
              <a:buClr>
                <a:schemeClr val="lt1"/>
              </a:buClr>
              <a:buSzPts val="1350"/>
              <a:buNone/>
              <a:defRPr/>
            </a:lvl4pPr>
            <a:lvl5pPr marL="2286000" lvl="4" indent="-228600" algn="l">
              <a:lnSpc>
                <a:spcPct val="90000"/>
              </a:lnSpc>
              <a:spcBef>
                <a:spcPts val="375"/>
              </a:spcBef>
              <a:spcAft>
                <a:spcPts val="0"/>
              </a:spcAft>
              <a:buClr>
                <a:schemeClr val="lt1"/>
              </a:buClr>
              <a:buSzPts val="1350"/>
              <a:buNone/>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7" name="Google Shape;87;p127"/>
          <p:cNvSpPr txBox="1">
            <a:spLocks noGrp="1"/>
          </p:cNvSpPr>
          <p:nvPr>
            <p:ph type="body" idx="2"/>
          </p:nvPr>
        </p:nvSpPr>
        <p:spPr>
          <a:xfrm>
            <a:off x="683568" y="1844677"/>
            <a:ext cx="3671888" cy="47529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342900" algn="l">
              <a:lnSpc>
                <a:spcPct val="90000"/>
              </a:lnSpc>
              <a:spcBef>
                <a:spcPts val="375"/>
              </a:spcBef>
              <a:spcAft>
                <a:spcPts val="0"/>
              </a:spcAft>
              <a:buClr>
                <a:schemeClr val="lt1"/>
              </a:buClr>
              <a:buSzPts val="1800"/>
              <a:buChar char="•"/>
              <a:defRPr/>
            </a:lvl2pPr>
            <a:lvl3pPr marL="1371600" lvl="2" indent="-342900" algn="l">
              <a:lnSpc>
                <a:spcPct val="90000"/>
              </a:lnSpc>
              <a:spcBef>
                <a:spcPts val="375"/>
              </a:spcBef>
              <a:spcAft>
                <a:spcPts val="0"/>
              </a:spcAft>
              <a:buClr>
                <a:schemeClr val="lt1"/>
              </a:buClr>
              <a:buSzPts val="1800"/>
              <a:buChar char="•"/>
              <a:defRPr/>
            </a:lvl3pPr>
            <a:lvl4pPr marL="1828800" lvl="3" indent="-342900" algn="l">
              <a:lnSpc>
                <a:spcPct val="90000"/>
              </a:lnSpc>
              <a:spcBef>
                <a:spcPts val="375"/>
              </a:spcBef>
              <a:spcAft>
                <a:spcPts val="0"/>
              </a:spcAft>
              <a:buClr>
                <a:schemeClr val="lt1"/>
              </a:buClr>
              <a:buSzPts val="1800"/>
              <a:buChar char="•"/>
              <a:defRPr/>
            </a:lvl4pPr>
            <a:lvl5pPr marL="2286000" lvl="4" indent="-342900" algn="l">
              <a:lnSpc>
                <a:spcPct val="90000"/>
              </a:lnSpc>
              <a:spcBef>
                <a:spcPts val="375"/>
              </a:spcBef>
              <a:spcAft>
                <a:spcPts val="0"/>
              </a:spcAft>
              <a:buClr>
                <a:schemeClr val="lt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8" name="Google Shape;88;p127"/>
          <p:cNvSpPr txBox="1">
            <a:spLocks noGrp="1"/>
          </p:cNvSpPr>
          <p:nvPr>
            <p:ph type="body" idx="3"/>
          </p:nvPr>
        </p:nvSpPr>
        <p:spPr>
          <a:xfrm>
            <a:off x="5005015" y="1844676"/>
            <a:ext cx="3527425" cy="47529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lt1"/>
              </a:buClr>
              <a:buSzPts val="1800"/>
              <a:buChar char="•"/>
              <a:defRPr/>
            </a:lvl1pPr>
            <a:lvl2pPr marL="914400" lvl="1" indent="-228600" algn="l">
              <a:lnSpc>
                <a:spcPct val="90000"/>
              </a:lnSpc>
              <a:spcBef>
                <a:spcPts val="375"/>
              </a:spcBef>
              <a:spcAft>
                <a:spcPts val="0"/>
              </a:spcAft>
              <a:buClr>
                <a:schemeClr val="lt1"/>
              </a:buClr>
              <a:buSzPts val="1800"/>
              <a:buNone/>
              <a:defRPr/>
            </a:lvl2pPr>
            <a:lvl3pPr marL="1371600" lvl="2" indent="-228600" algn="l">
              <a:lnSpc>
                <a:spcPct val="90000"/>
              </a:lnSpc>
              <a:spcBef>
                <a:spcPts val="375"/>
              </a:spcBef>
              <a:spcAft>
                <a:spcPts val="0"/>
              </a:spcAft>
              <a:buClr>
                <a:schemeClr val="lt1"/>
              </a:buClr>
              <a:buSzPts val="1500"/>
              <a:buNone/>
              <a:defRPr/>
            </a:lvl3pPr>
            <a:lvl4pPr marL="1828800" lvl="3" indent="-228600" algn="l">
              <a:lnSpc>
                <a:spcPct val="90000"/>
              </a:lnSpc>
              <a:spcBef>
                <a:spcPts val="375"/>
              </a:spcBef>
              <a:spcAft>
                <a:spcPts val="0"/>
              </a:spcAft>
              <a:buClr>
                <a:schemeClr val="lt1"/>
              </a:buClr>
              <a:buSzPts val="1350"/>
              <a:buNone/>
              <a:defRPr/>
            </a:lvl4pPr>
            <a:lvl5pPr marL="2286000" lvl="4" indent="-228600" algn="l">
              <a:lnSpc>
                <a:spcPct val="90000"/>
              </a:lnSpc>
              <a:spcBef>
                <a:spcPts val="375"/>
              </a:spcBef>
              <a:spcAft>
                <a:spcPts val="0"/>
              </a:spcAft>
              <a:buClr>
                <a:schemeClr val="lt1"/>
              </a:buClr>
              <a:buSzPts val="1350"/>
              <a:buNone/>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15"/>
          <p:cNvPicPr preferRelativeResize="0"/>
          <p:nvPr/>
        </p:nvPicPr>
        <p:blipFill rotWithShape="1">
          <a:blip r:embed="rId14">
            <a:alphaModFix/>
          </a:blip>
          <a:srcRect/>
          <a:stretch/>
        </p:blipFill>
        <p:spPr>
          <a:xfrm>
            <a:off x="0" y="0"/>
            <a:ext cx="9144000" cy="6858000"/>
          </a:xfrm>
          <a:prstGeom prst="rect">
            <a:avLst/>
          </a:prstGeom>
          <a:noFill/>
          <a:ln>
            <a:noFill/>
          </a:ln>
        </p:spPr>
      </p:pic>
      <p:sp>
        <p:nvSpPr>
          <p:cNvPr id="11" name="Google Shape;11;p115"/>
          <p:cNvSpPr txBox="1">
            <a:spLocks noGrp="1"/>
          </p:cNvSpPr>
          <p:nvPr>
            <p:ph type="title"/>
          </p:nvPr>
        </p:nvSpPr>
        <p:spPr>
          <a:xfrm>
            <a:off x="683568" y="391395"/>
            <a:ext cx="784887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300"/>
              <a:buFont typeface="Century Gothic"/>
              <a:buNone/>
              <a:defRPr sz="3300" b="1" i="0" u="none" strike="noStrike" cap="non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15"/>
          <p:cNvSpPr txBox="1">
            <a:spLocks noGrp="1"/>
          </p:cNvSpPr>
          <p:nvPr>
            <p:ph type="body" idx="1"/>
          </p:nvPr>
        </p:nvSpPr>
        <p:spPr>
          <a:xfrm>
            <a:off x="683568" y="1825625"/>
            <a:ext cx="7848872" cy="4351338"/>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lt1"/>
              </a:buClr>
              <a:buSzPts val="2100"/>
              <a:buFont typeface="Arial"/>
              <a:buChar char="•"/>
              <a:defRPr sz="2100" b="1"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375"/>
              </a:spcBef>
              <a:spcAft>
                <a:spcPts val="0"/>
              </a:spcAft>
              <a:buClr>
                <a:schemeClr val="lt1"/>
              </a:buClr>
              <a:buSzPts val="1800"/>
              <a:buFont typeface="Arial"/>
              <a:buChar char="•"/>
              <a:defRPr sz="1800" b="1" i="0" u="none" strike="noStrike" cap="none">
                <a:solidFill>
                  <a:schemeClr val="lt1"/>
                </a:solidFill>
                <a:latin typeface="Century Gothic"/>
                <a:ea typeface="Century Gothic"/>
                <a:cs typeface="Century Gothic"/>
                <a:sym typeface="Century Gothic"/>
              </a:defRPr>
            </a:lvl2pPr>
            <a:lvl3pPr marL="1371600" marR="0" lvl="2" indent="-323850" algn="l" rtl="0">
              <a:lnSpc>
                <a:spcPct val="90000"/>
              </a:lnSpc>
              <a:spcBef>
                <a:spcPts val="375"/>
              </a:spcBef>
              <a:spcAft>
                <a:spcPts val="0"/>
              </a:spcAft>
              <a:buClr>
                <a:schemeClr val="lt1"/>
              </a:buClr>
              <a:buSzPts val="1500"/>
              <a:buFont typeface="Arial"/>
              <a:buChar char="•"/>
              <a:defRPr sz="1500" b="1" i="0" u="none" strike="noStrike" cap="none">
                <a:solidFill>
                  <a:schemeClr val="lt1"/>
                </a:solidFill>
                <a:latin typeface="Century Gothic"/>
                <a:ea typeface="Century Gothic"/>
                <a:cs typeface="Century Gothic"/>
                <a:sym typeface="Century Gothic"/>
              </a:defRPr>
            </a:lvl3pPr>
            <a:lvl4pPr marL="1828800" marR="0" lvl="3" indent="-314325" algn="l" rtl="0">
              <a:lnSpc>
                <a:spcPct val="90000"/>
              </a:lnSpc>
              <a:spcBef>
                <a:spcPts val="375"/>
              </a:spcBef>
              <a:spcAft>
                <a:spcPts val="0"/>
              </a:spcAft>
              <a:buClr>
                <a:schemeClr val="lt1"/>
              </a:buClr>
              <a:buSzPts val="1350"/>
              <a:buFont typeface="Arial"/>
              <a:buChar char="•"/>
              <a:defRPr sz="1350" b="1" i="0" u="none" strike="noStrike" cap="none">
                <a:solidFill>
                  <a:schemeClr val="lt1"/>
                </a:solidFill>
                <a:latin typeface="Century Gothic"/>
                <a:ea typeface="Century Gothic"/>
                <a:cs typeface="Century Gothic"/>
                <a:sym typeface="Century Gothic"/>
              </a:defRPr>
            </a:lvl4pPr>
            <a:lvl5pPr marL="2286000" marR="0" lvl="4" indent="-314325" algn="l" rtl="0">
              <a:lnSpc>
                <a:spcPct val="90000"/>
              </a:lnSpc>
              <a:spcBef>
                <a:spcPts val="375"/>
              </a:spcBef>
              <a:spcAft>
                <a:spcPts val="0"/>
              </a:spcAft>
              <a:buClr>
                <a:schemeClr val="lt1"/>
              </a:buClr>
              <a:buSzPts val="1350"/>
              <a:buFont typeface="Arial"/>
              <a:buChar char="•"/>
              <a:defRPr sz="1350" b="1" i="0" u="none" strike="noStrike" cap="none">
                <a:solidFill>
                  <a:schemeClr val="lt1"/>
                </a:solidFill>
                <a:latin typeface="Century Gothic"/>
                <a:ea typeface="Century Gothic"/>
                <a:cs typeface="Century Gothic"/>
                <a:sym typeface="Century Gothic"/>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3" name="Google Shape;13;p115"/>
          <p:cNvSpPr txBox="1">
            <a:spLocks noGrp="1"/>
          </p:cNvSpPr>
          <p:nvPr>
            <p:ph type="dt" idx="10"/>
          </p:nvPr>
        </p:nvSpPr>
        <p:spPr>
          <a:xfrm>
            <a:off x="683568" y="6356352"/>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ndara"/>
                <a:ea typeface="Candara"/>
                <a:cs typeface="Candara"/>
                <a:sym typeface="Candara"/>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5"/>
          <p:cNvSpPr txBox="1">
            <a:spLocks noGrp="1"/>
          </p:cNvSpPr>
          <p:nvPr>
            <p:ph type="ftr" idx="11"/>
          </p:nvPr>
        </p:nvSpPr>
        <p:spPr>
          <a:xfrm>
            <a:off x="3059832" y="6356352"/>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ndara"/>
                <a:ea typeface="Candara"/>
                <a:cs typeface="Candara"/>
                <a:sym typeface="Candara"/>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15"/>
          <p:cNvSpPr txBox="1">
            <a:spLocks noGrp="1"/>
          </p:cNvSpPr>
          <p:nvPr>
            <p:ph type="sldNum" idx="12"/>
          </p:nvPr>
        </p:nvSpPr>
        <p:spPr>
          <a:xfrm>
            <a:off x="647504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ndara"/>
                <a:ea typeface="Candara"/>
                <a:cs typeface="Candara"/>
                <a:sym typeface="Candara"/>
              </a:defRPr>
            </a:lvl1pPr>
            <a:lvl2pPr marL="0" marR="0" lvl="1" indent="0" algn="r" rtl="0">
              <a:spcBef>
                <a:spcPts val="0"/>
              </a:spcBef>
              <a:buNone/>
              <a:defRPr sz="900" b="0" i="0" u="none" strike="noStrike" cap="none">
                <a:solidFill>
                  <a:srgbClr val="888888"/>
                </a:solidFill>
                <a:latin typeface="Candara"/>
                <a:ea typeface="Candara"/>
                <a:cs typeface="Candara"/>
                <a:sym typeface="Candara"/>
              </a:defRPr>
            </a:lvl2pPr>
            <a:lvl3pPr marL="0" marR="0" lvl="2" indent="0" algn="r" rtl="0">
              <a:spcBef>
                <a:spcPts val="0"/>
              </a:spcBef>
              <a:buNone/>
              <a:defRPr sz="900" b="0" i="0" u="none" strike="noStrike" cap="none">
                <a:solidFill>
                  <a:srgbClr val="888888"/>
                </a:solidFill>
                <a:latin typeface="Candara"/>
                <a:ea typeface="Candara"/>
                <a:cs typeface="Candara"/>
                <a:sym typeface="Candara"/>
              </a:defRPr>
            </a:lvl3pPr>
            <a:lvl4pPr marL="0" marR="0" lvl="3" indent="0" algn="r" rtl="0">
              <a:spcBef>
                <a:spcPts val="0"/>
              </a:spcBef>
              <a:buNone/>
              <a:defRPr sz="900" b="0" i="0" u="none" strike="noStrike" cap="none">
                <a:solidFill>
                  <a:srgbClr val="888888"/>
                </a:solidFill>
                <a:latin typeface="Candara"/>
                <a:ea typeface="Candara"/>
                <a:cs typeface="Candara"/>
                <a:sym typeface="Candara"/>
              </a:defRPr>
            </a:lvl4pPr>
            <a:lvl5pPr marL="0" marR="0" lvl="4" indent="0" algn="r" rtl="0">
              <a:spcBef>
                <a:spcPts val="0"/>
              </a:spcBef>
              <a:buNone/>
              <a:defRPr sz="900" b="0" i="0" u="none" strike="noStrike" cap="none">
                <a:solidFill>
                  <a:srgbClr val="888888"/>
                </a:solidFill>
                <a:latin typeface="Candara"/>
                <a:ea typeface="Candara"/>
                <a:cs typeface="Candara"/>
                <a:sym typeface="Candara"/>
              </a:defRPr>
            </a:lvl5pPr>
            <a:lvl6pPr marL="0" marR="0" lvl="5" indent="0" algn="r" rtl="0">
              <a:spcBef>
                <a:spcPts val="0"/>
              </a:spcBef>
              <a:buNone/>
              <a:defRPr sz="900" b="0" i="0" u="none" strike="noStrike" cap="none">
                <a:solidFill>
                  <a:srgbClr val="888888"/>
                </a:solidFill>
                <a:latin typeface="Candara"/>
                <a:ea typeface="Candara"/>
                <a:cs typeface="Candara"/>
                <a:sym typeface="Candara"/>
              </a:defRPr>
            </a:lvl6pPr>
            <a:lvl7pPr marL="0" marR="0" lvl="6" indent="0" algn="r" rtl="0">
              <a:spcBef>
                <a:spcPts val="0"/>
              </a:spcBef>
              <a:buNone/>
              <a:defRPr sz="900" b="0" i="0" u="none" strike="noStrike" cap="none">
                <a:solidFill>
                  <a:srgbClr val="888888"/>
                </a:solidFill>
                <a:latin typeface="Candara"/>
                <a:ea typeface="Candara"/>
                <a:cs typeface="Candara"/>
                <a:sym typeface="Candara"/>
              </a:defRPr>
            </a:lvl7pPr>
            <a:lvl8pPr marL="0" marR="0" lvl="7" indent="0" algn="r" rtl="0">
              <a:spcBef>
                <a:spcPts val="0"/>
              </a:spcBef>
              <a:buNone/>
              <a:defRPr sz="900" b="0" i="0" u="none" strike="noStrike" cap="none">
                <a:solidFill>
                  <a:srgbClr val="888888"/>
                </a:solidFill>
                <a:latin typeface="Candara"/>
                <a:ea typeface="Candara"/>
                <a:cs typeface="Candara"/>
                <a:sym typeface="Candara"/>
              </a:defRPr>
            </a:lvl8pPr>
            <a:lvl9pPr marL="0" marR="0" lvl="8" indent="0" algn="r" rtl="0">
              <a:spcBef>
                <a:spcPts val="0"/>
              </a:spcBef>
              <a:buNone/>
              <a:defRPr sz="900" b="0" i="0" u="none" strike="noStrike" cap="none">
                <a:solidFill>
                  <a:srgbClr val="888888"/>
                </a:solidFill>
                <a:latin typeface="Candara"/>
                <a:ea typeface="Candara"/>
                <a:cs typeface="Candara"/>
                <a:sym typeface="Candara"/>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5.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1187624" y="476672"/>
            <a:ext cx="6912768" cy="2232248"/>
          </a:xfrm>
          <a:prstGeom prst="rect">
            <a:avLst/>
          </a:prstGeom>
          <a:noFill/>
          <a:ln>
            <a:noFill/>
          </a:ln>
        </p:spPr>
        <p:txBody>
          <a:bodyPr spcFirstLastPara="1" wrap="square" lIns="91425" tIns="45700" rIns="91425" bIns="45700" anchor="b" anchorCtr="0">
            <a:noAutofit/>
          </a:bodyPr>
          <a:lstStyle/>
          <a:p>
            <a:pPr marL="0" lvl="0" indent="0" algn="l" rtl="0">
              <a:lnSpc>
                <a:spcPct val="75757"/>
              </a:lnSpc>
              <a:spcBef>
                <a:spcPts val="0"/>
              </a:spcBef>
              <a:spcAft>
                <a:spcPts val="0"/>
              </a:spcAft>
              <a:buClr>
                <a:srgbClr val="0070C0"/>
              </a:buClr>
              <a:buSzPts val="6600"/>
              <a:buFont typeface="Century Gothic"/>
              <a:buNone/>
            </a:pPr>
            <a:r>
              <a:rPr lang="es-ES" sz="6600" b="1">
                <a:solidFill>
                  <a:srgbClr val="0070C0"/>
                </a:solidFill>
              </a:rPr>
              <a:t>C</a:t>
            </a:r>
            <a:r>
              <a:rPr lang="es-ES"/>
              <a:t>omunidad</a:t>
            </a:r>
            <a:r>
              <a:rPr lang="es-ES" b="1"/>
              <a:t> </a:t>
            </a:r>
            <a:br>
              <a:rPr lang="es-ES" b="1"/>
            </a:br>
            <a:r>
              <a:rPr lang="es-ES" b="1"/>
              <a:t>          </a:t>
            </a:r>
            <a:r>
              <a:rPr lang="es-ES" sz="6600" b="1">
                <a:solidFill>
                  <a:srgbClr val="0070C0"/>
                </a:solidFill>
              </a:rPr>
              <a:t>C</a:t>
            </a:r>
            <a:r>
              <a:rPr lang="es-ES"/>
              <a:t>ristiana</a:t>
            </a:r>
            <a:r>
              <a:rPr lang="es-ES" b="1"/>
              <a:t> </a:t>
            </a:r>
            <a:br>
              <a:rPr lang="es-ES" b="1"/>
            </a:br>
            <a:r>
              <a:rPr lang="es-ES" b="1"/>
              <a:t>                  </a:t>
            </a:r>
            <a:r>
              <a:rPr lang="es-ES" sz="6600" b="1">
                <a:solidFill>
                  <a:srgbClr val="0070C0"/>
                </a:solidFill>
              </a:rPr>
              <a:t>E</a:t>
            </a:r>
            <a:r>
              <a:rPr lang="es-ES"/>
              <a:t>scolapia</a:t>
            </a:r>
            <a:r>
              <a:rPr lang="es-ES" b="1"/>
              <a:t> </a:t>
            </a:r>
            <a:endParaRPr/>
          </a:p>
        </p:txBody>
      </p:sp>
      <p:pic>
        <p:nvPicPr>
          <p:cNvPr id="95" name="Google Shape;95;p1"/>
          <p:cNvPicPr preferRelativeResize="0"/>
          <p:nvPr/>
        </p:nvPicPr>
        <p:blipFill rotWithShape="1">
          <a:blip r:embed="rId3">
            <a:alphaModFix/>
          </a:blip>
          <a:srcRect l="14779" t="22648" r="10222"/>
          <a:stretch/>
        </p:blipFill>
        <p:spPr>
          <a:xfrm>
            <a:off x="4538263" y="3140968"/>
            <a:ext cx="4282209" cy="3312368"/>
          </a:xfrm>
          <a:prstGeom prst="roundRect">
            <a:avLst>
              <a:gd name="adj" fmla="val 2264"/>
            </a:avLst>
          </a:prstGeom>
          <a:noFill/>
          <a:ln>
            <a:noFill/>
          </a:ln>
          <a:effectLst>
            <a:outerShdw blurRad="76200" dist="38100" dir="7800000" algn="tl" rotWithShape="0">
              <a:srgbClr val="000000">
                <a:alpha val="40000"/>
              </a:srgbClr>
            </a:outerShdw>
          </a:effectLst>
        </p:spPr>
      </p:pic>
      <p:pic>
        <p:nvPicPr>
          <p:cNvPr id="96" name="Google Shape;96;p1" descr="logotipo 1819 ESP.jpg"/>
          <p:cNvPicPr preferRelativeResize="0"/>
          <p:nvPr/>
        </p:nvPicPr>
        <p:blipFill rotWithShape="1">
          <a:blip r:embed="rId4">
            <a:alphaModFix/>
          </a:blip>
          <a:srcRect/>
          <a:stretch/>
        </p:blipFill>
        <p:spPr>
          <a:xfrm>
            <a:off x="374940" y="3620270"/>
            <a:ext cx="3855249" cy="185051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txBox="1">
            <a:spLocks noGrp="1"/>
          </p:cNvSpPr>
          <p:nvPr>
            <p:ph type="title"/>
          </p:nvPr>
        </p:nvSpPr>
        <p:spPr>
          <a:xfrm>
            <a:off x="1335362" y="170142"/>
            <a:ext cx="7053062" cy="81058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3200"/>
              <a:buFont typeface="Century Gothic"/>
              <a:buNone/>
            </a:pPr>
            <a:r>
              <a:rPr lang="es-ES" sz="3200"/>
              <a:t>EL ESPÍRITU DE DIOS</a:t>
            </a:r>
            <a:endParaRPr/>
          </a:p>
        </p:txBody>
      </p:sp>
      <p:sp>
        <p:nvSpPr>
          <p:cNvPr id="118" name="Google Shape;118;p4"/>
          <p:cNvSpPr txBox="1">
            <a:spLocks noGrp="1"/>
          </p:cNvSpPr>
          <p:nvPr>
            <p:ph type="body" idx="1"/>
          </p:nvPr>
        </p:nvSpPr>
        <p:spPr>
          <a:xfrm>
            <a:off x="432048" y="980728"/>
            <a:ext cx="7956376" cy="5544616"/>
          </a:xfrm>
          <a:prstGeom prst="rect">
            <a:avLst/>
          </a:prstGeom>
          <a:noFill/>
          <a:ln>
            <a:noFill/>
          </a:ln>
        </p:spPr>
        <p:txBody>
          <a:bodyPr spcFirstLastPara="1" wrap="square" lIns="91425" tIns="45700" rIns="91425" bIns="45700" anchor="t" anchorCtr="0">
            <a:normAutofit fontScale="70000" lnSpcReduction="20000"/>
          </a:bodyPr>
          <a:lstStyle/>
          <a:p>
            <a:pPr marL="171450" lvl="0" indent="-171450" algn="l" rtl="0">
              <a:lnSpc>
                <a:spcPct val="90000"/>
              </a:lnSpc>
              <a:spcBef>
                <a:spcPts val="0"/>
              </a:spcBef>
              <a:spcAft>
                <a:spcPts val="0"/>
              </a:spcAft>
              <a:buClr>
                <a:schemeClr val="lt1"/>
              </a:buClr>
              <a:buSzPts val="2000"/>
              <a:buNone/>
            </a:pPr>
            <a:r>
              <a:rPr lang="es-ES" sz="2000"/>
              <a:t>Bendigamos al Señor, </a:t>
            </a:r>
            <a:endParaRPr/>
          </a:p>
          <a:p>
            <a:pPr marL="171450" lvl="0" indent="-171450" algn="l" rtl="0">
              <a:lnSpc>
                <a:spcPct val="90000"/>
              </a:lnSpc>
              <a:spcBef>
                <a:spcPts val="750"/>
              </a:spcBef>
              <a:spcAft>
                <a:spcPts val="0"/>
              </a:spcAft>
              <a:buClr>
                <a:schemeClr val="lt1"/>
              </a:buClr>
              <a:buSzPts val="2000"/>
              <a:buNone/>
            </a:pPr>
            <a:r>
              <a:rPr lang="es-ES" sz="2000"/>
              <a:t>Dios de toda la creación, </a:t>
            </a:r>
            <a:endParaRPr/>
          </a:p>
          <a:p>
            <a:pPr marL="171450" lvl="0" indent="-171450" algn="l" rtl="0">
              <a:lnSpc>
                <a:spcPct val="90000"/>
              </a:lnSpc>
              <a:spcBef>
                <a:spcPts val="750"/>
              </a:spcBef>
              <a:spcAft>
                <a:spcPts val="0"/>
              </a:spcAft>
              <a:buClr>
                <a:schemeClr val="lt1"/>
              </a:buClr>
              <a:buSzPts val="2000"/>
              <a:buNone/>
            </a:pPr>
            <a:r>
              <a:rPr lang="es-ES" sz="2000"/>
              <a:t>por habernos revelado su amor. </a:t>
            </a:r>
            <a:endParaRPr/>
          </a:p>
          <a:p>
            <a:pPr marL="171450" lvl="0" indent="-171450" algn="l" rtl="0">
              <a:lnSpc>
                <a:spcPct val="90000"/>
              </a:lnSpc>
              <a:spcBef>
                <a:spcPts val="750"/>
              </a:spcBef>
              <a:spcAft>
                <a:spcPts val="0"/>
              </a:spcAft>
              <a:buClr>
                <a:schemeClr val="lt1"/>
              </a:buClr>
              <a:buSzPts val="2000"/>
              <a:buNone/>
            </a:pPr>
            <a:r>
              <a:rPr lang="es-ES" sz="2000"/>
              <a:t>Su Verdad y su perdón </a:t>
            </a:r>
            <a:endParaRPr/>
          </a:p>
          <a:p>
            <a:pPr marL="171450" lvl="0" indent="-171450" algn="l" rtl="0">
              <a:lnSpc>
                <a:spcPct val="90000"/>
              </a:lnSpc>
              <a:spcBef>
                <a:spcPts val="750"/>
              </a:spcBef>
              <a:spcAft>
                <a:spcPts val="0"/>
              </a:spcAft>
              <a:buClr>
                <a:schemeClr val="lt1"/>
              </a:buClr>
              <a:buSzPts val="2000"/>
              <a:buNone/>
            </a:pPr>
            <a:r>
              <a:rPr lang="es-ES" sz="2000"/>
              <a:t>y su gran fidelidad, </a:t>
            </a:r>
            <a:endParaRPr/>
          </a:p>
          <a:p>
            <a:pPr marL="171450" lvl="0" indent="-171450" algn="l" rtl="0">
              <a:lnSpc>
                <a:spcPct val="90000"/>
              </a:lnSpc>
              <a:spcBef>
                <a:spcPts val="750"/>
              </a:spcBef>
              <a:spcAft>
                <a:spcPts val="0"/>
              </a:spcAft>
              <a:buClr>
                <a:schemeClr val="lt1"/>
              </a:buClr>
              <a:buSzPts val="2000"/>
              <a:buNone/>
            </a:pPr>
            <a:r>
              <a:rPr lang="es-ES" sz="2000"/>
              <a:t>por los siglos de los siglos durará. </a:t>
            </a:r>
            <a:endParaRPr/>
          </a:p>
          <a:p>
            <a:pPr marL="171450" lvl="0" indent="-171450" algn="l" rtl="0">
              <a:lnSpc>
                <a:spcPct val="90000"/>
              </a:lnSpc>
              <a:spcBef>
                <a:spcPts val="750"/>
              </a:spcBef>
              <a:spcAft>
                <a:spcPts val="0"/>
              </a:spcAft>
              <a:buClr>
                <a:schemeClr val="lt1"/>
              </a:buClr>
              <a:buSzPts val="2000"/>
              <a:buNone/>
            </a:pPr>
            <a:endParaRPr sz="2000"/>
          </a:p>
          <a:p>
            <a:pPr marL="171450" lvl="0" indent="-171450" algn="l" rtl="0">
              <a:lnSpc>
                <a:spcPct val="90000"/>
              </a:lnSpc>
              <a:spcBef>
                <a:spcPts val="750"/>
              </a:spcBef>
              <a:spcAft>
                <a:spcPts val="0"/>
              </a:spcAft>
              <a:buClr>
                <a:schemeClr val="lt1"/>
              </a:buClr>
              <a:buSzPts val="2000"/>
              <a:buNone/>
            </a:pPr>
            <a:r>
              <a:rPr lang="es-ES" sz="2000"/>
              <a:t>EL ESPÍRITU DE DIOS </a:t>
            </a:r>
            <a:endParaRPr/>
          </a:p>
          <a:p>
            <a:pPr marL="171450" lvl="0" indent="-171450" algn="l" rtl="0">
              <a:lnSpc>
                <a:spcPct val="90000"/>
              </a:lnSpc>
              <a:spcBef>
                <a:spcPts val="750"/>
              </a:spcBef>
              <a:spcAft>
                <a:spcPts val="0"/>
              </a:spcAft>
              <a:buClr>
                <a:schemeClr val="lt1"/>
              </a:buClr>
              <a:buSzPts val="2000"/>
              <a:buNone/>
            </a:pPr>
            <a:r>
              <a:rPr lang="es-ES" sz="2000"/>
              <a:t>HOY ESTÁ SOBRE MÍ </a:t>
            </a:r>
            <a:endParaRPr/>
          </a:p>
          <a:p>
            <a:pPr marL="171450" lvl="0" indent="-171450" algn="l" rtl="0">
              <a:lnSpc>
                <a:spcPct val="90000"/>
              </a:lnSpc>
              <a:spcBef>
                <a:spcPts val="750"/>
              </a:spcBef>
              <a:spcAft>
                <a:spcPts val="0"/>
              </a:spcAft>
              <a:buClr>
                <a:schemeClr val="lt1"/>
              </a:buClr>
              <a:buSzPts val="2000"/>
              <a:buNone/>
            </a:pPr>
            <a:r>
              <a:rPr lang="es-ES" sz="2000"/>
              <a:t>Y ÉL ES QUIEN ME HA UNGIDO </a:t>
            </a:r>
            <a:endParaRPr/>
          </a:p>
          <a:p>
            <a:pPr marL="171450" lvl="0" indent="-171450" algn="l" rtl="0">
              <a:lnSpc>
                <a:spcPct val="90000"/>
              </a:lnSpc>
              <a:spcBef>
                <a:spcPts val="750"/>
              </a:spcBef>
              <a:spcAft>
                <a:spcPts val="0"/>
              </a:spcAft>
              <a:buClr>
                <a:schemeClr val="lt1"/>
              </a:buClr>
              <a:buSzPts val="2000"/>
              <a:buNone/>
            </a:pPr>
            <a:r>
              <a:rPr lang="es-ES" sz="2000"/>
              <a:t>A PROCLAMAR </a:t>
            </a:r>
            <a:endParaRPr/>
          </a:p>
          <a:p>
            <a:pPr marL="171450" lvl="0" indent="-171450" algn="l" rtl="0">
              <a:lnSpc>
                <a:spcPct val="90000"/>
              </a:lnSpc>
              <a:spcBef>
                <a:spcPts val="750"/>
              </a:spcBef>
              <a:spcAft>
                <a:spcPts val="0"/>
              </a:spcAft>
              <a:buClr>
                <a:schemeClr val="lt1"/>
              </a:buClr>
              <a:buSzPts val="2000"/>
              <a:buNone/>
            </a:pPr>
            <a:r>
              <a:rPr lang="es-ES" sz="2000"/>
              <a:t>LA BUENA NUEVA </a:t>
            </a:r>
            <a:endParaRPr/>
          </a:p>
          <a:p>
            <a:pPr marL="171450" lvl="0" indent="-171450" algn="l" rtl="0">
              <a:lnSpc>
                <a:spcPct val="90000"/>
              </a:lnSpc>
              <a:spcBef>
                <a:spcPts val="750"/>
              </a:spcBef>
              <a:spcAft>
                <a:spcPts val="0"/>
              </a:spcAft>
              <a:buClr>
                <a:schemeClr val="lt1"/>
              </a:buClr>
              <a:buSzPts val="2000"/>
              <a:buNone/>
            </a:pPr>
            <a:r>
              <a:rPr lang="es-ES" sz="2000"/>
              <a:t>A LOS MÁS POBRES, </a:t>
            </a:r>
            <a:endParaRPr/>
          </a:p>
          <a:p>
            <a:pPr marL="171450" lvl="0" indent="-171450" algn="l" rtl="0">
              <a:lnSpc>
                <a:spcPct val="90000"/>
              </a:lnSpc>
              <a:spcBef>
                <a:spcPts val="750"/>
              </a:spcBef>
              <a:spcAft>
                <a:spcPts val="0"/>
              </a:spcAft>
              <a:buClr>
                <a:schemeClr val="lt1"/>
              </a:buClr>
              <a:buSzPts val="2000"/>
              <a:buNone/>
            </a:pPr>
            <a:r>
              <a:rPr lang="es-ES" sz="2000"/>
              <a:t>LA GRACIA DE SU SALVACIÓN. (BIS)</a:t>
            </a:r>
            <a:endParaRPr/>
          </a:p>
          <a:p>
            <a:pPr marL="171450" lvl="0" indent="-171450" algn="l" rtl="0">
              <a:lnSpc>
                <a:spcPct val="90000"/>
              </a:lnSpc>
              <a:spcBef>
                <a:spcPts val="750"/>
              </a:spcBef>
              <a:spcAft>
                <a:spcPts val="0"/>
              </a:spcAft>
              <a:buClr>
                <a:schemeClr val="lt1"/>
              </a:buClr>
              <a:buSzPts val="2000"/>
              <a:buNone/>
            </a:pPr>
            <a:r>
              <a:rPr lang="es-ES" sz="2000"/>
              <a:t>Enviados con poder </a:t>
            </a:r>
            <a:endParaRPr/>
          </a:p>
          <a:p>
            <a:pPr marL="171450" lvl="0" indent="-171450" algn="l" rtl="0">
              <a:lnSpc>
                <a:spcPct val="90000"/>
              </a:lnSpc>
              <a:spcBef>
                <a:spcPts val="750"/>
              </a:spcBef>
              <a:spcAft>
                <a:spcPts val="0"/>
              </a:spcAft>
              <a:buClr>
                <a:schemeClr val="lt1"/>
              </a:buClr>
              <a:buSzPts val="2000"/>
              <a:buNone/>
            </a:pPr>
            <a:r>
              <a:rPr lang="es-ES" sz="2000"/>
              <a:t>y en el nombre de Jesús </a:t>
            </a:r>
            <a:endParaRPr/>
          </a:p>
          <a:p>
            <a:pPr marL="171450" lvl="0" indent="-171450" algn="l" rtl="0">
              <a:lnSpc>
                <a:spcPct val="90000"/>
              </a:lnSpc>
              <a:spcBef>
                <a:spcPts val="750"/>
              </a:spcBef>
              <a:spcAft>
                <a:spcPts val="0"/>
              </a:spcAft>
              <a:buClr>
                <a:schemeClr val="lt1"/>
              </a:buClr>
              <a:buSzPts val="2000"/>
              <a:buNone/>
            </a:pPr>
            <a:r>
              <a:rPr lang="es-ES" sz="2000"/>
              <a:t>a sanar a los enfermos del dolor, </a:t>
            </a:r>
            <a:endParaRPr/>
          </a:p>
          <a:p>
            <a:pPr marL="171450" lvl="0" indent="-171450" algn="l" rtl="0">
              <a:lnSpc>
                <a:spcPct val="90000"/>
              </a:lnSpc>
              <a:spcBef>
                <a:spcPts val="750"/>
              </a:spcBef>
              <a:spcAft>
                <a:spcPts val="0"/>
              </a:spcAft>
              <a:buClr>
                <a:schemeClr val="lt1"/>
              </a:buClr>
              <a:buSzPts val="2000"/>
              <a:buNone/>
            </a:pPr>
            <a:r>
              <a:rPr lang="es-ES" sz="2000"/>
              <a:t>a los ciegos, la visión, </a:t>
            </a:r>
            <a:endParaRPr/>
          </a:p>
          <a:p>
            <a:pPr marL="171450" lvl="0" indent="-171450" algn="l" rtl="0">
              <a:lnSpc>
                <a:spcPct val="90000"/>
              </a:lnSpc>
              <a:spcBef>
                <a:spcPts val="750"/>
              </a:spcBef>
              <a:spcAft>
                <a:spcPts val="0"/>
              </a:spcAft>
              <a:buClr>
                <a:schemeClr val="lt1"/>
              </a:buClr>
              <a:buSzPts val="2000"/>
              <a:buNone/>
            </a:pPr>
            <a:r>
              <a:rPr lang="es-ES" sz="2000"/>
              <a:t>a los pobres, la Verdad, </a:t>
            </a:r>
            <a:endParaRPr/>
          </a:p>
          <a:p>
            <a:pPr marL="171450" lvl="0" indent="-171450" algn="l" rtl="0">
              <a:lnSpc>
                <a:spcPct val="90000"/>
              </a:lnSpc>
              <a:spcBef>
                <a:spcPts val="750"/>
              </a:spcBef>
              <a:spcAft>
                <a:spcPts val="0"/>
              </a:spcAft>
              <a:buClr>
                <a:schemeClr val="lt1"/>
              </a:buClr>
              <a:buSzPts val="2000"/>
              <a:buNone/>
            </a:pPr>
            <a:r>
              <a:rPr lang="es-ES" sz="2000"/>
              <a:t>y a los presos y oprimidos, libertad.</a:t>
            </a:r>
            <a:endParaRPr/>
          </a:p>
          <a:p>
            <a:pPr marL="171450" lvl="0" indent="-171450" algn="l" rtl="0">
              <a:lnSpc>
                <a:spcPct val="90000"/>
              </a:lnSpc>
              <a:spcBef>
                <a:spcPts val="750"/>
              </a:spcBef>
              <a:spcAft>
                <a:spcPts val="0"/>
              </a:spcAft>
              <a:buClr>
                <a:schemeClr val="lt1"/>
              </a:buClr>
              <a:buSzPts val="2100"/>
              <a:buNone/>
            </a:pPr>
            <a:r>
              <a:rPr lang="es-ES" b="1">
                <a:latin typeface="Candara"/>
                <a:ea typeface="Candara"/>
                <a:cs typeface="Candara"/>
                <a:sym typeface="Candara"/>
              </a:rPr>
              <a:t> </a:t>
            </a:r>
            <a:endParaRPr/>
          </a:p>
          <a:p>
            <a:pPr marL="171450" lvl="0" indent="-171450" algn="l" rtl="0">
              <a:lnSpc>
                <a:spcPct val="90000"/>
              </a:lnSpc>
              <a:spcBef>
                <a:spcPts val="750"/>
              </a:spcBef>
              <a:spcAft>
                <a:spcPts val="0"/>
              </a:spcAft>
              <a:buClr>
                <a:schemeClr val="lt1"/>
              </a:buClr>
              <a:buSzPts val="2100"/>
              <a:buNone/>
            </a:pPr>
            <a:endParaRPr b="1">
              <a:solidFill>
                <a:schemeClr val="dk1"/>
              </a:solidFill>
              <a:latin typeface="Candara"/>
              <a:ea typeface="Candara"/>
              <a:cs typeface="Candara"/>
              <a:sym typeface="Candara"/>
            </a:endParaRPr>
          </a:p>
        </p:txBody>
      </p:sp>
      <p:pic>
        <p:nvPicPr>
          <p:cNvPr id="119" name="Google Shape;119;p4"/>
          <p:cNvPicPr preferRelativeResize="0"/>
          <p:nvPr/>
        </p:nvPicPr>
        <p:blipFill rotWithShape="1">
          <a:blip r:embed="rId3">
            <a:alphaModFix/>
          </a:blip>
          <a:srcRect/>
          <a:stretch/>
        </p:blipFill>
        <p:spPr>
          <a:xfrm>
            <a:off x="6227170" y="4293096"/>
            <a:ext cx="2916830" cy="2564904"/>
          </a:xfrm>
          <a:prstGeom prst="rect">
            <a:avLst/>
          </a:prstGeom>
          <a:noFill/>
          <a:ln>
            <a:noFill/>
          </a:ln>
        </p:spPr>
      </p:pic>
      <p:pic>
        <p:nvPicPr>
          <p:cNvPr id="120" name="Google Shape;120;p4"/>
          <p:cNvPicPr preferRelativeResize="0"/>
          <p:nvPr/>
        </p:nvPicPr>
        <p:blipFill rotWithShape="1">
          <a:blip r:embed="rId4">
            <a:alphaModFix/>
          </a:blip>
          <a:srcRect/>
          <a:stretch/>
        </p:blipFill>
        <p:spPr>
          <a:xfrm>
            <a:off x="7966197" y="100611"/>
            <a:ext cx="1011498" cy="508571"/>
          </a:xfrm>
          <a:prstGeom prst="rect">
            <a:avLst/>
          </a:prstGeom>
          <a:noFill/>
          <a:ln>
            <a:noFill/>
          </a:ln>
          <a:effectLst>
            <a:outerShdw blurRad="190500" algn="tl" rotWithShape="0">
              <a:srgbClr val="000000">
                <a:alpha val="69803"/>
              </a:srgbClr>
            </a:outerShdw>
          </a:effectLst>
        </p:spPr>
      </p:pic>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3"/>
          <p:cNvSpPr txBox="1">
            <a:spLocks noGrp="1"/>
          </p:cNvSpPr>
          <p:nvPr>
            <p:ph type="title"/>
          </p:nvPr>
        </p:nvSpPr>
        <p:spPr>
          <a:xfrm>
            <a:off x="683568" y="391395"/>
            <a:ext cx="7848872" cy="733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300"/>
              <a:buFont typeface="Century Gothic"/>
              <a:buNone/>
            </a:pPr>
            <a:r>
              <a:rPr lang="es-ES"/>
              <a:t>Padre Nuestro gallego</a:t>
            </a:r>
            <a:endParaRPr/>
          </a:p>
        </p:txBody>
      </p:sp>
      <p:sp>
        <p:nvSpPr>
          <p:cNvPr id="405" name="Google Shape;405;p43"/>
          <p:cNvSpPr txBox="1">
            <a:spLocks noGrp="1"/>
          </p:cNvSpPr>
          <p:nvPr>
            <p:ph type="body" idx="1"/>
          </p:nvPr>
        </p:nvSpPr>
        <p:spPr>
          <a:xfrm>
            <a:off x="251520" y="1196752"/>
            <a:ext cx="9145026" cy="5400600"/>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90000"/>
              </a:lnSpc>
              <a:spcBef>
                <a:spcPts val="0"/>
              </a:spcBef>
              <a:spcAft>
                <a:spcPts val="0"/>
              </a:spcAft>
              <a:buClr>
                <a:schemeClr val="lt1"/>
              </a:buClr>
              <a:buSzPts val="2100"/>
              <a:buNone/>
            </a:pPr>
            <a:r>
              <a:rPr lang="es-ES" b="0"/>
              <a:t>En el mar he oído hoy</a:t>
            </a:r>
            <a:endParaRPr/>
          </a:p>
          <a:p>
            <a:pPr marL="0" lvl="0" indent="0" algn="l" rtl="0">
              <a:lnSpc>
                <a:spcPct val="90000"/>
              </a:lnSpc>
              <a:spcBef>
                <a:spcPts val="750"/>
              </a:spcBef>
              <a:spcAft>
                <a:spcPts val="0"/>
              </a:spcAft>
              <a:buClr>
                <a:schemeClr val="lt1"/>
              </a:buClr>
              <a:buSzPts val="2100"/>
              <a:buNone/>
            </a:pPr>
            <a:r>
              <a:rPr lang="es-ES" b="0"/>
              <a:t>Señor tu voz que me llamó</a:t>
            </a:r>
            <a:endParaRPr/>
          </a:p>
          <a:p>
            <a:pPr marL="0" lvl="0" indent="0" algn="l" rtl="0">
              <a:lnSpc>
                <a:spcPct val="90000"/>
              </a:lnSpc>
              <a:spcBef>
                <a:spcPts val="750"/>
              </a:spcBef>
              <a:spcAft>
                <a:spcPts val="0"/>
              </a:spcAft>
              <a:buClr>
                <a:schemeClr val="lt1"/>
              </a:buClr>
              <a:buSzPts val="2100"/>
              <a:buNone/>
            </a:pPr>
            <a:r>
              <a:rPr lang="es-ES" b="0"/>
              <a:t>y me pidió que me entregara</a:t>
            </a:r>
            <a:endParaRPr/>
          </a:p>
          <a:p>
            <a:pPr marL="0" lvl="0" indent="0" algn="l" rtl="0">
              <a:lnSpc>
                <a:spcPct val="90000"/>
              </a:lnSpc>
              <a:spcBef>
                <a:spcPts val="750"/>
              </a:spcBef>
              <a:spcAft>
                <a:spcPts val="0"/>
              </a:spcAft>
              <a:buClr>
                <a:schemeClr val="lt1"/>
              </a:buClr>
              <a:buSzPts val="2100"/>
              <a:buNone/>
            </a:pPr>
            <a:r>
              <a:rPr lang="es-ES" b="0"/>
              <a:t>a mis hermanos.</a:t>
            </a:r>
            <a:endParaRPr/>
          </a:p>
          <a:p>
            <a:pPr marL="0" lvl="0" indent="0" algn="l" rtl="0">
              <a:lnSpc>
                <a:spcPct val="90000"/>
              </a:lnSpc>
              <a:spcBef>
                <a:spcPts val="750"/>
              </a:spcBef>
              <a:spcAft>
                <a:spcPts val="0"/>
              </a:spcAft>
              <a:buClr>
                <a:schemeClr val="lt1"/>
              </a:buClr>
              <a:buSzPts val="2100"/>
              <a:buNone/>
            </a:pPr>
            <a:r>
              <a:rPr lang="es-ES" b="0"/>
              <a:t>Esa voz me transformó,</a:t>
            </a:r>
            <a:endParaRPr/>
          </a:p>
          <a:p>
            <a:pPr marL="0" lvl="0" indent="0" algn="l" rtl="0">
              <a:lnSpc>
                <a:spcPct val="90000"/>
              </a:lnSpc>
              <a:spcBef>
                <a:spcPts val="750"/>
              </a:spcBef>
              <a:spcAft>
                <a:spcPts val="0"/>
              </a:spcAft>
              <a:buClr>
                <a:schemeClr val="lt1"/>
              </a:buClr>
              <a:buSzPts val="2100"/>
              <a:buNone/>
            </a:pPr>
            <a:r>
              <a:rPr lang="es-ES" b="0"/>
              <a:t>mi vida entera ya cambió,</a:t>
            </a:r>
            <a:endParaRPr/>
          </a:p>
          <a:p>
            <a:pPr marL="0" lvl="0" indent="0" algn="l" rtl="0">
              <a:lnSpc>
                <a:spcPct val="90000"/>
              </a:lnSpc>
              <a:spcBef>
                <a:spcPts val="750"/>
              </a:spcBef>
              <a:spcAft>
                <a:spcPts val="0"/>
              </a:spcAft>
              <a:buClr>
                <a:schemeClr val="lt1"/>
              </a:buClr>
              <a:buSzPts val="2100"/>
              <a:buNone/>
            </a:pPr>
            <a:r>
              <a:rPr lang="es-ES" b="0"/>
              <a:t>y sólo pienso ahora Señor</a:t>
            </a:r>
            <a:endParaRPr/>
          </a:p>
          <a:p>
            <a:pPr marL="0" lvl="0" indent="0" algn="l" rtl="0">
              <a:lnSpc>
                <a:spcPct val="90000"/>
              </a:lnSpc>
              <a:spcBef>
                <a:spcPts val="750"/>
              </a:spcBef>
              <a:spcAft>
                <a:spcPts val="0"/>
              </a:spcAft>
              <a:buClr>
                <a:schemeClr val="lt1"/>
              </a:buClr>
              <a:buSzPts val="2100"/>
              <a:buNone/>
            </a:pPr>
            <a:r>
              <a:rPr lang="es-ES" b="0"/>
              <a:t>en repetirte:</a:t>
            </a:r>
            <a:endParaRPr/>
          </a:p>
          <a:p>
            <a:pPr marL="0" lvl="0" indent="0" algn="l" rtl="0">
              <a:lnSpc>
                <a:spcPct val="90000"/>
              </a:lnSpc>
              <a:spcBef>
                <a:spcPts val="750"/>
              </a:spcBef>
              <a:spcAft>
                <a:spcPts val="0"/>
              </a:spcAft>
              <a:buClr>
                <a:schemeClr val="lt1"/>
              </a:buClr>
              <a:buSzPts val="2100"/>
              <a:buNone/>
            </a:pPr>
            <a:endParaRPr/>
          </a:p>
          <a:p>
            <a:pPr marL="0" lvl="0" indent="0" algn="l" rtl="0">
              <a:lnSpc>
                <a:spcPct val="90000"/>
              </a:lnSpc>
              <a:spcBef>
                <a:spcPts val="750"/>
              </a:spcBef>
              <a:spcAft>
                <a:spcPts val="0"/>
              </a:spcAft>
              <a:buClr>
                <a:schemeClr val="lt1"/>
              </a:buClr>
              <a:buSzPts val="2100"/>
              <a:buNone/>
            </a:pPr>
            <a:r>
              <a:rPr lang="es-ES"/>
              <a:t>PADRE NUESTRO EN TI CREEMOS,</a:t>
            </a:r>
            <a:endParaRPr/>
          </a:p>
          <a:p>
            <a:pPr marL="0" lvl="0" indent="0" algn="l" rtl="0">
              <a:lnSpc>
                <a:spcPct val="90000"/>
              </a:lnSpc>
              <a:spcBef>
                <a:spcPts val="750"/>
              </a:spcBef>
              <a:spcAft>
                <a:spcPts val="0"/>
              </a:spcAft>
              <a:buClr>
                <a:schemeClr val="lt1"/>
              </a:buClr>
              <a:buSzPts val="2100"/>
              <a:buNone/>
            </a:pPr>
            <a:r>
              <a:rPr lang="es-ES"/>
              <a:t>PADRE NUESTRO TE OFRECEMOS,</a:t>
            </a:r>
            <a:endParaRPr/>
          </a:p>
          <a:p>
            <a:pPr marL="0" lvl="0" indent="0" algn="l" rtl="0">
              <a:lnSpc>
                <a:spcPct val="90000"/>
              </a:lnSpc>
              <a:spcBef>
                <a:spcPts val="750"/>
              </a:spcBef>
              <a:spcAft>
                <a:spcPts val="0"/>
              </a:spcAft>
              <a:buClr>
                <a:schemeClr val="lt1"/>
              </a:buClr>
              <a:buSzPts val="2100"/>
              <a:buNone/>
            </a:pPr>
            <a:r>
              <a:rPr lang="es-ES"/>
              <a:t>PADRE NUESTRO NUESTRAS MANOS</a:t>
            </a:r>
            <a:endParaRPr/>
          </a:p>
          <a:p>
            <a:pPr marL="0" lvl="0" indent="0" algn="l" rtl="0">
              <a:lnSpc>
                <a:spcPct val="90000"/>
              </a:lnSpc>
              <a:spcBef>
                <a:spcPts val="750"/>
              </a:spcBef>
              <a:spcAft>
                <a:spcPts val="0"/>
              </a:spcAft>
              <a:buClr>
                <a:schemeClr val="lt1"/>
              </a:buClr>
              <a:buSzPts val="2100"/>
              <a:buNone/>
            </a:pPr>
            <a:r>
              <a:rPr lang="es-ES"/>
              <a:t>DE HERMANOS.</a:t>
            </a:r>
            <a:endParaRPr/>
          </a:p>
          <a:p>
            <a:pPr marL="0" lvl="0" indent="0" algn="l" rtl="0">
              <a:lnSpc>
                <a:spcPct val="90000"/>
              </a:lnSpc>
              <a:spcBef>
                <a:spcPts val="750"/>
              </a:spcBef>
              <a:spcAft>
                <a:spcPts val="0"/>
              </a:spcAft>
              <a:buClr>
                <a:schemeClr val="lt1"/>
              </a:buClr>
              <a:buSzPts val="2100"/>
              <a:buNone/>
            </a:pPr>
            <a:r>
              <a:rPr lang="es-ES" b="0"/>
              <a:t>Cuando vaya a otro lugar</a:t>
            </a:r>
            <a:endParaRPr/>
          </a:p>
          <a:p>
            <a:pPr marL="0" lvl="0" indent="0" algn="l" rtl="0">
              <a:lnSpc>
                <a:spcPct val="90000"/>
              </a:lnSpc>
              <a:spcBef>
                <a:spcPts val="750"/>
              </a:spcBef>
              <a:spcAft>
                <a:spcPts val="0"/>
              </a:spcAft>
              <a:buClr>
                <a:schemeClr val="lt1"/>
              </a:buClr>
              <a:buSzPts val="2100"/>
              <a:buNone/>
            </a:pPr>
            <a:r>
              <a:rPr lang="es-ES" b="0"/>
              <a:t>tendré Señor que abandonar</a:t>
            </a:r>
            <a:endParaRPr/>
          </a:p>
          <a:p>
            <a:pPr marL="0" lvl="0" indent="0" algn="l" rtl="0">
              <a:lnSpc>
                <a:spcPct val="90000"/>
              </a:lnSpc>
              <a:spcBef>
                <a:spcPts val="750"/>
              </a:spcBef>
              <a:spcAft>
                <a:spcPts val="0"/>
              </a:spcAft>
              <a:buClr>
                <a:schemeClr val="lt1"/>
              </a:buClr>
              <a:buSzPts val="2100"/>
              <a:buNone/>
            </a:pPr>
            <a:r>
              <a:rPr lang="es-ES" b="0"/>
              <a:t>a mi familia a mis amigos</a:t>
            </a:r>
            <a:endParaRPr/>
          </a:p>
          <a:p>
            <a:pPr marL="0" lvl="0" indent="0" algn="l" rtl="0">
              <a:lnSpc>
                <a:spcPct val="90000"/>
              </a:lnSpc>
              <a:spcBef>
                <a:spcPts val="750"/>
              </a:spcBef>
              <a:spcAft>
                <a:spcPts val="0"/>
              </a:spcAft>
              <a:buClr>
                <a:schemeClr val="lt1"/>
              </a:buClr>
              <a:buSzPts val="2100"/>
              <a:buNone/>
            </a:pPr>
            <a:r>
              <a:rPr lang="es-ES" b="0"/>
              <a:t>por seguirte.</a:t>
            </a:r>
            <a:endParaRPr/>
          </a:p>
          <a:p>
            <a:pPr marL="0" lvl="0" indent="0" algn="l" rtl="0">
              <a:lnSpc>
                <a:spcPct val="90000"/>
              </a:lnSpc>
              <a:spcBef>
                <a:spcPts val="750"/>
              </a:spcBef>
              <a:spcAft>
                <a:spcPts val="0"/>
              </a:spcAft>
              <a:buClr>
                <a:schemeClr val="lt1"/>
              </a:buClr>
              <a:buSzPts val="2100"/>
              <a:buNone/>
            </a:pPr>
            <a:r>
              <a:rPr lang="es-ES" b="0"/>
              <a:t>Pero sé que así algún día</a:t>
            </a:r>
            <a:endParaRPr/>
          </a:p>
          <a:p>
            <a:pPr marL="0" lvl="0" indent="0" algn="l" rtl="0">
              <a:lnSpc>
                <a:spcPct val="90000"/>
              </a:lnSpc>
              <a:spcBef>
                <a:spcPts val="750"/>
              </a:spcBef>
              <a:spcAft>
                <a:spcPts val="0"/>
              </a:spcAft>
              <a:buClr>
                <a:schemeClr val="lt1"/>
              </a:buClr>
              <a:buSzPts val="2100"/>
              <a:buNone/>
            </a:pPr>
            <a:r>
              <a:rPr lang="es-ES" b="0"/>
              <a:t>podré enseñar tu verdad,</a:t>
            </a:r>
            <a:endParaRPr/>
          </a:p>
          <a:p>
            <a:pPr marL="0" lvl="0" indent="0" algn="l" rtl="0">
              <a:lnSpc>
                <a:spcPct val="90000"/>
              </a:lnSpc>
              <a:spcBef>
                <a:spcPts val="750"/>
              </a:spcBef>
              <a:spcAft>
                <a:spcPts val="0"/>
              </a:spcAft>
              <a:buClr>
                <a:schemeClr val="lt1"/>
              </a:buClr>
              <a:buSzPts val="2100"/>
              <a:buNone/>
            </a:pPr>
            <a:r>
              <a:rPr lang="es-ES" b="0"/>
              <a:t>ir a mi hermano y junto a él</a:t>
            </a:r>
            <a:endParaRPr/>
          </a:p>
          <a:p>
            <a:pPr marL="0" lvl="0" indent="0" algn="l" rtl="0">
              <a:lnSpc>
                <a:spcPct val="90000"/>
              </a:lnSpc>
              <a:spcBef>
                <a:spcPts val="750"/>
              </a:spcBef>
              <a:spcAft>
                <a:spcPts val="0"/>
              </a:spcAft>
              <a:buClr>
                <a:schemeClr val="lt1"/>
              </a:buClr>
              <a:buSzPts val="2100"/>
              <a:buNone/>
            </a:pPr>
            <a:r>
              <a:rPr lang="es-ES" b="0"/>
              <a:t>yo repetirte.</a:t>
            </a:r>
            <a:endParaRPr/>
          </a:p>
          <a:p>
            <a:pPr marL="0" lvl="0" indent="0" algn="l" rtl="0">
              <a:lnSpc>
                <a:spcPct val="90000"/>
              </a:lnSpc>
              <a:spcBef>
                <a:spcPts val="750"/>
              </a:spcBef>
              <a:spcAft>
                <a:spcPts val="0"/>
              </a:spcAft>
              <a:buClr>
                <a:schemeClr val="lt1"/>
              </a:buClr>
              <a:buSzPts val="2100"/>
              <a:buNone/>
            </a:pPr>
            <a:endParaRPr/>
          </a:p>
          <a:p>
            <a:pPr marL="0" lvl="0" indent="0" algn="l" rtl="0">
              <a:lnSpc>
                <a:spcPct val="90000"/>
              </a:lnSpc>
              <a:spcBef>
                <a:spcPts val="750"/>
              </a:spcBef>
              <a:spcAft>
                <a:spcPts val="0"/>
              </a:spcAft>
              <a:buClr>
                <a:schemeClr val="lt1"/>
              </a:buClr>
              <a:buSzPts val="2100"/>
              <a:buNone/>
            </a:pPr>
            <a:r>
              <a:rPr lang="es-ES"/>
              <a:t>PADRE NUESTRO…</a:t>
            </a:r>
            <a:endParaRPr b="0"/>
          </a:p>
        </p:txBody>
      </p:sp>
      <p:pic>
        <p:nvPicPr>
          <p:cNvPr id="406" name="Google Shape;406;p43" descr="Resultado de imagen de fano padre nuestro"/>
          <p:cNvPicPr preferRelativeResize="0"/>
          <p:nvPr/>
        </p:nvPicPr>
        <p:blipFill rotWithShape="1">
          <a:blip r:embed="rId3">
            <a:alphaModFix/>
          </a:blip>
          <a:srcRect/>
          <a:stretch/>
        </p:blipFill>
        <p:spPr>
          <a:xfrm>
            <a:off x="5292080" y="5025687"/>
            <a:ext cx="2527491" cy="180522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2"/>
          <p:cNvSpPr txBox="1">
            <a:spLocks noGrp="1"/>
          </p:cNvSpPr>
          <p:nvPr>
            <p:ph type="title"/>
          </p:nvPr>
        </p:nvSpPr>
        <p:spPr>
          <a:xfrm>
            <a:off x="747711" y="404664"/>
            <a:ext cx="8229600" cy="63408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000"/>
              <a:buFont typeface="Century Gothic"/>
              <a:buNone/>
            </a:pPr>
            <a:r>
              <a:rPr lang="es-ES" sz="4000" dirty="0"/>
              <a:t>Preparad el Camino (I)</a:t>
            </a:r>
            <a:endParaRPr dirty="0"/>
          </a:p>
        </p:txBody>
      </p:sp>
      <p:sp>
        <p:nvSpPr>
          <p:cNvPr id="546" name="Google Shape;546;p62"/>
          <p:cNvSpPr txBox="1">
            <a:spLocks noGrp="1"/>
          </p:cNvSpPr>
          <p:nvPr>
            <p:ph type="body" idx="1"/>
          </p:nvPr>
        </p:nvSpPr>
        <p:spPr>
          <a:xfrm>
            <a:off x="539552" y="1358770"/>
            <a:ext cx="6228692" cy="509456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300"/>
              <a:buNone/>
            </a:pPr>
            <a:r>
              <a:rPr lang="es-ES" sz="2300"/>
              <a:t>PREPARAD EL CAMINO AL SEÑOR</a:t>
            </a:r>
            <a:endParaRPr sz="2300"/>
          </a:p>
          <a:p>
            <a:pPr marL="0" lvl="0" indent="0" algn="l" rtl="0">
              <a:lnSpc>
                <a:spcPct val="90000"/>
              </a:lnSpc>
              <a:spcBef>
                <a:spcPts val="750"/>
              </a:spcBef>
              <a:spcAft>
                <a:spcPts val="0"/>
              </a:spcAft>
              <a:buClr>
                <a:schemeClr val="lt1"/>
              </a:buClr>
              <a:buSzPts val="2300"/>
              <a:buNone/>
            </a:pPr>
            <a:r>
              <a:rPr lang="es-ES" sz="2300"/>
              <a:t>Y ESCUCHAD LA PALABRA DE DIOS.(Bis)</a:t>
            </a:r>
            <a:endParaRPr sz="2300"/>
          </a:p>
          <a:p>
            <a:pPr marL="0" lvl="0" indent="0" algn="l" rtl="0">
              <a:lnSpc>
                <a:spcPct val="90000"/>
              </a:lnSpc>
              <a:spcBef>
                <a:spcPts val="750"/>
              </a:spcBef>
              <a:spcAft>
                <a:spcPts val="0"/>
              </a:spcAft>
              <a:buClr>
                <a:schemeClr val="lt1"/>
              </a:buClr>
              <a:buSzPts val="2300"/>
              <a:buNone/>
            </a:pPr>
            <a:r>
              <a:rPr lang="es-ES" sz="2300"/>
              <a:t> </a:t>
            </a:r>
            <a:endParaRPr sz="2300"/>
          </a:p>
          <a:p>
            <a:pPr marL="0" lvl="0" indent="0" algn="l" rtl="0">
              <a:lnSpc>
                <a:spcPct val="90000"/>
              </a:lnSpc>
              <a:spcBef>
                <a:spcPts val="750"/>
              </a:spcBef>
              <a:spcAft>
                <a:spcPts val="0"/>
              </a:spcAft>
              <a:buClr>
                <a:schemeClr val="lt1"/>
              </a:buClr>
              <a:buSzPts val="2300"/>
              <a:buNone/>
            </a:pPr>
            <a:r>
              <a:rPr lang="es-ES" sz="2300"/>
              <a:t>Voz que clama en el desierto:</a:t>
            </a:r>
            <a:endParaRPr sz="2300"/>
          </a:p>
          <a:p>
            <a:pPr marL="0" lvl="0" indent="0" algn="l" rtl="0">
              <a:lnSpc>
                <a:spcPct val="90000"/>
              </a:lnSpc>
              <a:spcBef>
                <a:spcPts val="750"/>
              </a:spcBef>
              <a:spcAft>
                <a:spcPts val="0"/>
              </a:spcAft>
              <a:buClr>
                <a:schemeClr val="lt1"/>
              </a:buClr>
              <a:buSzPts val="2300"/>
              <a:buNone/>
            </a:pPr>
            <a:r>
              <a:rPr lang="es-ES" sz="2300"/>
              <a:t>preparad los caminos de Dios,</a:t>
            </a:r>
            <a:endParaRPr sz="2300"/>
          </a:p>
          <a:p>
            <a:pPr marL="0" lvl="0" indent="0" algn="l" rtl="0">
              <a:lnSpc>
                <a:spcPct val="90000"/>
              </a:lnSpc>
              <a:spcBef>
                <a:spcPts val="750"/>
              </a:spcBef>
              <a:spcAft>
                <a:spcPts val="0"/>
              </a:spcAft>
              <a:buClr>
                <a:schemeClr val="lt1"/>
              </a:buClr>
              <a:buSzPts val="2300"/>
              <a:buNone/>
            </a:pPr>
            <a:r>
              <a:rPr lang="es-ES" sz="2300"/>
              <a:t>haced rectas todas las sendas</a:t>
            </a:r>
            <a:endParaRPr/>
          </a:p>
          <a:p>
            <a:pPr marL="0" lvl="0" indent="0" algn="l" rtl="0">
              <a:lnSpc>
                <a:spcPct val="90000"/>
              </a:lnSpc>
              <a:spcBef>
                <a:spcPts val="750"/>
              </a:spcBef>
              <a:spcAft>
                <a:spcPts val="0"/>
              </a:spcAft>
              <a:buClr>
                <a:schemeClr val="lt1"/>
              </a:buClr>
              <a:buSzPts val="2300"/>
              <a:buNone/>
            </a:pPr>
            <a:r>
              <a:rPr lang="es-ES" sz="2300"/>
              <a:t>preparad el camino al Señor.</a:t>
            </a:r>
            <a:endParaRPr/>
          </a:p>
        </p:txBody>
      </p:sp>
      <p:pic>
        <p:nvPicPr>
          <p:cNvPr id="547" name="Google Shape;547;p62" descr="Resultado de imagen de preparad el camino fano"/>
          <p:cNvPicPr preferRelativeResize="0"/>
          <p:nvPr/>
        </p:nvPicPr>
        <p:blipFill rotWithShape="1">
          <a:blip r:embed="rId3">
            <a:alphaModFix/>
          </a:blip>
          <a:srcRect/>
          <a:stretch/>
        </p:blipFill>
        <p:spPr>
          <a:xfrm rot="-504355">
            <a:off x="3143979" y="3331724"/>
            <a:ext cx="6176458" cy="4072942"/>
          </a:xfrm>
          <a:prstGeom prst="rect">
            <a:avLst/>
          </a:prstGeom>
          <a:noFill/>
          <a:ln>
            <a:noFill/>
          </a:ln>
        </p:spPr>
      </p:pic>
      <p:pic>
        <p:nvPicPr>
          <p:cNvPr id="548" name="Google Shape;548;p62"/>
          <p:cNvPicPr preferRelativeResize="0"/>
          <p:nvPr/>
        </p:nvPicPr>
        <p:blipFill rotWithShape="1">
          <a:blip r:embed="rId4">
            <a:alphaModFix/>
          </a:blip>
          <a:srcRect/>
          <a:stretch/>
        </p:blipFill>
        <p:spPr>
          <a:xfrm>
            <a:off x="7956376" y="98931"/>
            <a:ext cx="1011498" cy="508571"/>
          </a:xfrm>
          <a:prstGeom prst="rect">
            <a:avLst/>
          </a:prstGeom>
          <a:noFill/>
          <a:ln>
            <a:noFill/>
          </a:ln>
          <a:effectLst>
            <a:outerShdw blurRad="190500" algn="tl" rotWithShape="0">
              <a:srgbClr val="000000">
                <a:alpha val="69803"/>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1277295" cy="731520"/>
          </a:xfrm>
          <a:prstGeom prst="rect">
            <a:avLst/>
          </a:prstGeom>
          <a:noFill/>
        </p:spPr>
        <p:txBody>
          <a:bodyPr wrap="none">
            <a:spAutoFit/>
          </a:bodyPr>
          <a:lstStyle/>
          <a:p>
            <a:pPr algn="l">
              <a:defRPr sz="3600" b="1">
                <a:solidFill>
                  <a:srgbClr val="FFFFFF"/>
                </a:solidFill>
                <a:latin typeface="Calibri"/>
              </a:defRPr>
            </a:pPr>
            <a:r>
              <a:t>Primera Lectura</a:t>
            </a:r>
          </a:p>
        </p:txBody>
      </p:sp>
      <p:sp>
        <p:nvSpPr>
          <p:cNvPr id="4" name="TextBox 3"/>
          <p:cNvSpPr txBox="1"/>
          <p:nvPr/>
        </p:nvSpPr>
        <p:spPr>
          <a:xfrm>
            <a:off x="457200" y="1097280"/>
            <a:ext cx="11277295" cy="457200"/>
          </a:xfrm>
          <a:prstGeom prst="rect">
            <a:avLst/>
          </a:prstGeom>
          <a:noFill/>
        </p:spPr>
        <p:txBody>
          <a:bodyPr wrap="none">
            <a:spAutoFit/>
          </a:bodyPr>
          <a:lstStyle/>
          <a:p>
            <a:pPr algn="l">
              <a:defRPr sz="2000" i="1">
                <a:solidFill>
                  <a:srgbClr val="CCCCCC"/>
                </a:solidFill>
                <a:latin typeface="Calibri"/>
              </a:defRPr>
            </a:pPr>
            <a:r>
              <a:t>55, 6-9</a:t>
            </a:r>
          </a:p>
        </p:txBody>
      </p:sp>
      <p:sp>
        <p:nvSpPr>
          <p:cNvPr id="5" name="TextBox 4"/>
          <p:cNvSpPr txBox="1"/>
          <p:nvPr/>
        </p:nvSpPr>
        <p:spPr>
          <a:xfrm>
            <a:off x="457200" y="1828800"/>
            <a:ext cx="11277295" cy="4114800"/>
          </a:xfrm>
          <a:prstGeom prst="rect">
            <a:avLst/>
          </a:prstGeom>
          <a:noFill/>
        </p:spPr>
        <p:txBody>
          <a:bodyPr wrap="square">
            <a:spAutoFit/>
          </a:bodyPr>
          <a:lstStyle/>
          <a:p>
            <a:pPr algn="l">
              <a:lnSpc>
                <a:spcPct val="150000"/>
              </a:lnSpc>
              <a:defRPr sz="2000">
                <a:solidFill>
                  <a:srgbClr val="FFFFFF"/>
                </a:solidFill>
                <a:latin typeface="Calibri"/>
              </a:defRPr>
            </a:pPr>
            <a:r>
              <a:t>Buscad al Señor mientras se le encuentra, invocadlo mientras esté cerca; que el malvado abandone su camino, y el criminal sus planes; que regrese al Señor, y él tendrá piedad; a nuestro Dios, que es rico en perdón. Mis planes no son vuestros planes, vuestros caminos no son mis caminos –oráculo del Señor–. Como el cielo es más alto que la tierra, mis caminos son más altos que los vuestros, mis planes que vuestros planes.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1277295" cy="731520"/>
          </a:xfrm>
          <a:prstGeom prst="rect">
            <a:avLst/>
          </a:prstGeom>
          <a:noFill/>
        </p:spPr>
        <p:txBody>
          <a:bodyPr wrap="none">
            <a:spAutoFit/>
          </a:bodyPr>
          <a:lstStyle/>
          <a:p>
            <a:pPr algn="l">
              <a:defRPr sz="3600" b="1">
                <a:solidFill>
                  <a:srgbClr val="FFFFFF"/>
                </a:solidFill>
                <a:latin typeface="Calibri"/>
              </a:defRPr>
            </a:pPr>
            <a:r>
              <a:t>Salmo Responsorial</a:t>
            </a:r>
          </a:p>
        </p:txBody>
      </p:sp>
      <p:sp>
        <p:nvSpPr>
          <p:cNvPr id="4" name="TextBox 3"/>
          <p:cNvSpPr txBox="1"/>
          <p:nvPr/>
        </p:nvSpPr>
        <p:spPr>
          <a:xfrm>
            <a:off x="457200" y="1097280"/>
            <a:ext cx="11277295" cy="457200"/>
          </a:xfrm>
          <a:prstGeom prst="rect">
            <a:avLst/>
          </a:prstGeom>
          <a:noFill/>
        </p:spPr>
        <p:txBody>
          <a:bodyPr wrap="none">
            <a:spAutoFit/>
          </a:bodyPr>
          <a:lstStyle/>
          <a:p>
            <a:pPr algn="l">
              <a:defRPr sz="2000" i="1">
                <a:solidFill>
                  <a:srgbClr val="CCCCCC"/>
                </a:solidFill>
                <a:latin typeface="Calibri"/>
              </a:defRPr>
            </a:pPr>
            <a:r>
              <a:t>Sal 144</a:t>
            </a:r>
          </a:p>
        </p:txBody>
      </p:sp>
      <p:sp>
        <p:nvSpPr>
          <p:cNvPr id="5" name="TextBox 4"/>
          <p:cNvSpPr txBox="1"/>
          <p:nvPr/>
        </p:nvSpPr>
        <p:spPr>
          <a:xfrm>
            <a:off x="457200" y="1828800"/>
            <a:ext cx="11277295" cy="4114800"/>
          </a:xfrm>
          <a:prstGeom prst="rect">
            <a:avLst/>
          </a:prstGeom>
          <a:noFill/>
        </p:spPr>
        <p:txBody>
          <a:bodyPr wrap="square">
            <a:spAutoFit/>
          </a:bodyPr>
          <a:lstStyle/>
          <a:p>
            <a:pPr algn="l">
              <a:lnSpc>
                <a:spcPct val="150000"/>
              </a:lnSpc>
              <a:defRPr sz="2000">
                <a:solidFill>
                  <a:srgbClr val="FFFFFF"/>
                </a:solidFill>
                <a:latin typeface="Calibri"/>
              </a:defRPr>
            </a:pPr>
            <a:r>
              <a:t>Antífona: Cerca está el Señor de los que lo invocan</a:t>
            </a:r>
            <a:br/>
            <a:br/>
            <a:r>
              <a:t>Día tras día, te bendeciré, Dios mío</a:t>
            </a:r>
            <a:br/>
            <a:br/>
            <a:r>
              <a:t>y alabaré tu nombre por siempre jamás.</a:t>
            </a:r>
            <a:br/>
            <a:br/>
            <a:r>
              <a:t>Grande es el Señor y merece toda alabanza,</a:t>
            </a:r>
            <a:br/>
            <a:br/>
            <a:r>
              <a:t>es incalculable su grandeza.</a:t>
            </a:r>
            <a:br/>
            <a:r>
              <a:t>El Señor es clemente y misericordioso,</a:t>
            </a:r>
            <a:br/>
            <a:br/>
            <a:r>
              <a:t>lento a la cólera y rico en piedad;</a:t>
            </a:r>
            <a:br/>
            <a:br/>
            <a:r>
              <a:t>el Señor es bueno con todos,</a:t>
            </a:r>
            <a:br/>
            <a:br/>
            <a:r>
              <a:t>es cariñoso con todas sus criaturas.</a:t>
            </a:r>
            <a:br/>
            <a:r>
              <a:t>El Señor es justo en todos sus caminos,</a:t>
            </a:r>
            <a:br/>
            <a:br/>
            <a:r>
              <a:t>es bondadoso en todas sus acciones;</a:t>
            </a:r>
            <a:br/>
            <a:br/>
            <a:r>
              <a:t>cerca está el Señor de los que lo invocan,</a:t>
            </a:r>
            <a:br/>
            <a:br/>
            <a:r>
              <a:t>de los que lo invocan sinceram...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1277295" cy="731520"/>
          </a:xfrm>
          <a:prstGeom prst="rect">
            <a:avLst/>
          </a:prstGeom>
          <a:noFill/>
        </p:spPr>
        <p:txBody>
          <a:bodyPr wrap="none">
            <a:spAutoFit/>
          </a:bodyPr>
          <a:lstStyle/>
          <a:p>
            <a:pPr algn="l">
              <a:defRPr sz="3600" b="1">
                <a:solidFill>
                  <a:srgbClr val="FFFFFF"/>
                </a:solidFill>
                <a:latin typeface="Calibri"/>
              </a:defRPr>
            </a:pPr>
            <a:r>
              <a:t>Segunda Lectura</a:t>
            </a:r>
          </a:p>
        </p:txBody>
      </p:sp>
      <p:sp>
        <p:nvSpPr>
          <p:cNvPr id="4" name="TextBox 3"/>
          <p:cNvSpPr txBox="1"/>
          <p:nvPr/>
        </p:nvSpPr>
        <p:spPr>
          <a:xfrm>
            <a:off x="457200" y="1097280"/>
            <a:ext cx="11277295" cy="457200"/>
          </a:xfrm>
          <a:prstGeom prst="rect">
            <a:avLst/>
          </a:prstGeom>
          <a:noFill/>
        </p:spPr>
        <p:txBody>
          <a:bodyPr wrap="none">
            <a:spAutoFit/>
          </a:bodyPr>
          <a:lstStyle/>
          <a:p>
            <a:pPr algn="l">
              <a:defRPr sz="2000" i="1">
                <a:solidFill>
                  <a:srgbClr val="CCCCCC"/>
                </a:solidFill>
                <a:latin typeface="Calibri"/>
              </a:defRPr>
            </a:pPr>
            <a:r>
              <a:t>1,20c-24.27a</a:t>
            </a:r>
          </a:p>
        </p:txBody>
      </p:sp>
      <p:sp>
        <p:nvSpPr>
          <p:cNvPr id="5" name="TextBox 4"/>
          <p:cNvSpPr txBox="1"/>
          <p:nvPr/>
        </p:nvSpPr>
        <p:spPr>
          <a:xfrm>
            <a:off x="457200" y="1828800"/>
            <a:ext cx="11277295" cy="4114800"/>
          </a:xfrm>
          <a:prstGeom prst="rect">
            <a:avLst/>
          </a:prstGeom>
          <a:noFill/>
        </p:spPr>
        <p:txBody>
          <a:bodyPr wrap="square">
            <a:spAutoFit/>
          </a:bodyPr>
          <a:lstStyle/>
          <a:p>
            <a:pPr algn="l">
              <a:lnSpc>
                <a:spcPct val="150000"/>
              </a:lnSpc>
              <a:defRPr sz="2000">
                <a:solidFill>
                  <a:srgbClr val="FFFFFF"/>
                </a:solidFill>
                <a:latin typeface="Calibri"/>
              </a:defRPr>
            </a:pPr>
            <a:r>
              <a:t>Cristo será glorificado en mi cuerpo, sea por mi vida o por mi muerte. Para mí la vida es Cristo, y una ganancia el morir. Pero, si el vivir esta vida mortal me supone trabajo fructífero, no sé qué escoger. Me encuentro en ese dilema: por un lado, deseo partir para estar con Cristo, que es con mucho lo mejor; pero, por otro, quedarme en esta vida veo que es más necesario para vosotros. Lo importante es que vosotros llevéis una vida digna del Evangelio de Cristo.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11277295" cy="731520"/>
          </a:xfrm>
          <a:prstGeom prst="rect">
            <a:avLst/>
          </a:prstGeom>
          <a:noFill/>
        </p:spPr>
        <p:txBody>
          <a:bodyPr wrap="none">
            <a:spAutoFit/>
          </a:bodyPr>
          <a:lstStyle/>
          <a:p>
            <a:pPr algn="l">
              <a:defRPr sz="3600" b="1">
                <a:solidFill>
                  <a:srgbClr val="FFFFFF"/>
                </a:solidFill>
                <a:latin typeface="Calibri"/>
              </a:defRPr>
            </a:pPr>
            <a:r>
              <a:t>Evangelio</a:t>
            </a:r>
          </a:p>
        </p:txBody>
      </p:sp>
      <p:sp>
        <p:nvSpPr>
          <p:cNvPr id="4" name="TextBox 3"/>
          <p:cNvSpPr txBox="1"/>
          <p:nvPr/>
        </p:nvSpPr>
        <p:spPr>
          <a:xfrm>
            <a:off x="457200" y="1097280"/>
            <a:ext cx="11277295" cy="457200"/>
          </a:xfrm>
          <a:prstGeom prst="rect">
            <a:avLst/>
          </a:prstGeom>
          <a:noFill/>
        </p:spPr>
        <p:txBody>
          <a:bodyPr wrap="none">
            <a:spAutoFit/>
          </a:bodyPr>
          <a:lstStyle/>
          <a:p>
            <a:pPr algn="l">
              <a:defRPr sz="2000" i="1">
                <a:solidFill>
                  <a:srgbClr val="CCCCCC"/>
                </a:solidFill>
                <a:latin typeface="Calibri"/>
              </a:defRPr>
            </a:pPr>
            <a:r>
              <a:t>20,1-16</a:t>
            </a:r>
          </a:p>
        </p:txBody>
      </p:sp>
      <p:sp>
        <p:nvSpPr>
          <p:cNvPr id="5" name="TextBox 4"/>
          <p:cNvSpPr txBox="1"/>
          <p:nvPr/>
        </p:nvSpPr>
        <p:spPr>
          <a:xfrm>
            <a:off x="457200" y="1828800"/>
            <a:ext cx="11277295" cy="4114800"/>
          </a:xfrm>
          <a:prstGeom prst="rect">
            <a:avLst/>
          </a:prstGeom>
          <a:noFill/>
        </p:spPr>
        <p:txBody>
          <a:bodyPr wrap="square">
            <a:spAutoFit/>
          </a:bodyPr>
          <a:lstStyle/>
          <a:p>
            <a:pPr algn="l">
              <a:lnSpc>
                <a:spcPct val="150000"/>
              </a:lnSpc>
              <a:defRPr sz="2000">
                <a:solidFill>
                  <a:srgbClr val="FFFFFF"/>
                </a:solidFill>
                <a:latin typeface="Calibri"/>
              </a:defRPr>
            </a:pPr>
            <a:r>
              <a:t>En aquel tiempo, dijo Jesús a sus discípulos esta parábola: «El Reino de los Cielos se parece a un propietario que al amanecer salió a contratar jornaleros para su viña. Después de ajustarse con ellos en un denario por jornada, los mandó a la viña. Salió otra vez a media mañana, vio a otros que estaban en la plaza sin trabajo, y les dijo: «Id también vosotros a mi viña, y os pagaré lo debido.» Ellos fueron. Salió de nuevo hacia mediodía y a media tarde e hizo lo mismo. Salió al caer la tarde y 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10058400" cy="914400"/>
          </a:xfrm>
          <a:prstGeom prst="rect">
            <a:avLst/>
          </a:prstGeom>
          <a:noFill/>
        </p:spPr>
        <p:txBody>
          <a:bodyPr wrap="none">
            <a:spAutoFit/>
          </a:bodyPr>
          <a:lstStyle/>
          <a:p>
            <a:pPr algn="ctr">
              <a:defRPr sz="4400" b="1">
                <a:solidFill>
                  <a:srgbClr val="FFFFFF"/>
                </a:solidFill>
                <a:latin typeface="Calibri"/>
              </a:defRPr>
            </a:pPr>
            <a:r>
              <a:t>LITURGIA DE LA PALABRA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10058400" cy="914400"/>
          </a:xfrm>
          <a:prstGeom prst="rect">
            <a:avLst/>
          </a:prstGeom>
          <a:noFill/>
        </p:spPr>
        <p:txBody>
          <a:bodyPr wrap="none">
            <a:spAutoFit/>
          </a:bodyPr>
          <a:lstStyle/>
          <a:p>
            <a:pPr algn="ctr">
              <a:defRPr sz="4400" b="1">
                <a:solidFill>
                  <a:srgbClr val="FFFFFF"/>
                </a:solidFill>
                <a:latin typeface="Calibri"/>
              </a:defRPr>
            </a:pPr>
            <a:r>
              <a:t>LITURGIA EUCARÍSTICA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743200"/>
            <a:ext cx="10058400" cy="914400"/>
          </a:xfrm>
          <a:prstGeom prst="rect">
            <a:avLst/>
          </a:prstGeom>
          <a:noFill/>
        </p:spPr>
        <p:txBody>
          <a:bodyPr wrap="none">
            <a:spAutoFit/>
          </a:bodyPr>
          <a:lstStyle/>
          <a:p>
            <a:pPr algn="ctr">
              <a:defRPr sz="4400" b="1">
                <a:solidFill>
                  <a:srgbClr val="FFFFFF"/>
                </a:solidFill>
                <a:latin typeface="Calibri"/>
              </a:defRPr>
            </a:pPr>
            <a:r>
              <a:t>RITO DE CONCLUSIÓN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CAF5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1828800"/>
            <a:ext cx="10058400" cy="1371600"/>
          </a:xfrm>
          <a:prstGeom prst="rect">
            <a:avLst/>
          </a:prstGeom>
          <a:noFill/>
        </p:spPr>
        <p:txBody>
          <a:bodyPr wrap="none">
            <a:spAutoFit/>
          </a:bodyPr>
          <a:lstStyle/>
          <a:p>
            <a:pPr algn="ctr">
              <a:defRPr sz="4800" b="1">
                <a:solidFill>
                  <a:srgbClr val="FFFFFF"/>
                </a:solidFill>
                <a:latin typeface="Calibri"/>
              </a:defRPr>
            </a:pPr>
            <a:r>
              <a:t>XXV Domingo del Tiempo Ordinario</a:t>
            </a:r>
          </a:p>
        </p:txBody>
      </p:sp>
      <p:sp>
        <p:nvSpPr>
          <p:cNvPr id="4" name="TextBox 3"/>
          <p:cNvSpPr txBox="1"/>
          <p:nvPr/>
        </p:nvSpPr>
        <p:spPr>
          <a:xfrm>
            <a:off x="914400" y="3657600"/>
            <a:ext cx="10058400" cy="731520"/>
          </a:xfrm>
          <a:prstGeom prst="rect">
            <a:avLst/>
          </a:prstGeom>
          <a:noFill/>
        </p:spPr>
        <p:txBody>
          <a:bodyPr wrap="none">
            <a:spAutoFit/>
          </a:bodyPr>
          <a:lstStyle/>
          <a:p>
            <a:pPr algn="ctr">
              <a:defRPr sz="2800">
                <a:solidFill>
                  <a:srgbClr val="CCCCCC"/>
                </a:solidFill>
                <a:latin typeface="Calibri"/>
              </a:defRPr>
            </a:pPr>
            <a:r>
              <a:t>2026-09-20</a:t>
            </a:r>
          </a:p>
        </p:txBody>
      </p:sp>
      <p:sp>
        <p:nvSpPr>
          <p:cNvPr id="5" name="TextBox 4"/>
          <p:cNvSpPr txBox="1"/>
          <p:nvPr/>
        </p:nvSpPr>
        <p:spPr>
          <a:xfrm>
            <a:off x="914400" y="5029200"/>
            <a:ext cx="10058400" cy="548640"/>
          </a:xfrm>
          <a:prstGeom prst="rect">
            <a:avLst/>
          </a:prstGeom>
          <a:noFill/>
        </p:spPr>
        <p:txBody>
          <a:bodyPr wrap="none">
            <a:spAutoFit/>
          </a:bodyPr>
          <a:lstStyle/>
          <a:p>
            <a:pPr algn="ctr">
              <a:defRPr sz="1800" i="1">
                <a:solidFill>
                  <a:srgbClr val="E61B23"/>
                </a:solidFill>
                <a:latin typeface="Calibri"/>
              </a:defRPr>
            </a:pPr>
            <a:r>
              <a:t>Somos uno</a:t>
            </a:r>
          </a:p>
        </p:txBody>
      </p:sp>
      <p:pic>
        <p:nvPicPr>
          <p:cNvPr id="6" name="Picture 5" descr="somos_uno.jpg"/>
          <p:cNvPicPr>
            <a:picLocks noChangeAspect="1"/>
          </p:cNvPicPr>
          <p:nvPr/>
        </p:nvPicPr>
        <p:blipFill>
          <a:blip r:embed="rId2"/>
          <a:stretch>
            <a:fillRect/>
          </a:stretch>
        </p:blipFill>
        <p:spPr>
          <a:xfrm>
            <a:off x="182880" y="5943600"/>
            <a:ext cx="854579" cy="457200"/>
          </a:xfrm>
          <a:prstGeom prst="rect">
            <a:avLst/>
          </a:prstGeom>
        </p:spPr>
      </p:pic>
    </p:spTree>
  </p:cSld>
  <p:clrMapOvr>
    <a:masterClrMapping/>
  </p:clrMapOvr>
</p:sld>
</file>

<file path=ppt/theme/theme1.xml><?xml version="1.0" encoding="utf-8"?>
<a:theme xmlns:a="http://schemas.openxmlformats.org/drawingml/2006/main" name="Diseño personalizado">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9894</Words>
  <Application>Microsoft Office PowerPoint</Application>
  <PresentationFormat>Presentación en pantalla (4:3)</PresentationFormat>
  <Paragraphs>1759</Paragraphs>
  <Slides>121</Slides>
  <Notes>116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121</vt:i4>
      </vt:variant>
    </vt:vector>
  </HeadingPairs>
  <TitlesOfParts>
    <vt:vector size="128" baseType="lpstr">
      <vt:lpstr>Candara</vt:lpstr>
      <vt:lpstr>Century Gothic</vt:lpstr>
      <vt:lpstr>Arial</vt:lpstr>
      <vt:lpstr>Tahoma</vt:lpstr>
      <vt:lpstr>Calibri</vt:lpstr>
      <vt:lpstr>Overlock</vt:lpstr>
      <vt:lpstr>Diseño personalizado</vt:lpstr>
      <vt:lpstr>Comunidad            Cristiana                    Escolapia </vt:lpstr>
      <vt:lpstr>Presentación de PowerPoint</vt:lpstr>
      <vt:lpstr>Pon tu mano</vt:lpstr>
      <vt:lpstr>  YO CELEBRARÉ</vt:lpstr>
      <vt:lpstr>Dios Está Aquí</vt:lpstr>
      <vt:lpstr>VOSOTROS SEREIS MI PUEBLO</vt:lpstr>
      <vt:lpstr>EL ESPÍRITU DE DIOS</vt:lpstr>
      <vt:lpstr>He Venido a Servir</vt:lpstr>
      <vt:lpstr>Como Tus brazos</vt:lpstr>
      <vt:lpstr>Como Tus brazos</vt:lpstr>
      <vt:lpstr>Necesito de Ti</vt:lpstr>
      <vt:lpstr>En mi debilidad</vt:lpstr>
      <vt:lpstr>NO PREGUNTÉIS POR QUÉ</vt:lpstr>
      <vt:lpstr>Salmo 21</vt:lpstr>
      <vt:lpstr>Presentación de PowerPoint</vt:lpstr>
      <vt:lpstr>Gloria (del Gato)</vt:lpstr>
      <vt:lpstr>GLORIA (I)</vt:lpstr>
      <vt:lpstr>GLORIA (II)</vt:lpstr>
      <vt:lpstr>Gloria de Nazaret</vt:lpstr>
      <vt:lpstr>Alabo tu bondad </vt:lpstr>
      <vt:lpstr>Presentación de PowerPoint</vt:lpstr>
      <vt:lpstr>Lámpara es tu palabra</vt:lpstr>
      <vt:lpstr>ALELUYA DE MI DIOS</vt:lpstr>
      <vt:lpstr>Qué te puedo dar</vt:lpstr>
      <vt:lpstr>Aleluya de la Tierra</vt:lpstr>
      <vt:lpstr>¡Ale Aleluya!</vt:lpstr>
      <vt:lpstr>Aleluya (Leonard Cohen)</vt:lpstr>
      <vt:lpstr>¡Escucha Tú!</vt:lpstr>
      <vt:lpstr>Presentación de PowerPoint</vt:lpstr>
      <vt:lpstr>CREDO</vt:lpstr>
      <vt:lpstr>Presentación de PowerPoint</vt:lpstr>
      <vt:lpstr>Qué te puedo dar</vt:lpstr>
      <vt:lpstr>Pongo mi vida en tus manos</vt:lpstr>
      <vt:lpstr>Dame de tu pan</vt:lpstr>
      <vt:lpstr>Toma mi vida</vt:lpstr>
      <vt:lpstr>Tuyo Soy</vt:lpstr>
      <vt:lpstr>Sois la Sal</vt:lpstr>
      <vt:lpstr>Yo Pasé</vt:lpstr>
      <vt:lpstr>Presentación de PowerPoint</vt:lpstr>
      <vt:lpstr>Señor Santo</vt:lpstr>
      <vt:lpstr>Santo (Jesuita)</vt:lpstr>
      <vt:lpstr>Santo (Rey León)</vt:lpstr>
      <vt:lpstr>Santo es el Señor</vt:lpstr>
      <vt:lpstr>Grito Santo</vt:lpstr>
      <vt:lpstr>SANTO, SANTO (R. CARISMÁTICA)</vt:lpstr>
      <vt:lpstr>Presentación de PowerPoint</vt:lpstr>
      <vt:lpstr>Padre Nuestro gallego</vt:lpstr>
      <vt:lpstr>Padre Nuestro de la Vida</vt:lpstr>
      <vt:lpstr>Padre Nuestro (Simon &amp; Garfunkel)</vt:lpstr>
      <vt:lpstr>Padre Nuestro del cielo</vt:lpstr>
      <vt:lpstr>Presentación de PowerPoint</vt:lpstr>
      <vt:lpstr>La Paz te doy</vt:lpstr>
      <vt:lpstr>Llevad la buena noticia</vt:lpstr>
      <vt:lpstr>Pon un poco de Paz</vt:lpstr>
      <vt:lpstr>PAZ SEÑOR</vt:lpstr>
      <vt:lpstr> Paz en la Tierra </vt:lpstr>
      <vt:lpstr>Presentación de PowerPoint</vt:lpstr>
      <vt:lpstr>Cordero de Dios</vt:lpstr>
      <vt:lpstr>Presentación de PowerPoint</vt:lpstr>
      <vt:lpstr>QUIERO ALABARTE</vt:lpstr>
      <vt:lpstr>Presentación de PowerPoint</vt:lpstr>
      <vt:lpstr>Presentación de PowerPoint</vt:lpstr>
      <vt:lpstr>Presentación de PowerPoint</vt:lpstr>
      <vt:lpstr>EL ESPÍRITU DE DIOS</vt:lpstr>
      <vt:lpstr>EL ESPÍRITU DE DIOS</vt:lpstr>
      <vt:lpstr>Preparad el Camino (I)</vt:lpstr>
      <vt:lpstr>Preparad el Camino (II)</vt:lpstr>
      <vt:lpstr>Preparad el Camino (III)</vt:lpstr>
      <vt:lpstr>Una nueva Esperanza</vt:lpstr>
      <vt:lpstr>Una nueva Esperanza</vt:lpstr>
      <vt:lpstr>  EL CALOR DE LA PALABRA (I)</vt:lpstr>
      <vt:lpstr>  EL CALOR DE LA PALABRA (II)</vt:lpstr>
      <vt:lpstr>  EL CALOR DE LA PALABRA (III)</vt:lpstr>
      <vt:lpstr>CÁNTICO DE OSEAS (I)</vt:lpstr>
      <vt:lpstr>CÁNTICO DE OSEAS (II)</vt:lpstr>
      <vt:lpstr>  Anda,  Levantate y Anda</vt:lpstr>
      <vt:lpstr>  Anda,  Levantate y Anda</vt:lpstr>
      <vt:lpstr>Presentación de PowerPoint</vt:lpstr>
      <vt:lpstr>Presentación de PowerPoint</vt:lpstr>
      <vt:lpstr>SÉ FIEL A LA VERDAD</vt:lpstr>
      <vt:lpstr>YA VIENE EL SOL</vt:lpstr>
      <vt:lpstr>¿A dónde iré?</vt:lpstr>
      <vt:lpstr>Testigos de la Verdad (I)</vt:lpstr>
      <vt:lpstr>Testigos de la Verdad (II)</vt:lpstr>
      <vt:lpstr>Nadie te ama como yo</vt:lpstr>
      <vt:lpstr>Verbum Panis</vt:lpstr>
      <vt:lpstr>Jesús resucita hoy</vt:lpstr>
      <vt:lpstr>ALMA MISIONERA</vt:lpstr>
      <vt:lpstr>QUIERO VIVIR AMANDO (I)</vt:lpstr>
      <vt:lpstr>QUIERO VIVIR AMANDO (II)</vt:lpstr>
      <vt:lpstr>QUIERO VIVIR AMANDO (III)</vt:lpstr>
      <vt:lpstr>QUIERO VIVIR AMANDO (IV)</vt:lpstr>
      <vt:lpstr>Presentación de PowerPoint</vt:lpstr>
      <vt:lpstr>A tu amparo</vt:lpstr>
      <vt:lpstr>JUNTO A TI MARÍA</vt:lpstr>
      <vt:lpstr>Presentación de PowerPoint</vt:lpstr>
      <vt:lpstr>YO NO PUEDO SOLO</vt:lpstr>
      <vt:lpstr>COSAS DE LOCOS</vt:lpstr>
      <vt:lpstr>Kyrie Eleison</vt:lpstr>
      <vt:lpstr>LA LUZ DEL MUNDO</vt:lpstr>
      <vt:lpstr>Quiero Hacer lo Mismo</vt:lpstr>
      <vt:lpstr>Quiero Hacer lo Mismo</vt:lpstr>
      <vt:lpstr>Quiero Hacer lo Mismo</vt:lpstr>
      <vt:lpstr>Despierta</vt:lpstr>
      <vt:lpstr>Ponte de Pie</vt:lpstr>
      <vt:lpstr>Hubo un hombre</vt:lpstr>
      <vt:lpstr>Presentación de PowerPoint</vt:lpstr>
      <vt:lpstr>A TU AIRE</vt:lpstr>
      <vt:lpstr>A TU AIRE</vt:lpstr>
      <vt:lpstr>Como Corre un Río</vt:lpstr>
      <vt:lpstr>Presentación de PowerPoint</vt:lpstr>
      <vt:lpstr>Presentación de PowerPoint</vt:lpstr>
      <vt:lpstr>Presentación de PowerPoint</vt:lpstr>
      <vt:lpstr>LA LUZ DEL MUNDO</vt:lpstr>
      <vt:lpstr>La Vírgen Sueña Caminos</vt:lpstr>
      <vt:lpstr>La Vírgen Sueña Caminos</vt:lpstr>
      <vt:lpstr>SANTA MARÍA DEL CAMINO</vt:lpstr>
      <vt:lpstr>Presentación de PowerPoint</vt:lpstr>
      <vt:lpstr>Comunidad Cristiana Escolapia </vt:lpstr>
      <vt:lpstr>Comunidad Cristiana Escolapia </vt:lpstr>
      <vt:lpstr>Comunidad Cristiana Escolapia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Comunidad            Cristiana                    Escolapia </dc:title>
  <dc:creator>Alberto Rivera Romero</dc:creator>
  <cp:lastModifiedBy>Rafael Torres Parish</cp:lastModifiedBy>
  <cp:revision>8</cp:revision>
  <dcterms:created xsi:type="dcterms:W3CDTF">2013-02-23T11:27:42Z</dcterms:created>
  <dcterms:modified xsi:type="dcterms:W3CDTF">2024-12-07T20:56:17Z</dcterms:modified>
</cp:coreProperties>
</file>