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2_venid_vosotros_benditos_de_mi_pad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7999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CANCIÓN DE ENTRADA</a:t>
            </a:r>
          </a:p>
          <a:p>
            <a:r>
              <a:rPr b="1" sz="2600">
                <a:solidFill>
                  <a:srgbClr val="7C3AED"/>
                </a:solidFill>
              </a:rPr>
              <a:t>PREPARAD EL CAMINO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PREPARAD EL CAMINO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PREPARAD EL CAMINO AL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ESCUCHAD LA PALABRA DE DIOS.(Bis)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Voz que clama en el desierto: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preparad los caminos de Dios, desterrad la mentira por siempre, preparad los caminos de Dios(Bis)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36_es_el_cordero_de_dios_que_limpia_el_pecado_del_mun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0794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ACTO PENITENCIAL</a:t>
            </a:r>
          </a:p>
          <a:p>
            <a:r>
              <a:rPr b="1" sz="2600">
                <a:solidFill>
                  <a:srgbClr val="7C3AED"/>
                </a:solidFill>
              </a:rPr>
              <a:t>OTRA OPORTUNIDAD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he perdido en mi caminar, tu camino quiero encontrar, porque sólo Tú eres Verdad.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Mas soy débil, fragilidad, y me olvido de tu verdad.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Debes perdonar.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Dame otra oportunidad.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GLORIA</a:t>
            </a:r>
          </a:p>
          <a:p>
            <a:r>
              <a:rPr b="1" sz="2600">
                <a:solidFill>
                  <a:srgbClr val="7C3AED"/>
                </a:solidFill>
              </a:rPr>
              <a:t>NO PREGUNTÉIS PORQUÉ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preguntéis porqué, os lo pide el Señor.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Vamos hacia Jerusalén, ésta es su razón.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debéis saber que es tiempo de amor.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nos lo ha dicho Él: ¡Alabad a Dios!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HOSANNA, HOSANNA, GLORIA AL QUE VIENE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EN NOMBRE DEL SEÑOR (2).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me has hecho llorar, pobre Jerusalén.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pierdas la oportunidad que te da tu Dios.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Ya no temas Sión, mira tu rey está aquí,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su llanto convertirá en sonrisa y perdón.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Cómo hacemos callar, si es un canto de amor,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hasta las piedras gritarán: ¡Alabad a Dios!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5_limpia_mis_oídos_para_poder_escuchar_tu_palabra_domingo_6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5655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Ezequiel 18,25-28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0_recibimos_para_hacer_crec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2814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Salmo 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Antífona: Recuerda, Señor, que tu misericordia es eterna; Señor, enséñame tus caminos, instrúyeme en tus sendas: haz que camine con lealtad; enséñame, porque tú eres mi Dios y Salvador, y todo el día te estoy esperando.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Recuerda, Señor, que tu ternura y tu misericordia son eternas; no te acuerdes de los pecados; ni de las maldades de mi juventud; acuérdate de mí con misericordia, por tu bondad,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bueno y es recto, y enseña el camino a los pecadores; hace caminar a los humildes con rectitud, enseña su camino a los humildes.; --YA DE MAÑANA; Fam# Dom# Re Mi; Dom# YA DE MAÑANA OYES MI VOZ CUANDO ME PONGO ANTE TI, Fam# Re ESPERÁNDOTE SEÑOR; </a:t>
            </a:r>
            <a:r>
              <a:rPr b="1" sz="2000">
                <a:solidFill>
                  <a:srgbClr val="37352F"/>
                </a:solidFill>
              </a:rPr>
              <a:t>PORQUE YA DE MAÑANA OYES MI VOZ,</a:t>
            </a:r>
            <a:r>
              <a:rPr b="0" sz="2000">
                <a:solidFill>
                  <a:srgbClr val="37352F"/>
                </a:solidFill>
              </a:rPr>
              <a:t>; </a:t>
            </a:r>
            <a:r>
              <a:rPr b="1" sz="2000">
                <a:solidFill>
                  <a:srgbClr val="37352F"/>
                </a:solidFill>
              </a:rPr>
              <a:t>PORQUE YA DE MAÑANA OYES MI VOZ.</a:t>
            </a:r>
            <a:r>
              <a:rPr b="0" sz="2000">
                <a:solidFill>
                  <a:srgbClr val="37352F"/>
                </a:solidFill>
              </a:rPr>
              <a:t>; Dom# Fam# Dom#; Escucha mis palabras, oye mis lamentos, cuando presento mi súplica ante ti,¡ Oh mi rey y mi Dios !, La Dom# Fam#; Dom# Guíame oh Yahveh en tu justicia, allana también tu camino ante mí, ¡Oh mi rey y mi Dios 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Los que aman tu nombre, los que a ti se acogen, se alegren, exulten por siempre y alborocen ¡ Oh mi rey y mi Dios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0_recibimos_para_hacer_crec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2814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Salmo Sal 24,4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Escucha mis palabras oye mis lamentos, cuando presento mi súplica ante ti, ¡ Oh mi rey y mi Dios !; ...Tú en la noche, tarde... oyes mi voz...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41_aprende_a_elegir_el_pan_de_la_palab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8300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Filipenses 2,1-11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 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573_viviré_para_alabar_hacer_reverencia_y_servir_a_jesús_mi_r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8803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ALELUYA</a:t>
            </a:r>
          </a:p>
          <a:p>
            <a:r>
              <a:rPr b="1" sz="2600">
                <a:solidFill>
                  <a:srgbClr val="7C3AED"/>
                </a:solidFill>
              </a:rPr>
              <a:t>ESCUCHA, TÚ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Escucha tú la palabra de Dios, no sólo con tus oídos, también con el corazón.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Escucha tú la palabra de Dios, y estate siempre atento a su voz.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Déjala entrar dentro de tu corazón, pásala a tu mente y a tu situación.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Vívela, vívela, en tu realidad.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Haz que por tu vida llegue a los demás.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9_sin_titu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0005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Mateo 21,28-32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794_una_semillita_de_fe_es_un_sueño_de_amor_para_mí_siémbra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845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creador del cielo y de la tierra.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OFERTORIO</a:t>
            </a:r>
          </a:p>
          <a:p>
            <a:r>
              <a:rPr b="1" sz="2600">
                <a:solidFill>
                  <a:srgbClr val="7C3AED"/>
                </a:solidFill>
              </a:rPr>
              <a:t>PADRE NUESTRO DE LA VIDA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 de la vida, mío, de ése y de aquél que vive en toda criatura y ellos así han de creer.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Quisiera realzar tu nombre viviendo aquí bajo el sol tu mensaje de aquel monte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SiM7m Mim de pobreza, paz y amor.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Danos pan para vivir sólo el momento presente ya que el día de mañana quizás aquí no me encuentre.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mires lo que hice mal que yo no veré a mi deudor y en mi camino hacia ti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SiM7m Mim que no caiga en tentación.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Amén, amén, que no caiga en tentación.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SiM7m Mim Amén, amén, que sea así siempre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SANTO</a:t>
            </a:r>
          </a:p>
          <a:p>
            <a:r>
              <a:rPr b="1" sz="2600">
                <a:solidFill>
                  <a:srgbClr val="7C3AED"/>
                </a:solidFill>
              </a:rPr>
              <a:t>QUIERO HACER LO MISMO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sueño escondido del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aunque ni él mismo lo sabe.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Él es un diamante, él es lo mejor, aunque nadie se lo crea.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 haz que alguien sí lo crea.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José sólo buscaba un puesto mejor: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tener, poder, valer… ya sabes.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Roma tocaste su corazón, hiciste que él lo creyera, y dio por él la vida entera.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HACER LO MISMO: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VER EN UN NIÑO UN TESORO QUE HAY QUE CUIDAR.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ANDAR LOS PASOS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DEL SANTO VIEJO Y AMARLOS COMO LOS AMÓ CALASANZ.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Hoy aún hay millones de niños que viven la vida aplastados.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dejes que la obra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Calasanz se cruce nunca de brazos, que aún hay muchos niños llorando.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HACER LO MISMO…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me pondré junto a él de rodillas y buscaré dentro de sus ojos la luz.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Le ayudaré con letras y piedad a vivir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él sentirá que lo estoy amando, descubrirá que nació para ser feliz, y cambiará el mundo a golpes de amor por ti.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HACER LO MISMO… (2)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me pondré junto a él de rodillas… y cambiará el mundo a golpes de amor por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letras y piedad a vivir.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Re-Sol Porque nació para ser feliz.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PADRE NUESTRO</a:t>
            </a:r>
          </a:p>
          <a:p>
            <a:r>
              <a:rPr b="1" sz="2600">
                <a:solidFill>
                  <a:srgbClr val="7C3AED"/>
                </a:solidFill>
              </a:rPr>
              <a:t>PONGO MI VIDA EN TUS MANOS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Pongo mi vida en tus manos,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mío me abandono a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Haz de mi lo que quieras estoy dispuesto a aceptarlo todo...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(3)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... con infinita confianza porque tú eres mi Padre.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08_arranca_lo_que_te_impida_dar_frutos_de_amor_domingo_27_de_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63648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RITO DE LA PAZ</a:t>
            </a:r>
          </a:p>
          <a:p>
            <a:r>
              <a:rPr b="1" sz="2600">
                <a:solidFill>
                  <a:srgbClr val="7C3AED"/>
                </a:solidFill>
              </a:rPr>
              <a:t>UNA NUEVA ESPERANZA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Una nueva esperanza empieza en mí a nacer, me hablas del amor y casi sin darme cuenta mi corazón empieza a entusiasmarse y a comprender lo que es vivir.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TÚ ALUMBRAS MI CAMINO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CON TUS PALABRAS,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PUES ELLAS JAMÁS SE BORRARÁN.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AL CAMINAR JUNTOS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ME BRINDAS TU AMISTAD,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GOZO, LA ALEGRÍA Y LA PAZ.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PUES ¿QUÉ ES VIVIR?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¡LA VIDA ES CRISTO!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SU AMOR MI ÚNICA GANANCIA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PUES ¿QUÉ ES VIVIR?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¡LA VIDA ES CRISTO!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SU AMOR ME BASTA.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mucha gente no ha logrado saber que marchas a su lado, que compartes su vida entera.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Quisiera ofrecerte lo que soy para anunciar lo que he visto en Ti.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COMUNIÓN</a:t>
            </a:r>
          </a:p>
          <a:p>
            <a:r>
              <a:rPr b="1" sz="2600">
                <a:solidFill>
                  <a:srgbClr val="7C3AED"/>
                </a:solidFill>
              </a:rPr>
              <a:t>TODO MI SER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ser, todo lo que soy te pertenece sólo a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Desde mi pobreza,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la fuerza.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Nada sé, sólo que caminaré.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LLEGASTE A MI VIDA CON TU LUZ,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CAMBIASTE MI MENTE CON TU AMOR,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VACIASTE MI ALMA Y AHORA ESTÁS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DENTRO DE MÍ.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ser, todo lo que soy, lo bueno y lo malo la pongo a tus pies.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a veces llegues a mi templo y lo encuentres ya lleno, no es verdad, sólo se llena cuando Tú moras en él.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74_solemnidad_de_santa_maria_madre_de_dios_1_de_enero_de_2017_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21386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CANTO A MARÍA</a:t>
            </a:r>
          </a:p>
          <a:p>
            <a:r>
              <a:rPr b="1" sz="2600">
                <a:solidFill>
                  <a:srgbClr val="7C3AED"/>
                </a:solidFill>
              </a:rPr>
              <a:t>MARÍA, MÚSICA DE DIOS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MARÍA,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Me quedé sin voz con qué cantar y mi alma vacía dormía en sequedad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pensé para mí: me pondré en sus manos manos de Madre, me dejaré en su amor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 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 María, acompaña tú mi caminar yo sola no puedo, ayúdame a andar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pensé para mí: me pondré en sus manos manos de Madre, me dejaré en su amor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 Y tú, María, házme música de Dios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tú, María, anima tú las cuerdas de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Amén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14_la_ternura_de_los_humildes_salva_al_mundo_domingo_8_de_nov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1685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1500">
                <a:solidFill>
                  <a:srgbClr val="7C3AED"/>
                </a:solidFill>
              </a:rPr>
              <a:t>DESPEDIDA</a:t>
            </a:r>
          </a:p>
          <a:p>
            <a:r>
              <a:rPr b="1" sz="2600">
                <a:solidFill>
                  <a:srgbClr val="7C3AED"/>
                </a:solidFill>
              </a:rPr>
              <a:t>QUIERO VIVIR AMANDO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me resigno y busco siempre más, no me conformo con ser un mediocre.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tenerte cerca al caminar sólo contigo brillaré en la noche.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 TODO ES MENTIRA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VIVO PIERDE SU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COLOR Podría amontonar todo el saber, y ser el tío más listo de la tierra.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Podría dedicarme a resolver, todos los males y todas las guerras.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 TODO ES MENTIRA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VIVO PIERDE SU COLOR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VIVIR AMANDO, QUIERO VIVIR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 La Sol….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VIVIR AMANDO, QUIERO VIVIR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Podría querer ser tu seguidor, dejarme quemar vivo a fuego lento y ganar cada mes más de un millón y repartirlo todo a los hambrientos.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 TODO ES MENTIRA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VIVO PIERDE SU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COLOR QUIERO VIVIR AMANDO, QUIERO VIVIR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VIVIR AMANDO, QUIERO VIVIR O MORIR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amor es servicio y no lleva cuentas del mal el amor no presume, no es egoísta.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amor no se engríe, no se irrita ni te trata mal.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También es comprensivo, no tiene envidia.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Disculpa y cree sin límites.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Espera y aguanta sin límites.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amor nunca pasará.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 TODO ES MENTIRA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NO HAY AMOR,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VIVO PIERDE SU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COLOR QUIERO VIVIR AMANDO, QUIERO VIVIR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QUIERO VIVIR AMANDO, QUIERO VIVIR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vivir amando, porque el amor es Dios.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ReLaSim Sol Quiero vivir amando, porque el amor es Dios.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314011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27 de septiembre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