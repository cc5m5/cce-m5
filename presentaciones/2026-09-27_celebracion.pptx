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314011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2_venid_vosotros_benditos_de_mi_pad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7999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CANCIÓN DE ENTRADA</a:t>
            </a:r>
          </a:p>
          <a:p>
            <a:r>
              <a:rPr b="1" sz="2600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grande, quien quiera ser el primero, sea el esclavo de todos, sea el más pequeño.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he venido a ser servido, que he venido a servir y a dar la vida por todos para que todos puedan vivir (2)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36_es_el_cordero_de_dios_que_limpia_el_pecado_del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0794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GLORIA</a:t>
            </a:r>
          </a:p>
          <a:p>
            <a:r>
              <a:rPr b="1" sz="2600">
                <a:solidFill>
                  <a:srgbClr val="7C3AED"/>
                </a:solidFill>
              </a:rPr>
              <a:t>ALABO TU BONDAD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 canta hoy por las cosas que hay en mí.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Gracias te doy mi Señor,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tan feliz.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has regalado tu amistad, confío en ti, me llenas de tu paz.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sentir tu gran bondad, yo cantaré por siempre tu fidelidad.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 SIEMPRE CANTARÉ TU FIDELIDAD.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 (TÚ ME HACES SENTIR TU GRAN BONDAD. YO CANTARÉ)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(POR SIEMPRE TU FIDELIDAD)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Siempre a tu lado estaré alabando tu bondad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 diré el gran gozo que hallo en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podrán siempre encontrar fidelidad, confianza y amistad.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fallará tu gran amor, ni tu perdón. Me quieres tal como soy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5_limpia_mis_oídos_para_poder_escuchar_tu_palabra_domingo_6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5655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Ezequiel 18,25-28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0_recibimos_para_hacer_crec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2814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Salmo Sal 24,4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Antífona: Recuerda, Señor, que tu misericordia es eterna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Señor, enséñame tus caminos, instrúyeme en tus sendas: haz que camine con lealtad; enséñame, porque tú eres mi Dios y Salvador, y todo el día te estoy esperando.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Recuerda, Señor, que tu ternura y tu misericordia son eternas; no te acuerdes de los pecados; ni de las maldades de mi juventud; acuérdate de mí con misericordia, por tu bondad,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bueno y es recto, y enseña el camino a los pecadores; hace caminar a los humildes con rectitud, enseña su camino a los humildes.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41_aprende_a_elegir_el_pan_de_la_palab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8300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Filipenses 2,1-11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su condición divina, no hizo alarde de su categoría de Dios; al contrario, se despojó de su rango y tomó la condición de esclavo, pasando por uno de tantos. Y así, actuando como un hombre cualquiera, se rebajó hasta someterse incluso a la muerte, y una muerte de cruz. Por eso Dios lo levantó sobre todo y le concedió el Nombre-sobre-todo-nombre; de modo que al nombre de Jesús toda rodilla se doble en el cielo, en la tierra, en el abismo, y toda lengua proclame: Jesucristo es Señor, para gloria de Dios Padre.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573_viviré_para_alabar_hacer_reverencia_y_servir_a_jesús_mi_r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8803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ALELUYA</a:t>
            </a:r>
          </a:p>
          <a:p>
            <a:r>
              <a:rPr b="1" sz="2600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quiere resucitar a este mundo que se muere?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cantará el aleluya de esa nueva luz que viene?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cuando mire la tierra y las tragedias observe, sentirá en su corazón el dolor de quien se muere?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es capaz de salvar a este mundo decadente, y mantiene la esperanza de los muchos que la pierden?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QUE SUFRE, MATA Y MUERE, DESESPERA Y ENLOQUECE,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OTROS SON ESPECTADORES, NO LO SIENTEN.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bajará de la cruz a tanto cristo sufriente, mientras los hombres miramos, impasivos e indolentes?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grita desde el silencio de un ser que a su Dios retiene, porque se hace palabra que sin hablar se la entiende?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se torna en aleluya porque traduce la muerte, como el trigo que se pudre y de uno cientos vienen?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¡ALELUYA! CANTARÁ, QUIEN PERDIÓ LA ESPERANZA,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LA TIERRA SONREIRÁ. ¡ALELUYA!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9_sin_titul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0005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Mateo 21,28-32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en el camino del reino de Dios. Porque vino Juan a vosotros enseñándoos el camino de la justicia, y no le creísteis; en cambio, los publicanos y prostitutas le creyeron. Y, aun después de ver esto, vosotros no recapacitasteis ni le creísteis.»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Palabra del Señor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94_una_semillita_de_fe_es_un_sueño_de_amor_para_mí_siémbra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845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creador del cielo y de la tierra.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OFERTORIO</a:t>
            </a:r>
          </a:p>
          <a:p>
            <a:r>
              <a:rPr b="1" sz="2600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dar que no me hayas dado Tú?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decir que no me hayas dicho Tú?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puedo hacer por ti, si yo no puedo hacer nada?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 yo no puedo hacer nada si no es por ti, mi Dios.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SE, TODO LO QUE SOY,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96_ii_domingo_de_adviento_dile_sí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33427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SANTO</a:t>
            </a:r>
          </a:p>
          <a:p>
            <a:r>
              <a:rPr b="1" sz="2600">
                <a:solidFill>
                  <a:srgbClr val="7C3AED"/>
                </a:solidFill>
              </a:rPr>
              <a:t>SANTO JESUITA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  <a:r>
              <a:rPr b="0" sz="1900">
                <a:solidFill>
                  <a:srgbClr val="37352F"/>
                </a:solidFill>
              </a:rPr>
              <a:t> </a:t>
            </a:r>
            <a:r>
              <a:rPr b="1" sz="1900">
                <a:solidFill>
                  <a:srgbClr val="37352F"/>
                </a:solidFill>
              </a:rPr>
              <a:t>SANTO ES EL SEÑOR,</a:t>
            </a:r>
            <a:r>
              <a:rPr b="0" sz="1900">
                <a:solidFill>
                  <a:srgbClr val="37352F"/>
                </a:solidFill>
              </a:rPr>
              <a:t> </a:t>
            </a:r>
            <a:r>
              <a:rPr b="1" sz="1900">
                <a:solidFill>
                  <a:srgbClr val="37352F"/>
                </a:solidFill>
              </a:rPr>
              <a:t>DIOS DEL UNIVERSO-O,</a:t>
            </a:r>
            <a:r>
              <a:rPr b="0" sz="1900">
                <a:solidFill>
                  <a:srgbClr val="37352F"/>
                </a:solidFill>
              </a:rPr>
              <a:t> </a:t>
            </a:r>
            <a:r>
              <a:rPr b="1" sz="1900">
                <a:solidFill>
                  <a:srgbClr val="37352F"/>
                </a:solidFill>
              </a:rPr>
              <a:t>DIOS DEL UNIVERSO-O (bis) 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el cielo y la tierra de tu gloria.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el que viene en nombre del Señor.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SANTO,SANTO-O-O..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 ES EL SEÑOR.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PADRE NUESTRO</a:t>
            </a:r>
          </a:p>
          <a:p>
            <a:r>
              <a:rPr b="1" sz="2600">
                <a:solidFill>
                  <a:srgbClr val="7C3AED"/>
                </a:solidFill>
              </a:rPr>
              <a:t>PADRE NUESTRO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Rellenar a mano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8_arranca_lo_que_te_impida_dar_frutos_de_amor_domingo_27_de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63648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RITO DE LA PAZ</a:t>
            </a:r>
          </a:p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 la paz que Dios me regaló, y en un abrazo a ti te entrego la paz que llevo en mi corazón. 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Recíbela, recíbela, esta es la paz que el mundo no te puede dar. (bis)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COMUNIÓN</a:t>
            </a:r>
          </a:p>
          <a:p>
            <a:r>
              <a:rPr b="1" sz="2600">
                <a:solidFill>
                  <a:srgbClr val="7C3AED"/>
                </a:solidFill>
              </a:rPr>
              <a:t>BENDIGAMOS AL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Bendigamos al Señor, Dios de toda la creación por habernos regalado su amor.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bondad y su perdón, y su gran fidelidad por los siglos de los siglos durará.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LA BUENA NUEVA A LOS MÁS POBRES,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Mim La La7 (2ª:Sol La Re)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LA GRACIA DE SU SALVACIÓN. 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Enviados con poder y en el nombre de Jesús a sanar a los enfermos del dolor, a los ciegos dar visión, a los pobres la verdad y a los presos y oprimidos, libertad.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Con la fuerza de su amor y de la resurrección anunciamos: llega ya la salvación.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ni el miedo, ni el temor, ni la duda o la opresión borrarán la paz de nuestro corazón.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74_solemnidad_de_santa_maria_madre_de_dios_1_de_enero_de_2017_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2138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CANTO A MARÍA</a:t>
            </a:r>
          </a:p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TU AMPARO Y PROTECCIÓN,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MADRE DE DIOS, ACUDIMOS.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DESOIGAS NUESTROS RUEGOS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DE TODOS LOS PELIGROS,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VIRGEN GLORIOSA Y BENDITA,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14_la_ternura_de_los_humildes_salva_al_mundo_domingo_8_de_novi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1685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DESPEDIDA</a:t>
            </a:r>
          </a:p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314011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