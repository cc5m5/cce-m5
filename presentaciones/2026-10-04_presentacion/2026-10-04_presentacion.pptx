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3200" cy="91449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6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7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3A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ma_somos_u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76220"/>
            <a:ext cx="1281869" cy="685800"/>
          </a:xfrm>
          <a:prstGeom prst="rect">
            <a:avLst/>
          </a:prstGeom>
        </p:spPr>
      </p:pic>
      <p:pic>
        <p:nvPicPr>
          <p:cNvPr id="4" name="Picture 3" descr="2014095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457200"/>
            <a:ext cx="3140110" cy="2377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97280" y="3840480"/>
            <a:ext cx="996696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6858000"/>
            <a:ext cx="996696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041648"/>
            <a:ext cx="9418320" cy="2706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b="1" sz="3400">
                <a:solidFill>
                  <a:srgbClr val="7C3AED"/>
                </a:solidFill>
              </a:rPr>
              <a:t>L XXVII DOMINGO DEL TIEMPO ORDINARIO</a:t>
            </a: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4 de octubre de 2026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ma_somos_u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76220"/>
            <a:ext cx="1281869" cy="685800"/>
          </a:xfrm>
          <a:prstGeom prst="rect">
            <a:avLst/>
          </a:prstGeom>
        </p:spPr>
      </p:pic>
      <p:pic>
        <p:nvPicPr>
          <p:cNvPr id="4" name="Picture 3" descr="fano_20140362_venid_vosotros_benditos_de_mi_pad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005840"/>
            <a:ext cx="1799905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548640"/>
            <a:ext cx="8046720" cy="640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858000"/>
            <a:ext cx="804672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49808"/>
            <a:ext cx="7498080" cy="5998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b="1" sz="1500">
                <a:solidFill>
                  <a:srgbClr val="7C3AED"/>
                </a:solidFill>
              </a:rPr>
              <a:t>CANCIÓN DE ENTRADA</a:t>
            </a:r>
          </a:p>
          <a:p>
            <a:r>
              <a:rPr b="1" sz="2600">
                <a:solidFill>
                  <a:srgbClr val="7C3AED"/>
                </a:solidFill>
              </a:rPr>
              <a:t>ALMA MISIONERA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Señor, toma mi vida nueva antes de que la espera desgaste años en mí.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Estoy dispuesto a lo que quieras, no importa lo que sea,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Tú llámame a servir.</a:t>
            </a: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LLÉVAME DONDE LOS</a:t>
            </a: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HOMBRES NECESITEN TUS PALABRAS,</a:t>
            </a: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NECESITEN MIS GANAS DE VIVIR;</a:t>
            </a: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DONDE FALTE LA ESPERANZA,</a:t>
            </a: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DONDE FALTE LA</a:t>
            </a: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ALEGRÍA SIMPLEMENTE POR NO</a:t>
            </a: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SABER DE TI.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Te doy mi corazón sincero para gritar sin miedo tu grandeza, Señor.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Tendré mis manos sin cansancio, tu historia entre mis manos y fuerza en la oración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Y así, en marcha iré cantando por calles predicando lo bello que es tu amor.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Señor, tengo alma misionera condúceme a la tierra que tenga sed de Dios.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ma_somos_u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76220"/>
            <a:ext cx="1281869" cy="685800"/>
          </a:xfrm>
          <a:prstGeom prst="rect">
            <a:avLst/>
          </a:prstGeom>
        </p:spPr>
      </p:pic>
      <p:pic>
        <p:nvPicPr>
          <p:cNvPr id="4" name="Picture 3" descr="fano_20140936_es_el_cordero_de_dios_que_limpia_el_pecado_del_mund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005840"/>
            <a:ext cx="2307946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548640"/>
            <a:ext cx="8046720" cy="640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858000"/>
            <a:ext cx="804672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49808"/>
            <a:ext cx="7498080" cy="5998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b="1" sz="2600">
                <a:solidFill>
                  <a:srgbClr val="7C3AED"/>
                </a:solidFill>
              </a:rPr>
              <a:t>ACTO PENITENCIAL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Yo confieso ante Dios todopoderoso</a:t>
            </a: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y ante vosotros, hermanos,</a:t>
            </a: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que he pecado mucho de pensamiento, palabra, obra y omisión:</a:t>
            </a: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por mi culpa, por mi culpa, por mi gran culpa.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Por eso ruego a Santa María, siempre Virgen,</a:t>
            </a: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a los ángeles, a los santos y a vosotros, hermanos,</a:t>
            </a: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que intercedáis por mí ante Dios, nuestro Señor.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ma_somos_u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76220"/>
            <a:ext cx="1281869" cy="685800"/>
          </a:xfrm>
          <a:prstGeom prst="rect">
            <a:avLst/>
          </a:prstGeom>
        </p:spPr>
      </p:pic>
      <p:pic>
        <p:nvPicPr>
          <p:cNvPr id="4" name="Picture 3" descr="fano_20140421_jesús_es_la_estrella_fiesta_de_la_sagrada_familia_27_diciem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005840"/>
            <a:ext cx="1533347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548640"/>
            <a:ext cx="8046720" cy="640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858000"/>
            <a:ext cx="804672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49808"/>
            <a:ext cx="7498080" cy="5998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b="1" sz="1500">
                <a:solidFill>
                  <a:srgbClr val="7C3AED"/>
                </a:solidFill>
              </a:rPr>
              <a:t>GLORIA</a:t>
            </a:r>
          </a:p>
          <a:p>
            <a:r>
              <a:rPr b="1" sz="2600">
                <a:solidFill>
                  <a:srgbClr val="7C3AED"/>
                </a:solidFill>
              </a:rPr>
              <a:t>ALABO TU BONDAD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Todo mi ser canta hoy por las cosas que hay en mí.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Gracias te doy mi Señor,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Tú me haces tan feliz.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Tú me has regalado tu amistad, confío en ti, me llenas de tu paz.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Tú me haces sentir tu gran bondad, yo cantaré por siempre tu fidelidad.</a:t>
            </a: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GLORIA A TI, SEÑOR POR TU BONDAD.</a:t>
            </a: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GLORIA, GLORIA, SIEMPRE CANTARÉ TU FIDELIDAD.</a:t>
            </a: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GLORIA A TI, SEÑOR POR TU BONDAD.</a:t>
            </a: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GLORIA, GLORIA, (TÚ ME HACES SENTIR TU GRAN BONDAD. YO CANTARÉ)</a:t>
            </a: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SIEMPRE CANTARÉ TU FIDELIDAD.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(POR SIEMPRE TU FIDELIDAD)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Siempre a tu lado estaré alabando tu bondad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A mis hermanos diré el gran gozo que hallo en ti.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En ti podrán siempre encontrar fidelidad, confianza y amistad.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Nunca fallará tu gran amor, ni tu perdón. Me quieres tal como soy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ma_somos_u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76220"/>
            <a:ext cx="1281869" cy="685800"/>
          </a:xfrm>
          <a:prstGeom prst="rect">
            <a:avLst/>
          </a:prstGeom>
        </p:spPr>
      </p:pic>
      <p:pic>
        <p:nvPicPr>
          <p:cNvPr id="4" name="Picture 3" descr="fano_20140405_limpia_mis_oídos_para_poder_escuchar_tu_palabra_domingo_6_s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005840"/>
            <a:ext cx="3156559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548640"/>
            <a:ext cx="8046720" cy="640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858000"/>
            <a:ext cx="804672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49808"/>
            <a:ext cx="7498080" cy="5998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b="1" sz="2600">
                <a:solidFill>
                  <a:srgbClr val="7C3AED"/>
                </a:solidFill>
              </a:rPr>
              <a:t>PRIMERA LECTURA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r>
              <a:rPr b="1" sz="1500">
                <a:solidFill>
                  <a:srgbClr val="D4A76A"/>
                </a:solidFill>
              </a:rPr>
              <a:t>5,1-7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Voy a cantar en nombre de mi amigo un canto de amor a su viña. Mi amigo tenía una viña en fértil collado. La entrecavó, la descantó, y plantó buenas cepas; construyó en medio una atalaya y cavó un lagar. Y esperó que diese uvas, pero dio agrazones. Pues ahora, habitantes de Jerusalén, hombres de Judá, por favor, sed jueces entre mí y mi viña. ¿Qué más cabía hacer por mi viña que yo no lo haya hecho? ¿Por qué, esperando que diera uvas, dio agrazones? Pues ahora os diré a vosotros lo que voy a hacer con mi viña: quitar su valla para que sirva de pasto, derruir su tapia para que la pisoteen. La dejaré arrasada: no la podarán ni la escardarán, crecerán zarzas y cardos; prohibiré a las nubes que lluevan sobre ella. La viña del Señor de los ejércitos es la casa de Israel; son los hombres de Judá su plantel preferido. Esperó de ellos derecho, y ahí tenéis: asesinatos; esperó justicia, y ahí tenéis: lamentos.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ma_somos_u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76220"/>
            <a:ext cx="1281869" cy="685800"/>
          </a:xfrm>
          <a:prstGeom prst="rect">
            <a:avLst/>
          </a:prstGeom>
        </p:spPr>
      </p:pic>
      <p:pic>
        <p:nvPicPr>
          <p:cNvPr id="4" name="Picture 3" descr="fano_20140360_recibimos_para_hacer_crec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005840"/>
            <a:ext cx="4281472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548640"/>
            <a:ext cx="8046720" cy="640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858000"/>
            <a:ext cx="804672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49808"/>
            <a:ext cx="7498080" cy="5998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b="1" sz="2600">
                <a:solidFill>
                  <a:srgbClr val="7C3AED"/>
                </a:solidFill>
              </a:rPr>
              <a:t>SALMO RESPONSORIAL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r>
              <a:rPr b="1" sz="1500">
                <a:solidFill>
                  <a:srgbClr val="D4A76A"/>
                </a:solidFill>
              </a:rPr>
              <a:t>Sal 79,9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Antífona: La viña del Señor es la casa de Israel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Sacaste una vid de Egipto, expulsaste a los gentiles, y la trasplantaste.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Extendió sus sarmientos hasta el mar, y sus brotes hasta el Gran Río.; ¿Por qué has derribado su cerca; para que la saqueen los viandantes, la pisoteen los jabalíes; y se la coman las alimañas?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Dios de los ejércitos, vuélvete: mira desde el cielo, fíjate, ven a visitar tu viña, la cepa que tu diestra plantó; y que tú hiciste vigorosa.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No nos alejaremos de ti: danos vida, para que invoquemos tu nombre.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Señor, Dios de los ejércitos, restáuranos, que brille tu rostro y nos salve.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ma_somos_u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76220"/>
            <a:ext cx="1281869" cy="685800"/>
          </a:xfrm>
          <a:prstGeom prst="rect">
            <a:avLst/>
          </a:prstGeom>
        </p:spPr>
      </p:pic>
      <p:pic>
        <p:nvPicPr>
          <p:cNvPr id="4" name="Picture 3" descr="fano_20140941_aprende_a_elegir_el_pan_de_la_palabr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005840"/>
            <a:ext cx="3830072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548640"/>
            <a:ext cx="8046720" cy="640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858000"/>
            <a:ext cx="804672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49808"/>
            <a:ext cx="7498080" cy="5998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b="1" sz="2600">
                <a:solidFill>
                  <a:srgbClr val="7C3AED"/>
                </a:solidFill>
              </a:rPr>
              <a:t>SEGUNDA LECTURA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r>
              <a:rPr b="1" sz="1500">
                <a:solidFill>
                  <a:srgbClr val="D4A76A"/>
                </a:solidFill>
              </a:rPr>
              <a:t>4,6-9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Nada os preocupe; sino que, en toda ocasión, en la oración y súplica con acción de gracias, vuestras peticiones sean presentadas a Dios. Y la paz de Dios, que sobrepasa todo juicio, custodiará vuestros corazones y vuestros pensamientos en Cristo Jesús. Finalmente, hermanos, todo lo que es verdadero, noble, justo, puro, amable, laudable, todo lo que es virtud o mérito, tenedlo en cuenta. Y lo que aprendisteis, recibisteis, oísteis, visteis en mí, ponedlo por obra. Y el Dios de la paz estará con vosotros.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ma_somos_u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76220"/>
            <a:ext cx="1281869" cy="685800"/>
          </a:xfrm>
          <a:prstGeom prst="rect">
            <a:avLst/>
          </a:prstGeom>
        </p:spPr>
      </p:pic>
      <p:pic>
        <p:nvPicPr>
          <p:cNvPr id="4" name="Picture 3" descr="fano_20140573_viviré_para_alabar_hacer_reverencia_y_servir_a_jesús_mi_re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005840"/>
            <a:ext cx="2880360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548640"/>
            <a:ext cx="8046720" cy="640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858000"/>
            <a:ext cx="804672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49808"/>
            <a:ext cx="7498080" cy="5998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b="1" sz="1500">
                <a:solidFill>
                  <a:srgbClr val="7C3AED"/>
                </a:solidFill>
              </a:rPr>
              <a:t>ALELUYA</a:t>
            </a:r>
          </a:p>
          <a:p>
            <a:r>
              <a:rPr b="1" sz="2600">
                <a:solidFill>
                  <a:srgbClr val="7C3AED"/>
                </a:solidFill>
              </a:rPr>
              <a:t>ALELUYA DE LA TIERRA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¿Quién quiere resucitar a este mundo que se muere?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¿Quién cantará el aleluya de esa nueva luz que viene?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¿Quién cuando mire la tierra y las tragedias observe, sentirá en su corazón el dolor de quien se muere?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¿Quién es capaz de salvar a este mundo decadente, y mantiene la esperanza de los muchos que la pierden?</a:t>
            </a: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EL QUE SUFRE, MATA Y MUERE, DESESPERA Y ENLOQUECE,</a:t>
            </a: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Y OTROS SON ESPECTADORES, NO LO SIENTEN.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¿Quién bajará de la cruz a tanto cristo sufriente, mientras los hombres miramos, impasivos e indolentes?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¿Quién grita desde el silencio de un ser que a su Dios retiene, porque se hace palabra que sin hablar se la entiende?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¿Quién se torna en aleluya porque traduce la muerte, como el trigo que se pudre y de uno cientos vienen?</a:t>
            </a: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¡ALELUYA! CANTARÁ, QUIEN PERDIÓ LA ESPERANZA,</a:t>
            </a: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Y LA TIERRA SONREIRÁ. ¡ALELUYA!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ma_somos_u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76220"/>
            <a:ext cx="1281869" cy="685800"/>
          </a:xfrm>
          <a:prstGeom prst="rect">
            <a:avLst/>
          </a:prstGeom>
        </p:spPr>
      </p:pic>
      <p:pic>
        <p:nvPicPr>
          <p:cNvPr id="4" name="Picture 3" descr="fano_20140639_sin_titul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005840"/>
            <a:ext cx="4000500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548640"/>
            <a:ext cx="8046720" cy="640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858000"/>
            <a:ext cx="804672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49808"/>
            <a:ext cx="7498080" cy="5998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b="1" sz="2600">
                <a:solidFill>
                  <a:srgbClr val="7C3AED"/>
                </a:solidFill>
              </a:rPr>
              <a:t>EVANGELIO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r>
              <a:rPr b="1" sz="1500">
                <a:solidFill>
                  <a:srgbClr val="D4A76A"/>
                </a:solidFill>
              </a:rPr>
              <a:t>21,33-43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En aquel tiempo, dijo Jesús a los sumos sacerdotes y a los ancianos del pueblo: «Escuchad otra parábola: Había un propietario que plantó una viña, la rodeó con una cerca, cavó en ella un lagar, construyó la casa del guarda, la arrendó a unos labradores y se marchó de viaje. Llegado el tiempo de la vendimia, envió sus criados a los labradores, para percibir los frutos que le correspondían. Pero los labradores, agarrando a los criados, apalearon a uno, mataron a otro, y a otro lo apedrearon. Envió de nuevo otros criados, más que la primera vez, e hicieron con ellos lo mismo. Por último les mandó a su hijo, diciéndose: «Tendrán respeto a mi hijo.» Pero los labradores, al ver al hijo, se dijeron: «Éste es el heredero, venid, lo matamos y nos quedamos con su herencia.» Y, agarrándolo, lo empujaron fuera de la viña y lo mataron. Y ahora, cuando vuelva el dueño de la viña, ¿qué hará con aquellos labradores?»Le contestaron: «Hará morir de mala muerte a esos malvados y arrendará la viña a otros labradores, que le entreguen los frutos a sus tiempos.»Y Jesús les dice: «¿No habéis leído nunca en la Escritura: «La piedra que desecharon los arquitectos es ahora la piedra angular. Es el Señor quien lo ha hecho, ha sido un milagro patente?» Por eso os digo que se os quitará a vosotros el reino de Dios y se dará a un pueblo que produzca sus frutos.»; Palabra del Señor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ma_somos_u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76220"/>
            <a:ext cx="1281869" cy="685800"/>
          </a:xfrm>
          <a:prstGeom prst="rect">
            <a:avLst/>
          </a:prstGeom>
        </p:spPr>
      </p:pic>
      <p:pic>
        <p:nvPicPr>
          <p:cNvPr id="4" name="Picture 3" descr="fano_20140794_una_semillita_de_fe_es_un_sueño_de_amor_para_mí_siémbral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005840"/>
            <a:ext cx="2984553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548640"/>
            <a:ext cx="8046720" cy="640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858000"/>
            <a:ext cx="804672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49808"/>
            <a:ext cx="7498080" cy="5998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b="1" sz="2600">
                <a:solidFill>
                  <a:srgbClr val="7C3AED"/>
                </a:solidFill>
              </a:rPr>
              <a:t>CREDO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Creo en Dios, Padre todopoderoso, creador del cielo y de la tierra.</a:t>
            </a: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Creo en Jesucristo, su único Hijo, nuestro Señor, que fue concebido por obra y gracia del Espíritu Santo; nació de Santa María Virgen; padeció bajo el poder de Poncio Pilato; fue crucificado, muerto y sepultado; descendió a los infiernos; al tercer día resucitó de entre los muertos; subió a los cielos y está sentado a la derecha de Dios Padre todopoderoso.</a:t>
            </a: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Desde allí ha de venir a juzgar a vivos y muertos.</a:t>
            </a: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Creo en el Espíritu Santo, la santa Iglesia católica, la comunión de los santos, el perdón de los pecados, la resurrección de la carne y la vida eterna. Amén.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ma_somos_u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76220"/>
            <a:ext cx="1281869" cy="685800"/>
          </a:xfrm>
          <a:prstGeom prst="rect">
            <a:avLst/>
          </a:prstGeom>
        </p:spPr>
      </p:pic>
      <p:pic>
        <p:nvPicPr>
          <p:cNvPr id="4" name="Picture 3" descr="fano_20140880_dadles_vosotros_de_com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005840"/>
            <a:ext cx="3213791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548640"/>
            <a:ext cx="8046720" cy="640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858000"/>
            <a:ext cx="804672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49808"/>
            <a:ext cx="7498080" cy="5998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b="1" sz="1500">
                <a:solidFill>
                  <a:srgbClr val="7C3AED"/>
                </a:solidFill>
              </a:rPr>
              <a:t>OFERTORIO</a:t>
            </a:r>
          </a:p>
          <a:p>
            <a:r>
              <a:rPr b="1" sz="2600">
                <a:solidFill>
                  <a:srgbClr val="7C3AED"/>
                </a:solidFill>
              </a:rPr>
              <a:t>QUE TE PUEDO DAR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¿Qué te puedo dar que no me hayas dado Tú?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¿Qué te puedo decir que no me hayas dicho Tú?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¿Qué puedo hacer por ti, si yo no puedo hacer nada?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Si yo no puedo hacer nada si no es por ti, mi Dios.</a:t>
            </a: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TODO LO QUE SE, TODO LO QUE SOY,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TODO LO QUE TENGO ES TUYO (bis)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ma_somos_u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76220"/>
            <a:ext cx="1281869" cy="685800"/>
          </a:xfrm>
          <a:prstGeom prst="rect">
            <a:avLst/>
          </a:prstGeom>
        </p:spPr>
      </p:pic>
      <p:pic>
        <p:nvPicPr>
          <p:cNvPr id="4" name="Picture 3" descr="fano_20140896_ii_domingo_de_adviento_dile_sí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005840"/>
            <a:ext cx="4334278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548640"/>
            <a:ext cx="8046720" cy="640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858000"/>
            <a:ext cx="804672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49808"/>
            <a:ext cx="7498080" cy="5998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b="1" sz="1500">
                <a:solidFill>
                  <a:srgbClr val="7C3AED"/>
                </a:solidFill>
              </a:rPr>
              <a:t>SANTO</a:t>
            </a:r>
          </a:p>
          <a:p>
            <a:r>
              <a:rPr b="1" sz="2600">
                <a:solidFill>
                  <a:srgbClr val="7C3AED"/>
                </a:solidFill>
              </a:rPr>
              <a:t>SANTO JESUITA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SANTO, SANTO, SANTO-O-O,</a:t>
            </a:r>
            <a:r>
              <a:rPr b="0" sz="1900">
                <a:solidFill>
                  <a:srgbClr val="37352F"/>
                </a:solidFill>
              </a:rPr>
              <a:t> </a:t>
            </a:r>
            <a:r>
              <a:rPr b="1" sz="1900">
                <a:solidFill>
                  <a:srgbClr val="37352F"/>
                </a:solidFill>
              </a:rPr>
              <a:t>SANTO ES EL SEÑOR,</a:t>
            </a:r>
            <a:r>
              <a:rPr b="0" sz="1900">
                <a:solidFill>
                  <a:srgbClr val="37352F"/>
                </a:solidFill>
              </a:rPr>
              <a:t> </a:t>
            </a:r>
            <a:r>
              <a:rPr b="1" sz="1900">
                <a:solidFill>
                  <a:srgbClr val="37352F"/>
                </a:solidFill>
              </a:rPr>
              <a:t>DIOS DEL UNIVERSO-O,</a:t>
            </a:r>
            <a:r>
              <a:rPr b="0" sz="1900">
                <a:solidFill>
                  <a:srgbClr val="37352F"/>
                </a:solidFill>
              </a:rPr>
              <a:t> </a:t>
            </a:r>
            <a:r>
              <a:rPr b="1" sz="1900">
                <a:solidFill>
                  <a:srgbClr val="37352F"/>
                </a:solidFill>
              </a:rPr>
              <a:t>DIOS DEL UNIVERSO-O (bis) 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Llenos están el cielo y la tierra de tu gloria.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Hosanna en el cielo-o, hosanna en el cielo-o.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Bendito el que viene en nombre del Señor.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Hosanna en el cielo-o, hosanna en el cielo-o.</a:t>
            </a: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SANTO, SANTO,SANTO-O-O..</a:t>
            </a: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SANTO, SANTO, SANTO-O-O,</a:t>
            </a: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SANTO ES EL SEÑOR.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ma_somos_u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76220"/>
            <a:ext cx="1281869" cy="685800"/>
          </a:xfrm>
          <a:prstGeom prst="rect">
            <a:avLst/>
          </a:prstGeom>
        </p:spPr>
      </p:pic>
      <p:pic>
        <p:nvPicPr>
          <p:cNvPr id="4" name="Picture 3" descr="fano_20140634_pide_con_insistencia_a_papá_somos_sus_niños_mimado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005840"/>
            <a:ext cx="3017353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548640"/>
            <a:ext cx="8046720" cy="640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858000"/>
            <a:ext cx="804672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49808"/>
            <a:ext cx="7498080" cy="5998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b="1" sz="1500">
                <a:solidFill>
                  <a:srgbClr val="7C3AED"/>
                </a:solidFill>
              </a:rPr>
              <a:t>PADRE NUESTRO</a:t>
            </a:r>
          </a:p>
          <a:p>
            <a:r>
              <a:rPr b="1" sz="2600">
                <a:solidFill>
                  <a:srgbClr val="7C3AED"/>
                </a:solidFill>
              </a:rPr>
              <a:t>PADRE NUESTRO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Rellenar a mano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ma_somos_u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76220"/>
            <a:ext cx="1281869" cy="685800"/>
          </a:xfrm>
          <a:prstGeom prst="rect">
            <a:avLst/>
          </a:prstGeom>
        </p:spPr>
      </p:pic>
      <p:pic>
        <p:nvPicPr>
          <p:cNvPr id="4" name="Picture 3" descr="fano_20140408_arranca_lo_que_te_impida_dar_frutos_de_amor_domingo_27_de_s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005840"/>
            <a:ext cx="2636485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548640"/>
            <a:ext cx="8046720" cy="640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858000"/>
            <a:ext cx="804672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49808"/>
            <a:ext cx="7498080" cy="5998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b="1" sz="1500">
                <a:solidFill>
                  <a:srgbClr val="7C3AED"/>
                </a:solidFill>
              </a:rPr>
              <a:t>RITO DE LA PAZ</a:t>
            </a:r>
          </a:p>
          <a:p>
            <a:r>
              <a:rPr b="1" sz="2600">
                <a:solidFill>
                  <a:srgbClr val="7C3AED"/>
                </a:solidFill>
              </a:rPr>
              <a:t>PAZ, SEÑOR (PALOMAS)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Paz Señor en el cielo y la tierra, paz Señor en las olas del mar, paz Señor en las hojas que mueve sin saberlo, la brisa al pasar.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Tú que haces las cosas tan bellas, y les das una vida fugaz, pon, Señor, tu mirada sobre ellas y devuelve a los hombre la paz.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Hoy he visto Señor en el cielo suspendidas un rayo de luz dos palomas que alzaban el vuelo con sus alas en forma de cruz.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Haz que vuelvan de nuevo a la tierra las palomas que huyeron Señor, y la llama que enciende la guerra se consuma en paz y amor.</a:t>
            </a: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PAZ, PAZ, PAZ SEÑOR.</a:t>
            </a: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PAZ, PAZ, PAZ Y AMOR.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ma_somos_u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76220"/>
            <a:ext cx="1281869" cy="685800"/>
          </a:xfrm>
          <a:prstGeom prst="rect">
            <a:avLst/>
          </a:prstGeom>
        </p:spPr>
      </p:pic>
      <p:pic>
        <p:nvPicPr>
          <p:cNvPr id="4" name="Picture 3" descr="fano_20140959_el_que_come_este_pan_vivirá_para_siemp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005840"/>
            <a:ext cx="2991028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548640"/>
            <a:ext cx="8046720" cy="640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858000"/>
            <a:ext cx="804672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49808"/>
            <a:ext cx="7498080" cy="5998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b="1" sz="1500">
                <a:solidFill>
                  <a:srgbClr val="7C3AED"/>
                </a:solidFill>
              </a:rPr>
              <a:t>COMUNIÓN</a:t>
            </a:r>
          </a:p>
          <a:p>
            <a:r>
              <a:rPr b="1" sz="2600">
                <a:solidFill>
                  <a:srgbClr val="7C3AED"/>
                </a:solidFill>
              </a:rPr>
              <a:t>LUCHARÉ POR TI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Cuando ves que todo va mal, cuando crees que no saldrás, siempre está ahí junto a ti,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Re Do Re Lam… llámale, te contestará.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Es Jesús, es la Verdad.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Es amor, es libertad. (bis)</a:t>
            </a: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LUCHARÉ POR TI,</a:t>
            </a: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NO DESCANSARÉ.</a:t>
            </a: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TE ANUNCIARÉ ALLÍ</a:t>
            </a: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DONDE ES MÁS DIFÍCIL VER.</a:t>
            </a: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NO CALLARÉ, SEÑOR,</a:t>
            </a: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TÚ LO SABES BIEN,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Re Sol …</a:t>
            </a: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TÚ LO SABES BIEN.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Sed de Dios, pura necesidad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De saber quién eres Tú.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Envía tu luz que nos haga ver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A Cristo Dios, nuestro Salvador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Es Jesús, es la Verdad.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Es amor, es libertad. (bis)</a:t>
            </a: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LUCHARÉ POR TI…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ma_somos_u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76220"/>
            <a:ext cx="1281869" cy="685800"/>
          </a:xfrm>
          <a:prstGeom prst="rect">
            <a:avLst/>
          </a:prstGeom>
        </p:spPr>
      </p:pic>
      <p:pic>
        <p:nvPicPr>
          <p:cNvPr id="4" name="Picture 3" descr="fano_20140474_solemnidad_de_santa_maria_madre_de_dios_1_de_enero_de_2017_j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005840"/>
            <a:ext cx="3621386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548640"/>
            <a:ext cx="8046720" cy="640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858000"/>
            <a:ext cx="804672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49808"/>
            <a:ext cx="7498080" cy="5998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b="1" sz="1500">
                <a:solidFill>
                  <a:srgbClr val="7C3AED"/>
                </a:solidFill>
              </a:rPr>
              <a:t>CANTO A MARÍA</a:t>
            </a:r>
          </a:p>
          <a:p>
            <a:r>
              <a:rPr b="1" sz="2600">
                <a:solidFill>
                  <a:srgbClr val="7C3AED"/>
                </a:solidFill>
              </a:rPr>
              <a:t>MARÍA, MÚSICA DE DIOS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MARÍA, MÚSICA DE DIOS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Me quedé sin voz con qué cantar y mi alma vacía dormía en sequedad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Y pensé para mí: me pondré en sus manos manos de Madre, me dejaré en su amor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Y tú, María, házme música de Dios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Y tú, María, anima tú las cuerdas de mi alma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Aleluya, Amén Y tú, María, házme música de Dios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Y tú, María, anima tú las cuerdas de mi alma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Aleluya, Amén María, acompaña tú mi caminar yo sola no puedo, ayúdame a andar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Y pensé para mí: me pondré en sus manos manos de Madre, me dejaré en su amor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Y tú, María, házme música de Dios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Y tú, María, anima tú las cuerdas de mi alma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Aleluya, Amén Y tú, María, házme música de Dios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Y tú, María, anima tú las cuerdas de mi alma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Aleluya, Amén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ma_somos_u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76220"/>
            <a:ext cx="1281869" cy="685800"/>
          </a:xfrm>
          <a:prstGeom prst="rect">
            <a:avLst/>
          </a:prstGeom>
        </p:spPr>
      </p:pic>
      <p:pic>
        <p:nvPicPr>
          <p:cNvPr id="4" name="Picture 3" descr="fano_20140414_la_ternura_de_los_humildes_salva_al_mundo_domingo_8_de_novi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005840"/>
            <a:ext cx="2168591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548640"/>
            <a:ext cx="8046720" cy="640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858000"/>
            <a:ext cx="804672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49808"/>
            <a:ext cx="7498080" cy="5998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b="1" sz="1500">
                <a:solidFill>
                  <a:srgbClr val="7C3AED"/>
                </a:solidFill>
              </a:rPr>
              <a:t>DESPEDIDA</a:t>
            </a:r>
          </a:p>
          <a:p>
            <a:r>
              <a:rPr b="1" sz="2600">
                <a:solidFill>
                  <a:srgbClr val="7C3AED"/>
                </a:solidFill>
              </a:rPr>
              <a:t>COMO CORRE UN RÍO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Como corre un río dentro de mi ser (x2)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así yo confío en Cristo, mi Rey (x2)</a:t>
            </a: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COMO UN RÍO DE AGUA VIVA,</a:t>
            </a: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QUE SALTA P’ARRIBA, QUE LLEVO DENTRO</a:t>
            </a: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QUE AFIRMA Y CONFIRMA EN ESTE MOMENTO</a:t>
            </a: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EL ESPÍRITU SANTO ESTÁ VINIENDO (X2)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Jesús está pasando por ahí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Jesús está pasando por ahí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Y cuando pasa todo lo transforma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Se va la tristeza, viene la alegría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Y cuando pasa todo lo transforma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Viene la alegría para ti y para mí</a:t>
            </a: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COMO UN RÍO DE AGUA VIVA… (X2)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3A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ma_somos_u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76220"/>
            <a:ext cx="1281869" cy="685800"/>
          </a:xfrm>
          <a:prstGeom prst="rect">
            <a:avLst/>
          </a:prstGeom>
        </p:spPr>
      </p:pic>
      <p:pic>
        <p:nvPicPr>
          <p:cNvPr id="4" name="Picture 3" descr="2014095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457200"/>
            <a:ext cx="3140110" cy="2377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97280" y="3840480"/>
            <a:ext cx="996696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6858000"/>
            <a:ext cx="996696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041648"/>
            <a:ext cx="9418320" cy="2706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b="1" sz="3400">
                <a:solidFill>
                  <a:srgbClr val="7C3AED"/>
                </a:solidFill>
              </a:rPr>
              <a:t>¡ID EN PAZ!</a:t>
            </a: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Somos uno · 4 de octubre de 2026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La paz del Señor esté siempre con vosotros.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«¿No habéis leído nunca en la Escritura: «La piedra que desecharon los arquitectos es ahora la piedra angular. Es el Señor quien lo ha hecho, ha sido un milagro patente?»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