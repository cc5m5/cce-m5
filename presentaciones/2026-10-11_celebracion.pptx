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3200" cy="91449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4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5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3A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5_domingo_vin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457200"/>
            <a:ext cx="2170603" cy="2377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1097280" y="3840480"/>
            <a:ext cx="996696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6858000"/>
            <a:ext cx="996696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4041648"/>
            <a:ext cx="9418320" cy="27066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3400">
                <a:solidFill>
                  <a:srgbClr val="7C3AED"/>
                </a:solidFill>
              </a:rPr>
              <a:t>l XXVIII Domingo del Tiempo Ordinario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11 de octubre de 2026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757_tu_palabra_no_pasará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103418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AL CALOR DE LA PALABRA (1/2)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Cerca del hogar que calienta mi alma_x000D_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quiero yo saber lo que en comunidad_x000D_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Tú quieres de mi._x000D_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Sintiendo el calor que me da tu Palabra_x000D_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quiero responder a lo que me pides_x000D_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sin que a nada yo pueda temer._x000D_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A NADA, A NADA NUNCA HE DE TEMER,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YENDO JUNTO A TI CON TUS OJOS DE FE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NUNCA HE DE TEMER (BIS)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Sólo he de beber de tu fuente de agua,_x000D_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sé que sólo ella será la que sacie_x000D_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mi hambre y mi sed._x000D_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Tú eres el Señor que alimenta mi alma_x000D_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si hago mi opción por seguirte a Ti_x000D_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nunca jamás yo temeré._x000D_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ESTRIBILLO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757_tu_palabra_no_pasará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103418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AL CALOR DE LA PALABRA (2/2)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Llegan hasta mí momentos de calma_x000D_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que me hacen dudar de si mi camino_x000D_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se orienta hacia Ti._x000D_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Comienza a faltar la paz en mi alma_x000D_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sin esperarlo apareces Tú_x000D_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haciéndome ver que ha nada he de temer._x000D_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A NADA, A NADA NUNCA HE DE TEMER,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YENDO JUNTO A TI CON TUS OJOS DE FE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NUNCA HE DE TEMER (BIS)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LITURGIA DE LA PALABRA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Escuchemos la Palabra de Dios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ACTO PENITENCIAL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Yo confieso ante Dios todopoderoso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y ante vosotros, hermanos,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que he pecado mucho de pensamiento, palabra, obra y omisión: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por mi culpa, por mi culpa, por mi gran culpa.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Por eso ruego a Santa María, siempre Virgen,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a los ángeles, a los santos y a vosotros, hermanos,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que intercedáis por mí ante Dios, nuestro Señor.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353_lo_imprescindible_es_abrazarse_a_crist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69454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 XXVIII Domingo del Tiempo Ordinario · Mt 22,1-14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915_el_dialogo_del_padre_y_el_hijo_hace_brotar_el_espíritu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232440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¡GLORIA A DIOS! (1/2)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Te damos gracias, Señor, por la tierra y el sol_x000D_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por la luna y las estrellas; bendecimos tu nombre_x000D_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alzando las manos, cantando para Ti, Señor._x000D_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Te damos gracias, Jesús, por el fuego y la luz,_x000D_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por la noche y por el día; bendecimos tu nombre_x000D_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alzando las manos, cantando para Ti, Señor._x000D_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¡GLORIA A DIOS! (A él sea el poder),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¡GLORIA A DIOS! (A él sea el honor).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¡GLORIA A DIOS POR SIEMPRE,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GLORIA A TODO EL CIELO!,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¡GLORIA PARA NUESTRO DIOS! (Bis)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915_el_dialogo_del_padre_y_el_hijo_hace_brotar_el_espíritu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232440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¡GLORIA A DIOS! (2/2)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Te damos gracias, Señor, por los campos en flor,_x000D_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por la nieve de los montes; bendecimos tu nombre_x000D_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alzando las manos, cantando para Ti, Señor._x000D_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Te damos gracias, Jesús, por las olas del mar,_x000D_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por el canto de las aves; bendecimos tu nombre_x000D_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alzando las manos, cantando para Ti, Señor._x000D_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¡GLORIA A DIOS! (A él sea el poder),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¡GLORIA A DIOS! (A él sea el honor).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¡GLORIA A DIOS POR SIEMPRE,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GLORIA A TODO EL CIELO!,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¡GLORIA PARA NUESTRO DIOS! (Bis)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5_domingo_vin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2337572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PRIMERA LECTURA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b="1" sz="1500">
                <a:solidFill>
                  <a:srgbClr val="D4A76A"/>
                </a:solidFill>
              </a:rPr>
              <a:t>Is 25,6-10a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Aquel día, el Señor de los ejércitos preparará para todos los pueblos, en este monte, un festín de manjares suculentos, un festín de vinos de solera; manjares enjundiosos, vinos generosos. Y arrancará en este monte el velo que cubre a todos los pueblos, el paño que tapa a todas las naciones. Aniquilará la muerte para siempre. El Señor Dios enjugará las lágrimas de todos los rostros, y el oprobio de su pueblo lo alejará de todo el país. Lo ha dicho el Señor. Aquel día se dirá: «Aquí está nuestro Dios, de quien esperábamos que nos salvara; celebremos y gocemos con su salvación. La mano del Señor se posará sobre este monte.»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6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603329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SALMO RESPONSORIAL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b="1" sz="1500">
                <a:solidFill>
                  <a:srgbClr val="D4A76A"/>
                </a:solidFill>
              </a:rPr>
              <a:t>Sal 22, 1 — Habitaré en la casa del Señor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El Señor es mi pastor, nada me falta: en verdes praderas me hace recostar; me conduce hacia fuentes tranquilas; y repara mis fuerzas.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Me guía por el sendero justo, por el honor de su nombre.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Aunque camine por cañadas oscuras, nada temo, porque tú vas conmigo: tu vara y tu cayado me sosiegan.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Preparas una mesa ante mí, enfrente de mis enemigos; me unges la cabeza con perfume, y mi copa rebosa.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Tu bondad y tu misericordia me acompañan; todos los días de mi vida, y habitaré en la casa del Señor; por años sin término.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SEGUNDA LECTURA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b="1" sz="1500">
                <a:solidFill>
                  <a:srgbClr val="D4A76A"/>
                </a:solidFill>
              </a:rPr>
              <a:t>Flp 4,12-14.19-20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Sé vivir en pobreza y abundancia. Estoy entrenado para todo y en todo: la hartura y el hambre, la abundancia y la privación. Todo lo puedo en aquel que me conforta. En todo caso, hicisteis bien en compartir mi tribulación. En pago, mi Dios proveerá a todas vuestras necesidades con magnificencia, conforme a su espléndida riqueza en Cristo Jesús. A Dios, nuestro Padre, la gloria por los siglos de los siglos. Amén.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914_jesús_nos_conduce_y_lo_ilumina_tod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410512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ALELUYA DE LA TIERRA (1/2)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¿Quién quiere resucitar a este mundo que se muere?_x000D_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¿Quién cantará el aleluya de esa nueva luz que viene?_x000D_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¿Quién cuando mire la tierra y las tragedias observe,_x000D_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sentirá en su corazón el dolor de quien se muere?_x000D_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¿Quién es capaz de salvar a este mundo decadente,_x000D_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mantiene la esperanza de los muchos que la pierden?_x000D_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EL QUE SUFRE, MATA Y MUERE, DESESPERA Y ENLOQUECE,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Y OTROS SON ESPECTADORES, NO LO SIENTEN.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914_jesús_nos_conduce_y_lo_ilumina_tod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410512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ALELUYA DE LA TIERRA (2/2)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¿Quién bajará de la cruz a tanto cristo sufriente,_x000D_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mientras los hombres miramos, impasivos e indolentes?_x000D_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¿Quién grita desde el silencio de un ser que a su Dios retiene,_x000D_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porque se hace palabra que sin hablar se la entiende?_x000D_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¿Quién se torna en aleluya porque traduce la muerte,_x000D_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como el trigo que se pudre y de uno cientos vienen?_x000D_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**¡ALELUYA! CANTARÁ, QUIEN PERDIÓ LA ESPERANZA,_x000D_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LA TIERRA SONREIRÁ. ¡ALELUYA!**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5_domingo_vin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2337572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EVANGELIO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b="1" sz="1500">
                <a:solidFill>
                  <a:srgbClr val="D4A76A"/>
                </a:solidFill>
              </a:rPr>
              <a:t>Mt 22,1-14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En aquel tiempo, de nuevo tomó Jesús la palabra y habló en parábolas a los sumos sacerdotes y a los ancianos del pueblo: «El reino de los cielos se parece a un rey que celebraba la boda de su hijo. Mandó criados para que avisaran a los convidados a la boda, pero no quisieron ir. Volvió a mandar criados, encargándoles que les dijeran: «Tengo preparado el banquete, he matado terneros y reses cebadas, y todo está a punto. Venid a la boda.» Los convidados no hicieron caso; uno se marchó a sus tierras, otro a sus negocios; los demás les echaron mano a los criados y los maltrataron hasta matarlos. El rey montó en cólera, envió sus tropas, que acabaron con aquellos asesinos y prendieron fuego a la ciudad. Luego dijo a sus criados: «La boda está preparada, pero los convidados no se la merecían. Id ahora a los cruces de los caminos, y a todos los que encontréis, convidadlos a la boda.» Los criados salieron a los caminos y reunieron a todos los que encontraron, malos y buenos. La sala del banquete se llenó de comensales. Cuando el rey entró a saludar a los comensales, reparó en uno que no llevaba traje de fiesta y le dijo: «Amigo, ¿cómo has entrado aquí sin vestirte de fiesta?» El otro no abrió la boca. Entonces el rey dijo a los camareros: «Atadlo de pies y manos y arrojadlo fuera, a las tinieblas. Allí será el llanto y el rechinar de dientes.» Porque muchos son los llamados y pocos los escogidos.»; Palabra del Señor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LITURGIA EUCARÍSTICA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Preparémonos para la mesa del Señor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5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901302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CREDO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Creo en Dios, Padre todopoderoso,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creador del cielo y de la tierra._x000D_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Creo en Jesucristo, su único Hijo, nuestro Señor,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que fue concebido por obra y gracia del Espíritu Santo;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nació de Santa María Virgen; padeció bajo el poder de Poncio Pilato;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fue crucificado, muerto y sepultado; descendió a los infiernos;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al tercer día resucitó de entre los muertos;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subió a los cielos y está sentado a la derecha de Dios Padre todopoderoso._x000D_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Desde allí ha de venir a juzgar a vivos y muertos._x000D_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Creo en el Espíritu Santo, la santa Iglesia católica,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la comunión de los santos, el perdón de los pecados,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la resurrección de la carne y la vida eterna. Amén.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353_lo_imprescindible_es_abrazarse_a_crist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69454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 XXVIII Domingo del Tiempo Ordinario · Mt 22,1-14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952_reconócelo_al_partir_el_pa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2546237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TOMA MI VIDA (1/2)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Esto que te doy es vino y pan señor._x000D_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Esto que te doy es mi trabajo._x000D_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 mi corazón, es mi alma,_x000D_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 mi cuerpo y mi razón,_x000D_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el esfuerzo de mi caminar..._x000D_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Esto que te doy mi vida es señor._x000D_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 mi amor también es mi dolor._x000D_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 la ilusión de mis sueños,_x000D_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 mi gozo y mi llorar,_x000D_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 mi canto y mi oración._x000D_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TOMA MI VIDA, PONLA EN TU CORAZÓN.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DAME TU MANO Y LLÉVAME.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CAMBIA MI PAN EN TU CARNE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Y MI VINO EN TU SANGRE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Y A MI SEÑOR RENUÉVAME,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LÍMPIAME Y SÁLVAME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952_reconócelo_al_partir_el_pa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2546237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TOMA MI VIDA (2/2)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Esto te lo doy, no solo, mi Señor,_x000D_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esta voz también es mi hermano._x000D_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 la unión, la paz y el orden,_x000D_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la armonía y felicidad,_x000D_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 un canto en comunidad._x000D_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TOMA MI VIDA, PONLA EN TU CORAZÓN.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DAME TU MANO Y LLÉVAME.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CAMBIA MI PAN EN TU CARNE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Y MI VINO EN TU SANGRE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Y A MI SEÑOR RENUÉVAME,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LÍMPIAME Y SÁLVAME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353_lo_imprescindible_es_abrazarse_a_crist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69454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 XXVIII Domingo del Tiempo Ordinario · Mt 22,1-14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758_mi_reino_no_es_de_este_mund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507288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SEÑOR SANTO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Señor santo, Dios del universo, Tú._x000D_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Llenos están cielo y tierra de  tu gloria._x000D_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Bendito aquél que viene_x000D_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en nombre del señor._x000D_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Hosanna en el cielo. (bis)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353_lo_imprescindible_es_abrazarse_a_crist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69454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 XXVIII Domingo del Tiempo Ordinario · Mt 22,1-14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352_un_amor_más_que_just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391152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PADRE NUESTRO (Gallego) (1/2)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En el mar he oído hoy_x000D_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Señor tu voz que me llamó_x000D_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me pidió que me entregara_x000D_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 mis hermanos._x000D_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Esa voz me transformó,_x000D_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mi vida entera ya cambió,_x000D_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sólo pienso ahora Señor_x000D_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en repetirte:_x000D_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PADRE NUESTRO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EN TI CREEMOS,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PADRE NUESTRO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TE OFRECEMOS,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PADRE NUESTRO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NUESTRAS MANOS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DE HERMANOS.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352_un_amor_más_que_just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391152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PADRE NUESTRO (Gallego) (2/2)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Cuando vaya a otro lugar_x000D_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tendré Señor que abandonar_x000D_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 mi familia a mis amigos_x000D_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por seguirte._x000D_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Pero sé que así algún día_x000D_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podré enseñar tu verdad,_x000D_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ir a mi hermano y junto a él_x000D_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yo repetirte._x000D_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PADRE NUESTRO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EN TI CREEMOS,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PADRE NUESTRO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TE OFRECEMOS,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PADRE NUESTRO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NUESTRAS MANOS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DE HERMANOS.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353_lo_imprescindible_es_abrazarse_a_crist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69454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 XXVIII Domingo del Tiempo Ordinario · Mt 22,1-14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408_arranca_lo_que_te_impida_dar_frutos_de_amor_domingo_27_de_s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263648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PAZ EN LA TIERRA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Do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Sol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Lam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PAZ EN LA TIERRA,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Do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Sol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Lam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PAZ EN LAS ALTURAS.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Fa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Sol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Do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Do7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QUE EL GOZO ETERNO REINE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Fa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Rem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Sol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(2ª vez: Rem-Sol-Do)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EN NUESTRO CORAZÓN. (BIS)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Do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Sol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Fa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Do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Da la paz, hermano, da la paz.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Fa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Sol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Lam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Constrúyela en tu corazón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Mim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Fa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con tu gesto afirmarás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Rem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Sol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que quieres la paz.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Do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Sol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Fa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Do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Que tu paz, hermano, sea don;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Fa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Sol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Lam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 el mejor signo de amor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Mim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Fa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que Tú nos puedes ofrecer,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Rem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Sol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Sol7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abrazo de paz.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353_lo_imprescindible_es_abrazarse_a_crist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69454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 XXVIII Domingo del Tiempo Ordinario · Mt 22,1-14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959_el_que_come_este_pan_vivirá_para_siemp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2991028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EL SEÑOR ES MI PASTOR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EL SEÑOR ES MI PASTOR NADA ME FALTA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EL SEÑOR ES MI PASTOR.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EL SEÑOR ES MI PASTOR NADA ME FALTA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EL SEÑOR ES MI PASTOR.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En praderas reposa mi alma,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en su agua descansa mi sed.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El me guía por senderos justos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por amor, por amor de su nombre.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Aunque pase por valles oscuros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ningún mal, ningún mal temeré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porque se que el Señor va conmigo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su cayado sostiene mi fe.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EL SEÑOR ES MI PASTOR NADA ME FALTA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EL SEÑOR ES MI PASTOR.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EL SEÑOR ES MI PASTOR NADA ME FALTA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EL SEÑOR ES MI PASTOR.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Tu preparas por mi una mesa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frente a aquellos que buscan mi mal.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Con aceite me ungiste ,Señor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mi copa rebosa de ti.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Gloria a Dios, padre omnipotente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a su hijo Jesús, el Señor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al Espíritu que habita en el mundo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por los siglos eternos Amen.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EL SEÑOR ES MI PASTOR NADA ME FALTA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EL SEÑOR ES MI PASTOR.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EL SEÑOR ES MI PASTOR NADA ME FALTA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EL SEÑOR ES MI PASTOR.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353_lo_imprescindible_es_abrazarse_a_crist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69454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 XXVIII Domingo del Tiempo Ordinario · Mt 22,1-14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patite_ilustracion_52a3d8fa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413760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A TU AMPARO Y PROTECCIÓN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 TU AMPARO Y PROTECCIÓN,_x000D_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MADRE DE DIOS, ACUDIMOS._x000D_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NO DESOIGAS NUESTROS RUEGOS_x000D_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DE TODOS LOS PELIGROS,_x000D_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VIRGEN GLORIOSA Y BENDITA,_x000D_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DEFIENDE SIEMPRE A TUS HIJOS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353_lo_imprescindible_es_abrazarse_a_crist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69454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 XXVIII Domingo del Tiempo Ordinario · Mt 22,1-14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957_movidos_por_la_ola_del_espíritu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55695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COMO CORRE UN RÍO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Como corre un río dentro de mi ser (x2)_x000D_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así yo confío en Cristo, mi Rey (x2)_x000D_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COMO UN RÍO DE AGUA VIVA,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QUE SALTA P’ARRIBA, QUE LLEVO DENTRO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QUE AFIRMA Y CONFIRMA EN ESTE MOMENTO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EL ESPÍRITU SANTO ESTÁ VINIENDO (X2)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 Jesús está pasando por ahí_x000D_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Jesús está pasando por ahí_x000D_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cuando pasa todo lo transforma_x000D_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Se va la tristeza, viene la alegría_x000D_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cuando pasa todo lo transforma_x000D_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Viene la alegría para ti y para mí_x000D_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COMO UN RÍO DE AGUA VIVA… (X2)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3A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5_domingo_vin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457200"/>
            <a:ext cx="2170603" cy="2377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1097280" y="3840480"/>
            <a:ext cx="996696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6858000"/>
            <a:ext cx="996696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4041648"/>
            <a:ext cx="9418320" cy="27066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3400">
                <a:solidFill>
                  <a:srgbClr val="7C3AED"/>
                </a:solidFill>
              </a:rPr>
              <a:t>¡ID EN PAZ!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Somos uno · 11 de octubre de 2026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La paz del Señor esté siempre con vosotros.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«¿Qué os parece? Un hombre tenía dos hijos. Se acercó al primero y le dijo: «Hijo, ve hoy a trabajar en la viña.»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