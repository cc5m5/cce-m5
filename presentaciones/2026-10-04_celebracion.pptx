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3200" cy="9144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2014095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57200"/>
            <a:ext cx="3140110" cy="2377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3840480"/>
            <a:ext cx="9966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6858000"/>
            <a:ext cx="996696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041648"/>
            <a:ext cx="9418320" cy="2706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3400">
                <a:solidFill>
                  <a:srgbClr val="7C3AED"/>
                </a:solidFill>
              </a:rPr>
              <a:t>L XXVII DOMINGO DEL TIEMPO ORDINARIO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4 de octubre de 2026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362_venid_vosotros_benditos_de_mi_pad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1799905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CANCIÓN DE ENTRADA</a:t>
            </a:r>
          </a:p>
          <a:p>
            <a:r>
              <a:rPr b="1" sz="2600">
                <a:solidFill>
                  <a:srgbClr val="7C3AED"/>
                </a:solidFill>
              </a:rPr>
              <a:t>HE VENIDO A SERVIR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Quien quiera ser grande, quien quiera ser el primero, sea el esclavo de todos, sea el más pequeño.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No he venido a ser servido, que he venido a servir y a dar la vida por todos para que todos puedan vivir (2)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en plenitud (3).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936_es_el_cordero_de_dios_que_limpia_el_pecado_del_mund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2307946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ACTO PENITENCIAL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Yo confieso ante Dios todopoderoso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y ante vosotros, hermanos,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que he pecado mucho de pensamiento, palabra, obra y omisión: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por mi culpa, por mi culpa, por mi gran culpa.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Por eso ruego a Santa María, siempre Virgen,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a los ángeles, a los santos y a vosotros, hermanos,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que intercedáis por mí ante Dios, nuestro Señor.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421_jesús_es_la_estrella_fiesta_de_la_sagrada_familia_27_diciem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1533347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GLORIA</a:t>
            </a:r>
          </a:p>
          <a:p>
            <a:r>
              <a:rPr b="1" sz="2600">
                <a:solidFill>
                  <a:srgbClr val="7C3AED"/>
                </a:solidFill>
              </a:rPr>
              <a:t>ALABO TU BONDAD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Todo mi ser canta hoy por las cosas que hay en mí.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Gracias te doy mi Señor,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Tú me haces tan feliz.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Tú me has regalado tu amistad, confío en ti, me llenas de tu paz.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Tú me haces sentir tu gran bondad, yo cantaré por siempre tu fidelidad.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GLORIA A TI, SEÑOR POR TU BONDAD.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GLORIA, GLORIA, SIEMPRE CANTARÉ TU FIDELIDAD.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GLORIA A TI, SEÑOR POR TU BONDAD.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GLORIA, GLORIA, (TÚ ME HACES SENTIR TU GRAN BONDAD. YO CANTARÉ)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SIEMPRE CANTARÉ TU FIDELIDAD.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(POR SIEMPRE TU FIDELIDAD)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Siempre a tu lado estaré alabando tu bondad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 mis hermanos diré el gran gozo que hallo en ti.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En ti podrán siempre encontrar fidelidad, confianza y amistad.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Nunca fallará tu gran amor, ni tu perdón. Me quieres tal como soy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405_limpia_mis_oídos_para_poder_escuchar_tu_palabra_domingo_6_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156559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PRIMERA LECTURA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r>
              <a:rPr b="1" sz="1500">
                <a:solidFill>
                  <a:srgbClr val="D4A76A"/>
                </a:solidFill>
              </a:rPr>
              <a:t>5,1-7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Voy a cantar en nombre de mi amigo un canto de amor a su viña. Mi amigo tenía una viña en fértil collado. La entrecavó, la descantó, y plantó buenas cepas; construyó en medio una atalaya y cavó un lagar. Y esperó que diese uvas, pero dio agrazones. Pues ahora, habitantes de Jerusalén, hombres de Judá, por favor, sed jueces entre mí y mi viña. ¿Qué más cabía hacer por mi viña que yo no lo haya hecho? ¿Por qué, esperando que diera uvas, dio agrazones? Pues ahora os diré a vosotros lo que voy a hacer con mi viña: quitar su valla para que sirva de pasto, derruir su tapia para que la pisoteen. La dejaré arrasada: no la podarán ni la escardarán, crecerán zarzas y cardos; prohibiré a las nubes que lluevan sobre ella. La viña del Señor de los ejércitos es la casa de Israel; son los hombres de Judá su plantel preferido. Esperó de ellos derecho, y ahí tenéis: asesinatos; esperó justicia, y ahí tenéis: lamentos.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360_recibimos_para_hacer_crec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4281472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SALMO RESPONSORIAL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r>
              <a:rPr b="1" sz="1500">
                <a:solidFill>
                  <a:srgbClr val="D4A76A"/>
                </a:solidFill>
              </a:rPr>
              <a:t>Sal 79,9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Antífona: La viña del Señor es la casa de Israel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Sacaste una vid de Egipto, expulsaste a los gentiles, y la trasplantaste.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Extendió sus sarmientos hasta el mar, y sus brotes hasta el Gran Río.; ¿Por qué has derribado su cerca; para que la saqueen los viandantes, la pisoteen los jabalíes; y se la coman las alimañas?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Dios de los ejércitos, vuélvete: mira desde el cielo, fíjate, ven a visitar tu viña, la cepa que tu diestra plantó; y que tú hiciste vigorosa.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No nos alejaremos de ti: danos vida, para que invoquemos tu nombre.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Señor, Dios de los ejércitos, restáuranos, que brille tu rostro y nos salve.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941_aprende_a_elegir_el_pan_de_la_palab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830072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SEGUNDA LECTURA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r>
              <a:rPr b="1" sz="1500">
                <a:solidFill>
                  <a:srgbClr val="D4A76A"/>
                </a:solidFill>
              </a:rPr>
              <a:t>4,6-9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Nada os preocupe; sino que, en toda ocasión, en la oración y súplica con acción de gracias, vuestras peticiones sean presentadas a Dios. Y la paz de Dios, que sobrepasa todo juicio, custodiará vuestros corazones y vuestros pensamientos en Cristo Jesús. Finalmente, hermanos, todo lo que es verdadero, noble, justo, puro, amable, laudable, todo lo que es virtud o mérito, tenedlo en cuenta. Y lo que aprendisteis, recibisteis, oísteis, visteis en mí, ponedlo por obra. Y el Dios de la paz estará con vosotros.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573_viviré_para_alabar_hacer_reverencia_y_servir_a_jesús_mi_re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288036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ALELUYA</a:t>
            </a:r>
          </a:p>
          <a:p>
            <a:r>
              <a:rPr b="1" sz="2600">
                <a:solidFill>
                  <a:srgbClr val="7C3AED"/>
                </a:solidFill>
              </a:rPr>
              <a:t>ALELUYA DE LA TIERRA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¿Quién quiere resucitar a este mundo que se muere?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¿Quién cantará el aleluya de esa nueva luz que viene?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¿Quién cuando mire la tierra y las tragedias observe, sentirá en su corazón el dolor de quien se muere?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¿Quién es capaz de salvar a este mundo decadente, y mantiene la esperanza de los muchos que la pierden?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EL QUE SUFRE, MATA Y MUERE, DESESPERA Y ENLOQUECE,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Y OTROS SON ESPECTADORES, NO LO SIENTEN.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¿Quién bajará de la cruz a tanto cristo sufriente, mientras los hombres miramos, impasivos e indolentes?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¿Quién grita desde el silencio de un ser que a su Dios retiene, porque se hace palabra que sin hablar se la entiende?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¿Quién se torna en aleluya porque traduce la muerte, como el trigo que se pudre y de uno cientos vienen?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¡ALELUYA! CANTARÁ, QUIEN PERDIÓ LA ESPERANZA,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Y LA TIERRA SONREIRÁ. ¡ALELUYA!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639_sin_titul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400050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EVANGELIO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r>
              <a:rPr b="1" sz="1500">
                <a:solidFill>
                  <a:srgbClr val="D4A76A"/>
                </a:solidFill>
              </a:rPr>
              <a:t>21,33-43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En aquel tiempo, dijo Jesús a los sumos sacerdotes y a los ancianos del pueblo: «Escuchad otra parábola: Había un propietario que plantó una viña, la rodeó con una cerca, cavó en ella un lagar, construyó la casa del guarda, la arrendó a unos labradores y se marchó de viaje. Llegado el tiempo de la vendimia, envió sus criados a los labradores, para percibir los frutos que le correspondían. Pero los labradores, agarrando a los criados, apalearon a uno, mataron a otro, y a otro lo apedrearon. Envió de nuevo otros criados, más que la primera vez, e hicieron con ellos lo mismo. Por último les mandó a su hijo, diciéndose: «Tendrán respeto a mi hijo.» Pero los labradores, al ver al hijo, se dijeron: «Éste es el heredero, venid, lo matamos y nos quedamos con su herencia.» Y, agarrándolo, lo empujaron fuera de la viña y lo mataron. Y ahora, cuando vuelva el dueño de la viña, ¿qué hará con aquellos labradores?»Le contestaron: «Hará morir de mala muerte a esos malvados y arrendará la viña a otros labradores, que le entreguen los frutos a sus tiempos.»Y Jesús les dice: «¿No habéis leído nunca en la Escritura: «La piedra que desecharon los arquitectos es ahora la piedra angular. Es el Señor quien lo ha hecho, ha sido un milagro patente?» Por eso os digo que se os quitará a vosotros el reino de Dios y se dará a un pueblo que produzca sus frutos.»; Palabra del Señor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794_una_semillita_de_fe_es_un_sueño_de_amor_para_mí_siémbral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2984553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CREDO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Creo en Dios, Padre todopoderoso, creador del cielo y de la tierra.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Creo en Jesucristo, su único Hijo, nuestro Señor, que fue concebido por obra y gracia del Espíritu Santo; nació de Santa María Virgen; padeció bajo el poder de Poncio Pilato; fue crucificado, muerto y sepultado; descendió a los infiernos; al tercer día resucitó de entre los muertos; subió a los cielos y está sentado a la derecha de Dios Padre todopoderoso.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Desde allí ha de venir a juzgar a vivos y muertos.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Creo en el Espíritu Santo, la santa Iglesia católica, la comunión de los santos, el perdón de los pecados, la resurrección de la carne y la vida eterna. Amén.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880_dadles_vosotros_de_com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213791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OFERTORIO</a:t>
            </a:r>
          </a:p>
          <a:p>
            <a:r>
              <a:rPr b="1" sz="2600">
                <a:solidFill>
                  <a:srgbClr val="7C3AED"/>
                </a:solidFill>
              </a:rPr>
              <a:t>QUE TE PUEDO DAR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¿Qué te puedo dar que no me hayas dado Tú?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¿Qué te puedo decir que no me hayas dicho Tú?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¿Qué puedo hacer por ti, si yo no puedo hacer nada?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Si yo no puedo hacer nada si no es por ti, mi Dios.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TODO LO QUE SE, TODO LO QUE SOY,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TODO LO QUE TENGO ES TUYO (bis)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896_ii_domingo_de_adviento_dile_sí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4334278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SANTO</a:t>
            </a:r>
          </a:p>
          <a:p>
            <a:r>
              <a:rPr b="1" sz="2600">
                <a:solidFill>
                  <a:srgbClr val="7C3AED"/>
                </a:solidFill>
              </a:rPr>
              <a:t>SANTO JESUITA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SANTO, SANTO, SANTO-O-O,</a:t>
            </a:r>
            <a:r>
              <a:rPr b="0" sz="1900">
                <a:solidFill>
                  <a:srgbClr val="37352F"/>
                </a:solidFill>
              </a:rPr>
              <a:t> </a:t>
            </a:r>
            <a:r>
              <a:rPr b="1" sz="1900">
                <a:solidFill>
                  <a:srgbClr val="37352F"/>
                </a:solidFill>
              </a:rPr>
              <a:t>SANTO ES EL SEÑOR,</a:t>
            </a:r>
            <a:r>
              <a:rPr b="0" sz="1900">
                <a:solidFill>
                  <a:srgbClr val="37352F"/>
                </a:solidFill>
              </a:rPr>
              <a:t> </a:t>
            </a:r>
            <a:r>
              <a:rPr b="1" sz="1900">
                <a:solidFill>
                  <a:srgbClr val="37352F"/>
                </a:solidFill>
              </a:rPr>
              <a:t>DIOS DEL UNIVERSO-O,</a:t>
            </a:r>
            <a:r>
              <a:rPr b="0" sz="1900">
                <a:solidFill>
                  <a:srgbClr val="37352F"/>
                </a:solidFill>
              </a:rPr>
              <a:t> </a:t>
            </a:r>
            <a:r>
              <a:rPr b="1" sz="1900">
                <a:solidFill>
                  <a:srgbClr val="37352F"/>
                </a:solidFill>
              </a:rPr>
              <a:t>DIOS DEL UNIVERSO-O (bis) 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Llenos están el cielo y la tierra de tu gloria.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Hosanna en el cielo-o, hosanna en el cielo-o.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Bendito el que viene en nombre del Señor.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Hosanna en el cielo-o, hosanna en el cielo-o.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SANTO, SANTO,SANTO-O-O..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SANTO, SANTO, SANTO-O-O,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SANTO ES EL SEÑOR.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634_pide_con_insistencia_a_papá_somos_sus_niños_mimad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017353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PADRE NUESTRO</a:t>
            </a:r>
          </a:p>
          <a:p>
            <a:r>
              <a:rPr b="1" sz="2600">
                <a:solidFill>
                  <a:srgbClr val="7C3AED"/>
                </a:solidFill>
              </a:rPr>
              <a:t>PADRE NUESTRO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Rellenar a mano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408_arranca_lo_que_te_impida_dar_frutos_de_amor_domingo_27_de_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2636485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RITO DE LA PAZ</a:t>
            </a:r>
          </a:p>
          <a:p>
            <a:r>
              <a:rPr b="1" sz="2600">
                <a:solidFill>
                  <a:srgbClr val="7C3AED"/>
                </a:solidFill>
              </a:rPr>
              <a:t>LA PAZ TE DOY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 paz te doy a ti, mi hermano, la paz que Dios me regaló, y en un abrazo a ti te entrego la paz que llevo en mi corazón. (bis)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Recíbela, recíbela, esta es la paz que el mundo no te puede dar. (bis)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959_el_que_come_este_pan_vivirá_para_siemp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2991028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COMUNIÓN</a:t>
            </a:r>
          </a:p>
          <a:p>
            <a:r>
              <a:rPr b="1" sz="2600">
                <a:solidFill>
                  <a:srgbClr val="7C3AED"/>
                </a:solidFill>
              </a:rPr>
              <a:t>BENDIGAMOS AL SEÑOR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Bendigamos al Señor, Dios de toda la creación por habernos regalado su amor.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Su bondad y su perdón, y su gran fidelidad por los siglos de los siglos durará.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EL ESPÍRITU DE DIOS HOY ESTÁ SOBRE MI.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ÉL ES QUIEN ME HA UNGIDO A PROCLAMAR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LA BUENA NUEVA A LOS MÁS POBRES,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 Mim La La7 (2ª:Sol La Re)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LA GRACIA DE SU SALVACIÓN. (BIS)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Enviados con poder y en el nombre de Jesús a sanar a los enfermos del dolor, a los ciegos dar visión, a los pobres la verdad y a los presos y oprimidos, libertad.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Con la fuerza de su amor y de la resurrección anunciamos: llega ya la salvación.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Que ni el miedo, ni el temor, ni la duda o la opresión borrarán la paz de nuestro corazón.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474_solemnidad_de_santa_maria_madre_de_dios_1_de_enero_de_2017_j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621386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CANTO A MARÍA</a:t>
            </a:r>
          </a:p>
          <a:p>
            <a:r>
              <a:rPr b="1" sz="2600">
                <a:solidFill>
                  <a:srgbClr val="7C3AED"/>
                </a:solidFill>
              </a:rPr>
              <a:t>A TU AMPARO Y PROTECCIÓN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A TU AMPARO Y PROTECCIÓN,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MADRE DE DIOS, ACUDIMOS.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NO DESOIGAS NUESTROS RUEGOS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Y DE TODOS LOS PELIGROS,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VIRGEN GLORIOSA Y BENDITA,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DEFIENDE SIEMPRE A TUS HIJOS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414_la_ternura_de_los_humildes_salva_al_mundo_domingo_8_de_novi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2168591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DESPEDIDA</a:t>
            </a:r>
          </a:p>
          <a:p>
            <a:r>
              <a:rPr b="1" sz="2600">
                <a:solidFill>
                  <a:srgbClr val="7C3AED"/>
                </a:solidFill>
              </a:rPr>
              <a:t>COMO CORRE UN RÍO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Como corre un río dentro de mi ser (x2)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así yo confío en Cristo, mi Rey (x2)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COMO UN RÍO DE AGUA VIVA,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QUE SALTA P’ARRIBA, QUE LLEVO DENTRO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QUE AFIRMA Y CONFIRMA EN ESTE MOMENTO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EL ESPÍRITU SANTO ESTÁ VINIENDO (X2)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Jesús está pasando por ahí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Jesús está pasando por ahí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cuando pasa todo lo transforma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Se va la tristeza, viene la alegría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cuando pasa todo lo transforma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Viene la alegría para ti y para mí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COMO UN RÍO DE AGUA VIVA… (X2)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2014095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57200"/>
            <a:ext cx="3140110" cy="2377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3840480"/>
            <a:ext cx="9966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6858000"/>
            <a:ext cx="996696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041648"/>
            <a:ext cx="9418320" cy="2706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3400">
                <a:solidFill>
                  <a:srgbClr val="7C3AED"/>
                </a:solidFill>
              </a:rPr>
              <a:t>¡ID EN PAZ!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Somos uno · 4 de octubre de 2026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La paz del Señor esté siempre con vosotros.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«¿No habéis leído nunca en la Escritura: «La piedra que desecharon los arquitectos es ahora la piedra angular. Es el Señor quien lo ha hecho, ha sido un milagro patente?»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