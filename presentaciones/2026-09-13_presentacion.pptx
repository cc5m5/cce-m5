
<file path=[Content_Types].xml><?xml version="1.0" encoding="utf-8"?>
<Types xmlns="http://schemas.openxmlformats.org/package/2006/content-types">
  <Default Extension="emf" ContentType="image/x-em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changesInfos/changesInfo1.xml" ContentType="application/vnd.ms-powerpoint.changesinfo+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791" r:id="rId1"/>
    <p:sldMasterId id="2147483803" r:id="rId2"/>
  </p:sldMasterIdLst>
  <p:notesMasterIdLst>
    <p:notesMasterId r:id="rId112"/>
  </p:notesMasterIdLst>
  <p:sldIdLst>
    <p:sldId id="957" r:id="rId3"/>
    <p:sldId id="950" r:id="rId4"/>
    <p:sldId id="696" r:id="rId5"/>
    <p:sldId id="940" r:id="rId6"/>
    <p:sldId id="647" r:id="rId7"/>
    <p:sldId id="989" r:id="rId8"/>
    <p:sldId id="258" r:id="rId9"/>
    <p:sldId id="260" r:id="rId10"/>
    <p:sldId id="947" r:id="rId11"/>
    <p:sldId id="973" r:id="rId12"/>
    <p:sldId id="976" r:id="rId13"/>
    <p:sldId id="952" r:id="rId14"/>
    <p:sldId id="942" r:id="rId15"/>
    <p:sldId id="263" r:id="rId16"/>
    <p:sldId id="948" r:id="rId17"/>
    <p:sldId id="959" r:id="rId18"/>
    <p:sldId id="924" r:id="rId19"/>
    <p:sldId id="504" r:id="rId20"/>
    <p:sldId id="471" r:id="rId21"/>
    <p:sldId id="956" r:id="rId22"/>
    <p:sldId id="472" r:id="rId23"/>
    <p:sldId id="977" r:id="rId24"/>
    <p:sldId id="994" r:id="rId25"/>
    <p:sldId id="506" r:id="rId26"/>
    <p:sldId id="507" r:id="rId27"/>
    <p:sldId id="1053" r:id="rId28"/>
    <p:sldId id="990" r:id="rId29"/>
    <p:sldId id="961" r:id="rId30"/>
    <p:sldId id="269" r:id="rId31"/>
    <p:sldId id="971" r:id="rId32"/>
    <p:sldId id="277" r:id="rId33"/>
    <p:sldId id="278" r:id="rId34"/>
    <p:sldId id="279" r:id="rId35"/>
    <p:sldId id="954" r:id="rId36"/>
    <p:sldId id="280" r:id="rId37"/>
    <p:sldId id="652" r:id="rId38"/>
    <p:sldId id="484" r:id="rId39"/>
    <p:sldId id="949" r:id="rId40"/>
    <p:sldId id="978" r:id="rId41"/>
    <p:sldId id="853" r:id="rId42"/>
    <p:sldId id="854" r:id="rId43"/>
    <p:sldId id="852" r:id="rId44"/>
    <p:sldId id="857" r:id="rId45"/>
    <p:sldId id="459" r:id="rId46"/>
    <p:sldId id="460" r:id="rId47"/>
    <p:sldId id="855" r:id="rId48"/>
    <p:sldId id="856" r:id="rId49"/>
    <p:sldId id="268" r:id="rId50"/>
    <p:sldId id="979" r:id="rId51"/>
    <p:sldId id="985" r:id="rId52"/>
    <p:sldId id="986" r:id="rId53"/>
    <p:sldId id="483" r:id="rId54"/>
    <p:sldId id="261" r:id="rId55"/>
    <p:sldId id="326" r:id="rId56"/>
    <p:sldId id="677" r:id="rId57"/>
    <p:sldId id="606" r:id="rId58"/>
    <p:sldId id="457" r:id="rId59"/>
    <p:sldId id="540" r:id="rId60"/>
    <p:sldId id="315" r:id="rId61"/>
    <p:sldId id="980" r:id="rId62"/>
    <p:sldId id="512" r:id="rId63"/>
    <p:sldId id="944" r:id="rId64"/>
    <p:sldId id="440" r:id="rId65"/>
    <p:sldId id="438" r:id="rId66"/>
    <p:sldId id="955" r:id="rId67"/>
    <p:sldId id="927" r:id="rId68"/>
    <p:sldId id="469" r:id="rId69"/>
    <p:sldId id="981" r:id="rId70"/>
    <p:sldId id="997" r:id="rId71"/>
    <p:sldId id="303" r:id="rId72"/>
    <p:sldId id="923" r:id="rId73"/>
    <p:sldId id="304" r:id="rId74"/>
    <p:sldId id="305" r:id="rId75"/>
    <p:sldId id="306" r:id="rId76"/>
    <p:sldId id="307" r:id="rId77"/>
    <p:sldId id="998" r:id="rId78"/>
    <p:sldId id="515" r:id="rId79"/>
    <p:sldId id="996" r:id="rId80"/>
    <p:sldId id="975" r:id="rId81"/>
    <p:sldId id="486" r:id="rId82"/>
    <p:sldId id="632" r:id="rId83"/>
    <p:sldId id="685" r:id="rId84"/>
    <p:sldId id="999" r:id="rId85"/>
    <p:sldId id="443" r:id="rId86"/>
    <p:sldId id="969" r:id="rId87"/>
    <p:sldId id="970" r:id="rId88"/>
    <p:sldId id="448" r:id="rId89"/>
    <p:sldId id="264" r:id="rId90"/>
    <p:sldId id="478" r:id="rId91"/>
    <p:sldId id="679" r:id="rId92"/>
    <p:sldId id="629" r:id="rId93"/>
    <p:sldId id="778" r:id="rId94"/>
    <p:sldId id="680" r:id="rId95"/>
    <p:sldId id="607" r:id="rId96"/>
    <p:sldId id="628" r:id="rId97"/>
    <p:sldId id="982" r:id="rId98"/>
    <p:sldId id="987" r:id="rId99"/>
    <p:sldId id="988" r:id="rId100"/>
    <p:sldId id="267" r:id="rId101"/>
    <p:sldId id="462" r:id="rId102"/>
    <p:sldId id="939" r:id="rId103"/>
    <p:sldId id="833" r:id="rId104"/>
    <p:sldId id="783" r:id="rId105"/>
    <p:sldId id="918" r:id="rId106"/>
    <p:sldId id="910" r:id="rId107"/>
    <p:sldId id="925" r:id="rId108"/>
    <p:sldId id="359" r:id="rId109"/>
    <p:sldId id="909" r:id="rId110"/>
    <p:sldId id="983" r:id="rId111"/>
    <p:sldId id="1054" r:id="rId119"/>
    <p:sldId id="1055" r:id="rId120"/>
    <p:sldId id="1056" r:id="rId121"/>
    <p:sldId id="1057" r:id="rId122"/>
    <p:sldId id="1058" r:id="rId123"/>
    <p:sldId id="1059" r:id="rId124"/>
    <p:sldId id="1060" r:id="rId125"/>
    <p:sldId id="1061" r:id="rId126"/>
    <p:sldId id="1062" r:id="rId127"/>
    <p:sldId id="1063" r:id="rId128"/>
    <p:sldId id="1064" r:id="rId129"/>
    <p:sldId id="1065" r:id="rId130"/>
    <p:sldId id="1066" r:id="rId131"/>
    <p:sldId id="1067" r:id="rId132"/>
    <p:sldId id="1068" r:id="rId133"/>
    <p:sldId id="1069" r:id="rId134"/>
    <p:sldId id="1070" r:id="rId135"/>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CC9F5"/>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03B007DA-E6EF-8E2D-A285-C60504957A7A}" v="94" dt="2026-06-13T17:30:36.337"/>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p:scale>
          <a:sx n="75" d="100"/>
          <a:sy n="75" d="100"/>
        </p:scale>
        <p:origin x="72" y="516"/>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slide" Target="slides/slide3.xml"/><Relationship Id="rId6" Type="http://schemas.openxmlformats.org/officeDocument/2006/relationships/slide" Target="slides/slide4.xml"/><Relationship Id="rId7" Type="http://schemas.openxmlformats.org/officeDocument/2006/relationships/slide" Target="slides/slide5.xml"/><Relationship Id="rId8" Type="http://schemas.openxmlformats.org/officeDocument/2006/relationships/slide" Target="slides/slide6.xml"/><Relationship Id="rId9" Type="http://schemas.openxmlformats.org/officeDocument/2006/relationships/slide" Target="slides/slide7.xml"/><Relationship Id="rId10" Type="http://schemas.openxmlformats.org/officeDocument/2006/relationships/slide" Target="slides/slide8.xml"/><Relationship Id="rId11" Type="http://schemas.openxmlformats.org/officeDocument/2006/relationships/slide" Target="slides/slide9.xml"/><Relationship Id="rId12" Type="http://schemas.openxmlformats.org/officeDocument/2006/relationships/slide" Target="slides/slide10.xml"/><Relationship Id="rId13" Type="http://schemas.openxmlformats.org/officeDocument/2006/relationships/slide" Target="slides/slide11.xml"/><Relationship Id="rId14" Type="http://schemas.openxmlformats.org/officeDocument/2006/relationships/slide" Target="slides/slide12.xml"/><Relationship Id="rId15" Type="http://schemas.openxmlformats.org/officeDocument/2006/relationships/slide" Target="slides/slide13.xml"/><Relationship Id="rId16" Type="http://schemas.openxmlformats.org/officeDocument/2006/relationships/slide" Target="slides/slide14.xml"/><Relationship Id="rId17" Type="http://schemas.openxmlformats.org/officeDocument/2006/relationships/slide" Target="slides/slide15.xml"/><Relationship Id="rId18" Type="http://schemas.openxmlformats.org/officeDocument/2006/relationships/slide" Target="slides/slide16.xml"/><Relationship Id="rId19" Type="http://schemas.openxmlformats.org/officeDocument/2006/relationships/slide" Target="slides/slide17.xml"/><Relationship Id="rId20" Type="http://schemas.openxmlformats.org/officeDocument/2006/relationships/slide" Target="slides/slide18.xml"/><Relationship Id="rId21" Type="http://schemas.openxmlformats.org/officeDocument/2006/relationships/slide" Target="slides/slide19.xml"/><Relationship Id="rId22" Type="http://schemas.openxmlformats.org/officeDocument/2006/relationships/slide" Target="slides/slide20.xml"/><Relationship Id="rId23" Type="http://schemas.openxmlformats.org/officeDocument/2006/relationships/slide" Target="slides/slide21.xml"/><Relationship Id="rId24" Type="http://schemas.openxmlformats.org/officeDocument/2006/relationships/slide" Target="slides/slide22.xml"/><Relationship Id="rId25" Type="http://schemas.openxmlformats.org/officeDocument/2006/relationships/slide" Target="slides/slide23.xml"/><Relationship Id="rId26" Type="http://schemas.openxmlformats.org/officeDocument/2006/relationships/slide" Target="slides/slide24.xml"/><Relationship Id="rId27" Type="http://schemas.openxmlformats.org/officeDocument/2006/relationships/slide" Target="slides/slide25.xml"/><Relationship Id="rId28" Type="http://schemas.openxmlformats.org/officeDocument/2006/relationships/slide" Target="slides/slide26.xml"/><Relationship Id="rId29" Type="http://schemas.openxmlformats.org/officeDocument/2006/relationships/slide" Target="slides/slide27.xml"/><Relationship Id="rId30" Type="http://schemas.openxmlformats.org/officeDocument/2006/relationships/slide" Target="slides/slide28.xml"/><Relationship Id="rId31" Type="http://schemas.openxmlformats.org/officeDocument/2006/relationships/slide" Target="slides/slide29.xml"/><Relationship Id="rId32" Type="http://schemas.openxmlformats.org/officeDocument/2006/relationships/slide" Target="slides/slide30.xml"/><Relationship Id="rId33" Type="http://schemas.openxmlformats.org/officeDocument/2006/relationships/slide" Target="slides/slide31.xml"/><Relationship Id="rId34" Type="http://schemas.openxmlformats.org/officeDocument/2006/relationships/slide" Target="slides/slide32.xml"/><Relationship Id="rId35" Type="http://schemas.openxmlformats.org/officeDocument/2006/relationships/slide" Target="slides/slide33.xml"/><Relationship Id="rId36" Type="http://schemas.openxmlformats.org/officeDocument/2006/relationships/slide" Target="slides/slide34.xml"/><Relationship Id="rId37" Type="http://schemas.openxmlformats.org/officeDocument/2006/relationships/slide" Target="slides/slide35.xml"/><Relationship Id="rId38" Type="http://schemas.openxmlformats.org/officeDocument/2006/relationships/slide" Target="slides/slide36.xml"/><Relationship Id="rId39" Type="http://schemas.openxmlformats.org/officeDocument/2006/relationships/slide" Target="slides/slide37.xml"/><Relationship Id="rId40" Type="http://schemas.openxmlformats.org/officeDocument/2006/relationships/slide" Target="slides/slide38.xml"/><Relationship Id="rId41" Type="http://schemas.openxmlformats.org/officeDocument/2006/relationships/slide" Target="slides/slide39.xml"/><Relationship Id="rId42" Type="http://schemas.openxmlformats.org/officeDocument/2006/relationships/slide" Target="slides/slide40.xml"/><Relationship Id="rId43" Type="http://schemas.openxmlformats.org/officeDocument/2006/relationships/slide" Target="slides/slide41.xml"/><Relationship Id="rId44" Type="http://schemas.openxmlformats.org/officeDocument/2006/relationships/slide" Target="slides/slide42.xml"/><Relationship Id="rId45" Type="http://schemas.openxmlformats.org/officeDocument/2006/relationships/slide" Target="slides/slide43.xml"/><Relationship Id="rId46" Type="http://schemas.openxmlformats.org/officeDocument/2006/relationships/slide" Target="slides/slide44.xml"/><Relationship Id="rId47" Type="http://schemas.openxmlformats.org/officeDocument/2006/relationships/slide" Target="slides/slide45.xml"/><Relationship Id="rId48" Type="http://schemas.openxmlformats.org/officeDocument/2006/relationships/slide" Target="slides/slide46.xml"/><Relationship Id="rId49" Type="http://schemas.openxmlformats.org/officeDocument/2006/relationships/slide" Target="slides/slide47.xml"/><Relationship Id="rId50" Type="http://schemas.openxmlformats.org/officeDocument/2006/relationships/slide" Target="slides/slide48.xml"/><Relationship Id="rId51" Type="http://schemas.openxmlformats.org/officeDocument/2006/relationships/slide" Target="slides/slide49.xml"/><Relationship Id="rId52" Type="http://schemas.openxmlformats.org/officeDocument/2006/relationships/slide" Target="slides/slide50.xml"/><Relationship Id="rId53" Type="http://schemas.openxmlformats.org/officeDocument/2006/relationships/slide" Target="slides/slide51.xml"/><Relationship Id="rId54" Type="http://schemas.openxmlformats.org/officeDocument/2006/relationships/slide" Target="slides/slide52.xml"/><Relationship Id="rId55" Type="http://schemas.openxmlformats.org/officeDocument/2006/relationships/slide" Target="slides/slide53.xml"/><Relationship Id="rId56" Type="http://schemas.openxmlformats.org/officeDocument/2006/relationships/slide" Target="slides/slide54.xml"/><Relationship Id="rId57" Type="http://schemas.openxmlformats.org/officeDocument/2006/relationships/slide" Target="slides/slide55.xml"/><Relationship Id="rId58" Type="http://schemas.openxmlformats.org/officeDocument/2006/relationships/slide" Target="slides/slide56.xml"/><Relationship Id="rId59" Type="http://schemas.openxmlformats.org/officeDocument/2006/relationships/slide" Target="slides/slide57.xml"/><Relationship Id="rId60" Type="http://schemas.openxmlformats.org/officeDocument/2006/relationships/slide" Target="slides/slide58.xml"/><Relationship Id="rId61" Type="http://schemas.openxmlformats.org/officeDocument/2006/relationships/slide" Target="slides/slide59.xml"/><Relationship Id="rId62" Type="http://schemas.openxmlformats.org/officeDocument/2006/relationships/slide" Target="slides/slide60.xml"/><Relationship Id="rId63" Type="http://schemas.openxmlformats.org/officeDocument/2006/relationships/slide" Target="slides/slide61.xml"/><Relationship Id="rId64" Type="http://schemas.openxmlformats.org/officeDocument/2006/relationships/slide" Target="slides/slide62.xml"/><Relationship Id="rId65" Type="http://schemas.openxmlformats.org/officeDocument/2006/relationships/slide" Target="slides/slide63.xml"/><Relationship Id="rId66" Type="http://schemas.openxmlformats.org/officeDocument/2006/relationships/slide" Target="slides/slide64.xml"/><Relationship Id="rId67" Type="http://schemas.openxmlformats.org/officeDocument/2006/relationships/slide" Target="slides/slide65.xml"/><Relationship Id="rId68" Type="http://schemas.openxmlformats.org/officeDocument/2006/relationships/slide" Target="slides/slide66.xml"/><Relationship Id="rId69" Type="http://schemas.openxmlformats.org/officeDocument/2006/relationships/slide" Target="slides/slide67.xml"/><Relationship Id="rId70" Type="http://schemas.openxmlformats.org/officeDocument/2006/relationships/slide" Target="slides/slide68.xml"/><Relationship Id="rId71" Type="http://schemas.openxmlformats.org/officeDocument/2006/relationships/slide" Target="slides/slide69.xml"/><Relationship Id="rId72" Type="http://schemas.openxmlformats.org/officeDocument/2006/relationships/slide" Target="slides/slide70.xml"/><Relationship Id="rId73" Type="http://schemas.openxmlformats.org/officeDocument/2006/relationships/slide" Target="slides/slide71.xml"/><Relationship Id="rId74" Type="http://schemas.openxmlformats.org/officeDocument/2006/relationships/slide" Target="slides/slide72.xml"/><Relationship Id="rId75" Type="http://schemas.openxmlformats.org/officeDocument/2006/relationships/slide" Target="slides/slide73.xml"/><Relationship Id="rId76" Type="http://schemas.openxmlformats.org/officeDocument/2006/relationships/slide" Target="slides/slide74.xml"/><Relationship Id="rId77" Type="http://schemas.openxmlformats.org/officeDocument/2006/relationships/slide" Target="slides/slide75.xml"/><Relationship Id="rId78" Type="http://schemas.openxmlformats.org/officeDocument/2006/relationships/slide" Target="slides/slide76.xml"/><Relationship Id="rId79" Type="http://schemas.openxmlformats.org/officeDocument/2006/relationships/slide" Target="slides/slide77.xml"/><Relationship Id="rId80" Type="http://schemas.openxmlformats.org/officeDocument/2006/relationships/slide" Target="slides/slide78.xml"/><Relationship Id="rId81" Type="http://schemas.openxmlformats.org/officeDocument/2006/relationships/slide" Target="slides/slide79.xml"/><Relationship Id="rId82" Type="http://schemas.openxmlformats.org/officeDocument/2006/relationships/slide" Target="slides/slide80.xml"/><Relationship Id="rId83" Type="http://schemas.openxmlformats.org/officeDocument/2006/relationships/slide" Target="slides/slide81.xml"/><Relationship Id="rId84" Type="http://schemas.openxmlformats.org/officeDocument/2006/relationships/slide" Target="slides/slide82.xml"/><Relationship Id="rId85" Type="http://schemas.openxmlformats.org/officeDocument/2006/relationships/slide" Target="slides/slide83.xml"/><Relationship Id="rId86" Type="http://schemas.openxmlformats.org/officeDocument/2006/relationships/slide" Target="slides/slide84.xml"/><Relationship Id="rId87" Type="http://schemas.openxmlformats.org/officeDocument/2006/relationships/slide" Target="slides/slide85.xml"/><Relationship Id="rId88" Type="http://schemas.openxmlformats.org/officeDocument/2006/relationships/slide" Target="slides/slide86.xml"/><Relationship Id="rId89" Type="http://schemas.openxmlformats.org/officeDocument/2006/relationships/slide" Target="slides/slide87.xml"/><Relationship Id="rId90" Type="http://schemas.openxmlformats.org/officeDocument/2006/relationships/slide" Target="slides/slide88.xml"/><Relationship Id="rId91" Type="http://schemas.openxmlformats.org/officeDocument/2006/relationships/slide" Target="slides/slide89.xml"/><Relationship Id="rId92" Type="http://schemas.openxmlformats.org/officeDocument/2006/relationships/slide" Target="slides/slide90.xml"/><Relationship Id="rId93" Type="http://schemas.openxmlformats.org/officeDocument/2006/relationships/slide" Target="slides/slide91.xml"/><Relationship Id="rId94" Type="http://schemas.openxmlformats.org/officeDocument/2006/relationships/slide" Target="slides/slide92.xml"/><Relationship Id="rId95" Type="http://schemas.openxmlformats.org/officeDocument/2006/relationships/slide" Target="slides/slide93.xml"/><Relationship Id="rId96" Type="http://schemas.openxmlformats.org/officeDocument/2006/relationships/slide" Target="slides/slide94.xml"/><Relationship Id="rId97" Type="http://schemas.openxmlformats.org/officeDocument/2006/relationships/slide" Target="slides/slide95.xml"/><Relationship Id="rId98" Type="http://schemas.openxmlformats.org/officeDocument/2006/relationships/slide" Target="slides/slide96.xml"/><Relationship Id="rId99" Type="http://schemas.openxmlformats.org/officeDocument/2006/relationships/slide" Target="slides/slide97.xml"/><Relationship Id="rId100" Type="http://schemas.openxmlformats.org/officeDocument/2006/relationships/slide" Target="slides/slide98.xml"/><Relationship Id="rId101" Type="http://schemas.openxmlformats.org/officeDocument/2006/relationships/slide" Target="slides/slide99.xml"/><Relationship Id="rId102" Type="http://schemas.openxmlformats.org/officeDocument/2006/relationships/slide" Target="slides/slide100.xml"/><Relationship Id="rId103" Type="http://schemas.openxmlformats.org/officeDocument/2006/relationships/slide" Target="slides/slide101.xml"/><Relationship Id="rId104" Type="http://schemas.openxmlformats.org/officeDocument/2006/relationships/slide" Target="slides/slide102.xml"/><Relationship Id="rId105" Type="http://schemas.openxmlformats.org/officeDocument/2006/relationships/slide" Target="slides/slide103.xml"/><Relationship Id="rId106" Type="http://schemas.openxmlformats.org/officeDocument/2006/relationships/slide" Target="slides/slide104.xml"/><Relationship Id="rId107" Type="http://schemas.openxmlformats.org/officeDocument/2006/relationships/slide" Target="slides/slide105.xml"/><Relationship Id="rId108" Type="http://schemas.openxmlformats.org/officeDocument/2006/relationships/slide" Target="slides/slide106.xml"/><Relationship Id="rId109" Type="http://schemas.openxmlformats.org/officeDocument/2006/relationships/slide" Target="slides/slide107.xml"/><Relationship Id="rId110" Type="http://schemas.openxmlformats.org/officeDocument/2006/relationships/slide" Target="slides/slide108.xml"/><Relationship Id="rId111" Type="http://schemas.openxmlformats.org/officeDocument/2006/relationships/slide" Target="slides/slide109.xml"/><Relationship Id="rId112" Type="http://schemas.openxmlformats.org/officeDocument/2006/relationships/notesMaster" Target="notesMasters/notesMaster1.xml"/><Relationship Id="rId113" Type="http://schemas.openxmlformats.org/officeDocument/2006/relationships/presProps" Target="presProps.xml"/><Relationship Id="rId114" Type="http://schemas.openxmlformats.org/officeDocument/2006/relationships/viewProps" Target="viewProps.xml"/><Relationship Id="rId115" Type="http://schemas.openxmlformats.org/officeDocument/2006/relationships/theme" Target="theme/theme1.xml"/><Relationship Id="rId116" Type="http://schemas.openxmlformats.org/officeDocument/2006/relationships/tableStyles" Target="tableStyles.xml"/><Relationship Id="rId117" Type="http://schemas.microsoft.com/office/2016/11/relationships/changesInfo" Target="changesInfos/changesInfo1.xml"/><Relationship Id="rId118" Type="http://schemas.microsoft.com/office/2015/10/relationships/revisionInfo" Target="revisionInfo.xml"/><Relationship Id="rId119" Type="http://schemas.openxmlformats.org/officeDocument/2006/relationships/slide" Target="slides/slide110.xml"/><Relationship Id="rId120" Type="http://schemas.openxmlformats.org/officeDocument/2006/relationships/slide" Target="slides/slide111.xml"/><Relationship Id="rId121" Type="http://schemas.openxmlformats.org/officeDocument/2006/relationships/slide" Target="slides/slide112.xml"/><Relationship Id="rId122" Type="http://schemas.openxmlformats.org/officeDocument/2006/relationships/slide" Target="slides/slide113.xml"/><Relationship Id="rId123" Type="http://schemas.openxmlformats.org/officeDocument/2006/relationships/slide" Target="slides/slide114.xml"/><Relationship Id="rId124" Type="http://schemas.openxmlformats.org/officeDocument/2006/relationships/slide" Target="slides/slide115.xml"/><Relationship Id="rId125" Type="http://schemas.openxmlformats.org/officeDocument/2006/relationships/slide" Target="slides/slide116.xml"/><Relationship Id="rId126" Type="http://schemas.openxmlformats.org/officeDocument/2006/relationships/slide" Target="slides/slide117.xml"/><Relationship Id="rId127" Type="http://schemas.openxmlformats.org/officeDocument/2006/relationships/slide" Target="slides/slide118.xml"/><Relationship Id="rId128" Type="http://schemas.openxmlformats.org/officeDocument/2006/relationships/slide" Target="slides/slide119.xml"/><Relationship Id="rId129" Type="http://schemas.openxmlformats.org/officeDocument/2006/relationships/slide" Target="slides/slide120.xml"/><Relationship Id="rId130" Type="http://schemas.openxmlformats.org/officeDocument/2006/relationships/slide" Target="slides/slide121.xml"/><Relationship Id="rId131" Type="http://schemas.openxmlformats.org/officeDocument/2006/relationships/slide" Target="slides/slide122.xml"/><Relationship Id="rId132" Type="http://schemas.openxmlformats.org/officeDocument/2006/relationships/slide" Target="slides/slide123.xml"/><Relationship Id="rId133" Type="http://schemas.openxmlformats.org/officeDocument/2006/relationships/slide" Target="slides/slide124.xml"/><Relationship Id="rId134" Type="http://schemas.openxmlformats.org/officeDocument/2006/relationships/slide" Target="slides/slide125.xml"/><Relationship Id="rId135" Type="http://schemas.openxmlformats.org/officeDocument/2006/relationships/slide" Target="slides/slide126.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Sevilla Capilla" userId="S::sevillacapilla@escolapiosemaus.org::f3c35d75-6aa2-422e-bf46-72c4543846db" providerId="AD" clId="Web-{03B007DA-E6EF-8E2D-A285-C60504957A7A}"/>
    <pc:docChg chg="addSld modSld">
      <pc:chgData name="Sevilla Capilla" userId="S::sevillacapilla@escolapiosemaus.org::f3c35d75-6aa2-422e-bf46-72c4543846db" providerId="AD" clId="Web-{03B007DA-E6EF-8E2D-A285-C60504957A7A}" dt="2026-06-13T17:30:36.337" v="95"/>
      <pc:docMkLst>
        <pc:docMk/>
      </pc:docMkLst>
      <pc:sldChg chg="addSp mod modShow">
        <pc:chgData name="Sevilla Capilla" userId="S::sevillacapilla@escolapiosemaus.org::f3c35d75-6aa2-422e-bf46-72c4543846db" providerId="AD" clId="Web-{03B007DA-E6EF-8E2D-A285-C60504957A7A}" dt="2026-06-13T17:29:24.274" v="89"/>
        <pc:sldMkLst>
          <pc:docMk/>
          <pc:sldMk cId="0" sldId="303"/>
        </pc:sldMkLst>
        <pc:grpChg chg="add">
          <ac:chgData name="Sevilla Capilla" userId="S::sevillacapilla@escolapiosemaus.org::f3c35d75-6aa2-422e-bf46-72c4543846db" providerId="AD" clId="Web-{03B007DA-E6EF-8E2D-A285-C60504957A7A}" dt="2026-06-13T17:29:21.711" v="88"/>
          <ac:grpSpMkLst>
            <pc:docMk/>
            <pc:sldMk cId="0" sldId="303"/>
            <ac:grpSpMk id="7" creationId="{BF305D5D-1641-3B35-83EA-FC4378C585D3}"/>
          </ac:grpSpMkLst>
        </pc:grpChg>
      </pc:sldChg>
      <pc:sldChg chg="mod modShow">
        <pc:chgData name="Sevilla Capilla" userId="S::sevillacapilla@escolapiosemaus.org::f3c35d75-6aa2-422e-bf46-72c4543846db" providerId="AD" clId="Web-{03B007DA-E6EF-8E2D-A285-C60504957A7A}" dt="2026-06-13T17:29:53.727" v="92"/>
        <pc:sldMkLst>
          <pc:docMk/>
          <pc:sldMk cId="3015933307" sldId="443"/>
        </pc:sldMkLst>
      </pc:sldChg>
      <pc:sldChg chg="mod modShow">
        <pc:chgData name="Sevilla Capilla" userId="S::sevillacapilla@escolapiosemaus.org::f3c35d75-6aa2-422e-bf46-72c4543846db" providerId="AD" clId="Web-{03B007DA-E6EF-8E2D-A285-C60504957A7A}" dt="2026-06-13T17:28:58.382" v="86"/>
        <pc:sldMkLst>
          <pc:docMk/>
          <pc:sldMk cId="3556839084" sldId="457"/>
        </pc:sldMkLst>
      </pc:sldChg>
      <pc:sldChg chg="mod modShow">
        <pc:chgData name="Sevilla Capilla" userId="S::sevillacapilla@escolapiosemaus.org::f3c35d75-6aa2-422e-bf46-72c4543846db" providerId="AD" clId="Web-{03B007DA-E6EF-8E2D-A285-C60504957A7A}" dt="2026-06-13T17:29:00.382" v="87"/>
        <pc:sldMkLst>
          <pc:docMk/>
          <pc:sldMk cId="3164597587" sldId="483"/>
        </pc:sldMkLst>
      </pc:sldChg>
      <pc:sldChg chg="modSp">
        <pc:chgData name="Sevilla Capilla" userId="S::sevillacapilla@escolapiosemaus.org::f3c35d75-6aa2-422e-bf46-72c4543846db" providerId="AD" clId="Web-{03B007DA-E6EF-8E2D-A285-C60504957A7A}" dt="2026-06-13T17:24:59.595" v="21" actId="20577"/>
        <pc:sldMkLst>
          <pc:docMk/>
          <pc:sldMk cId="1784154630" sldId="506"/>
        </pc:sldMkLst>
        <pc:spChg chg="mod">
          <ac:chgData name="Sevilla Capilla" userId="S::sevillacapilla@escolapiosemaus.org::f3c35d75-6aa2-422e-bf46-72c4543846db" providerId="AD" clId="Web-{03B007DA-E6EF-8E2D-A285-C60504957A7A}" dt="2026-06-13T17:24:38.813" v="13" actId="20577"/>
          <ac:spMkLst>
            <pc:docMk/>
            <pc:sldMk cId="1784154630" sldId="506"/>
            <ac:spMk id="2" creationId="{6AA3FB4E-B1B8-3BB7-BCF8-14DC4DB95444}"/>
          </ac:spMkLst>
        </pc:spChg>
        <pc:spChg chg="mod">
          <ac:chgData name="Sevilla Capilla" userId="S::sevillacapilla@escolapiosemaus.org::f3c35d75-6aa2-422e-bf46-72c4543846db" providerId="AD" clId="Web-{03B007DA-E6EF-8E2D-A285-C60504957A7A}" dt="2026-06-13T17:24:59.595" v="21" actId="20577"/>
          <ac:spMkLst>
            <pc:docMk/>
            <pc:sldMk cId="1784154630" sldId="506"/>
            <ac:spMk id="5" creationId="{6ECA0ED0-5FE3-4972-800C-1396E42C932E}"/>
          </ac:spMkLst>
        </pc:spChg>
      </pc:sldChg>
      <pc:sldChg chg="addSp delSp modSp">
        <pc:chgData name="Sevilla Capilla" userId="S::sevillacapilla@escolapiosemaus.org::f3c35d75-6aa2-422e-bf46-72c4543846db" providerId="AD" clId="Web-{03B007DA-E6EF-8E2D-A285-C60504957A7A}" dt="2026-06-13T17:26:45.395" v="50" actId="1076"/>
        <pc:sldMkLst>
          <pc:docMk/>
          <pc:sldMk cId="1969888339" sldId="507"/>
        </pc:sldMkLst>
        <pc:spChg chg="mod">
          <ac:chgData name="Sevilla Capilla" userId="S::sevillacapilla@escolapiosemaus.org::f3c35d75-6aa2-422e-bf46-72c4543846db" providerId="AD" clId="Web-{03B007DA-E6EF-8E2D-A285-C60504957A7A}" dt="2026-06-13T17:26:23.238" v="45" actId="20577"/>
          <ac:spMkLst>
            <pc:docMk/>
            <pc:sldMk cId="1969888339" sldId="507"/>
            <ac:spMk id="3" creationId="{9B1D05A5-E979-950A-54AB-3871CA67DDDB}"/>
          </ac:spMkLst>
        </pc:spChg>
        <pc:spChg chg="del mod">
          <ac:chgData name="Sevilla Capilla" userId="S::sevillacapilla@escolapiosemaus.org::f3c35d75-6aa2-422e-bf46-72c4543846db" providerId="AD" clId="Web-{03B007DA-E6EF-8E2D-A285-C60504957A7A}" dt="2026-06-13T17:26:40.411" v="48"/>
          <ac:spMkLst>
            <pc:docMk/>
            <pc:sldMk cId="1969888339" sldId="507"/>
            <ac:spMk id="5" creationId="{C73EEE88-525B-82F5-0E52-DC23BEE294EB}"/>
          </ac:spMkLst>
        </pc:spChg>
        <pc:spChg chg="add mod">
          <ac:chgData name="Sevilla Capilla" userId="S::sevillacapilla@escolapiosemaus.org::f3c35d75-6aa2-422e-bf46-72c4543846db" providerId="AD" clId="Web-{03B007DA-E6EF-8E2D-A285-C60504957A7A}" dt="2026-06-13T17:26:45.395" v="50" actId="1076"/>
          <ac:spMkLst>
            <pc:docMk/>
            <pc:sldMk cId="1969888339" sldId="507"/>
            <ac:spMk id="7" creationId="{3B1977BC-CF16-F577-CF0F-83100E01AB2F}"/>
          </ac:spMkLst>
        </pc:spChg>
      </pc:sldChg>
      <pc:sldChg chg="mod modShow">
        <pc:chgData name="Sevilla Capilla" userId="S::sevillacapilla@escolapiosemaus.org::f3c35d75-6aa2-422e-bf46-72c4543846db" providerId="AD" clId="Web-{03B007DA-E6EF-8E2D-A285-C60504957A7A}" dt="2026-06-13T17:30:31.134" v="94"/>
        <pc:sldMkLst>
          <pc:docMk/>
          <pc:sldMk cId="3599943884" sldId="647"/>
        </pc:sldMkLst>
      </pc:sldChg>
      <pc:sldChg chg="mod modShow">
        <pc:chgData name="Sevilla Capilla" userId="S::sevillacapilla@escolapiosemaus.org::f3c35d75-6aa2-422e-bf46-72c4543846db" providerId="AD" clId="Web-{03B007DA-E6EF-8E2D-A285-C60504957A7A}" dt="2026-06-13T17:30:05.743" v="93"/>
        <pc:sldMkLst>
          <pc:docMk/>
          <pc:sldMk cId="3542650598" sldId="939"/>
        </pc:sldMkLst>
      </pc:sldChg>
      <pc:sldChg chg="mod modShow">
        <pc:chgData name="Sevilla Capilla" userId="S::sevillacapilla@escolapiosemaus.org::f3c35d75-6aa2-422e-bf46-72c4543846db" providerId="AD" clId="Web-{03B007DA-E6EF-8E2D-A285-C60504957A7A}" dt="2026-06-13T17:30:36.337" v="95"/>
        <pc:sldMkLst>
          <pc:docMk/>
          <pc:sldMk cId="361878947" sldId="947"/>
        </pc:sldMkLst>
      </pc:sldChg>
      <pc:sldChg chg="modSp">
        <pc:chgData name="Sevilla Capilla" userId="S::sevillacapilla@escolapiosemaus.org::f3c35d75-6aa2-422e-bf46-72c4543846db" providerId="AD" clId="Web-{03B007DA-E6EF-8E2D-A285-C60504957A7A}" dt="2026-06-13T17:28:46.210" v="85" actId="20577"/>
        <pc:sldMkLst>
          <pc:docMk/>
          <pc:sldMk cId="4193172247" sldId="949"/>
        </pc:sldMkLst>
        <pc:spChg chg="mod">
          <ac:chgData name="Sevilla Capilla" userId="S::sevillacapilla@escolapiosemaus.org::f3c35d75-6aa2-422e-bf46-72c4543846db" providerId="AD" clId="Web-{03B007DA-E6EF-8E2D-A285-C60504957A7A}" dt="2026-06-13T17:28:04.022" v="77" actId="20577"/>
          <ac:spMkLst>
            <pc:docMk/>
            <pc:sldMk cId="4193172247" sldId="949"/>
            <ac:spMk id="2" creationId="{6AA3FB4E-B1B8-3BB7-BCF8-14DC4DB95444}"/>
          </ac:spMkLst>
        </pc:spChg>
        <pc:spChg chg="mod">
          <ac:chgData name="Sevilla Capilla" userId="S::sevillacapilla@escolapiosemaus.org::f3c35d75-6aa2-422e-bf46-72c4543846db" providerId="AD" clId="Web-{03B007DA-E6EF-8E2D-A285-C60504957A7A}" dt="2026-06-13T17:28:46.210" v="85" actId="20577"/>
          <ac:spMkLst>
            <pc:docMk/>
            <pc:sldMk cId="4193172247" sldId="949"/>
            <ac:spMk id="5" creationId="{CB4151D1-7315-853E-ED3A-AF5588F49988}"/>
          </ac:spMkLst>
        </pc:spChg>
      </pc:sldChg>
      <pc:sldChg chg="modSp">
        <pc:chgData name="Sevilla Capilla" userId="S::sevillacapilla@escolapiosemaus.org::f3c35d75-6aa2-422e-bf46-72c4543846db" providerId="AD" clId="Web-{03B007DA-E6EF-8E2D-A285-C60504957A7A}" dt="2026-06-13T17:28:30.554" v="80" actId="1076"/>
        <pc:sldMkLst>
          <pc:docMk/>
          <pc:sldMk cId="333089553" sldId="990"/>
        </pc:sldMkLst>
        <pc:spChg chg="mod">
          <ac:chgData name="Sevilla Capilla" userId="S::sevillacapilla@escolapiosemaus.org::f3c35d75-6aa2-422e-bf46-72c4543846db" providerId="AD" clId="Web-{03B007DA-E6EF-8E2D-A285-C60504957A7A}" dt="2026-06-13T17:27:09.646" v="63" actId="20577"/>
          <ac:spMkLst>
            <pc:docMk/>
            <pc:sldMk cId="333089553" sldId="990"/>
            <ac:spMk id="2" creationId="{5B226EDF-E33D-6EFA-A883-50C92009403C}"/>
          </ac:spMkLst>
        </pc:spChg>
        <pc:spChg chg="mod">
          <ac:chgData name="Sevilla Capilla" userId="S::sevillacapilla@escolapiosemaus.org::f3c35d75-6aa2-422e-bf46-72c4543846db" providerId="AD" clId="Web-{03B007DA-E6EF-8E2D-A285-C60504957A7A}" dt="2026-06-13T17:28:30.554" v="80" actId="1076"/>
          <ac:spMkLst>
            <pc:docMk/>
            <pc:sldMk cId="333089553" sldId="990"/>
            <ac:spMk id="5" creationId="{D62617A9-35A8-86B7-6ED0-D4CE29E037CB}"/>
          </ac:spMkLst>
        </pc:spChg>
        <pc:grpChg chg="mod">
          <ac:chgData name="Sevilla Capilla" userId="S::sevillacapilla@escolapiosemaus.org::f3c35d75-6aa2-422e-bf46-72c4543846db" providerId="AD" clId="Web-{03B007DA-E6EF-8E2D-A285-C60504957A7A}" dt="2026-06-13T17:27:01.302" v="56" actId="1076"/>
          <ac:grpSpMkLst>
            <pc:docMk/>
            <pc:sldMk cId="333089553" sldId="990"/>
            <ac:grpSpMk id="15" creationId="{DABFF1ED-8E61-27A3-8410-D916C84B16EC}"/>
          </ac:grpSpMkLst>
        </pc:grpChg>
      </pc:sldChg>
      <pc:sldChg chg="mod modShow">
        <pc:chgData name="Sevilla Capilla" userId="S::sevillacapilla@escolapiosemaus.org::f3c35d75-6aa2-422e-bf46-72c4543846db" providerId="AD" clId="Web-{03B007DA-E6EF-8E2D-A285-C60504957A7A}" dt="2026-06-13T17:29:26.320" v="90"/>
        <pc:sldMkLst>
          <pc:docMk/>
          <pc:sldMk cId="1275636847" sldId="998"/>
        </pc:sldMkLst>
      </pc:sldChg>
      <pc:sldChg chg="mod modShow">
        <pc:chgData name="Sevilla Capilla" userId="S::sevillacapilla@escolapiosemaus.org::f3c35d75-6aa2-422e-bf46-72c4543846db" providerId="AD" clId="Web-{03B007DA-E6EF-8E2D-A285-C60504957A7A}" dt="2026-06-13T17:29:31.071" v="91"/>
        <pc:sldMkLst>
          <pc:docMk/>
          <pc:sldMk cId="1158970193" sldId="999"/>
        </pc:sldMkLst>
      </pc:sldChg>
      <pc:sldChg chg="add">
        <pc:chgData name="Sevilla Capilla" userId="S::sevillacapilla@escolapiosemaus.org::f3c35d75-6aa2-422e-bf46-72c4543846db" providerId="AD" clId="Web-{03B007DA-E6EF-8E2D-A285-C60504957A7A}" dt="2026-06-13T17:26:34.395" v="47"/>
        <pc:sldMkLst>
          <pc:docMk/>
          <pc:sldMk cId="3195725896" sldId="1053"/>
        </pc:sldMkLst>
      </pc:sldChg>
    </pc:docChg>
  </pc:docChgLst>
</pc:chgInfo>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encabezado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s-ES"/>
          </a:p>
        </p:txBody>
      </p:sp>
      <p:sp>
        <p:nvSpPr>
          <p:cNvPr id="3" name="Marcador de fecha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DD692786-3A60-3D42-94CA-087FF9C15DFE}" type="datetimeFigureOut">
              <a:rPr lang="es-ES" smtClean="0"/>
              <a:t>20/06/2026</a:t>
            </a:fld>
            <a:endParaRPr lang="es-ES"/>
          </a:p>
        </p:txBody>
      </p:sp>
      <p:sp>
        <p:nvSpPr>
          <p:cNvPr id="4" name="Marcador de imagen de diapositiva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s-ES"/>
          </a:p>
        </p:txBody>
      </p:sp>
      <p:sp>
        <p:nvSpPr>
          <p:cNvPr id="5" name="Marcador de notas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6" name="Marcador de pie de página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s-ES"/>
          </a:p>
        </p:txBody>
      </p:sp>
      <p:sp>
        <p:nvSpPr>
          <p:cNvPr id="7" name="Marcador de número de diapositiva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9B1A40BE-53CB-3044-BD93-7E2905E6F2BF}" type="slidenum">
              <a:rPr lang="es-ES" smtClean="0"/>
              <a:t>‹Nº›</a:t>
            </a:fld>
            <a:endParaRPr lang="es-ES"/>
          </a:p>
        </p:txBody>
      </p:sp>
    </p:spTree>
    <p:extLst>
      <p:ext uri="{BB962C8B-B14F-4D97-AF65-F5344CB8AC3E}">
        <p14:creationId xmlns:p14="http://schemas.microsoft.com/office/powerpoint/2010/main" val="91093980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6.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5"/>
          </p:nvPr>
        </p:nvSpPr>
        <p:spPr/>
        <p:txBody>
          <a:bodyPr/>
          <a:lstStyle/>
          <a:p>
            <a:fld id="{9B1A40BE-53CB-3044-BD93-7E2905E6F2BF}" type="slidenum">
              <a:rPr lang="es-ES" smtClean="0"/>
              <a:t>1</a:t>
            </a:fld>
            <a:endParaRPr lang="es-ES"/>
          </a:p>
        </p:txBody>
      </p:sp>
    </p:spTree>
    <p:extLst>
      <p:ext uri="{BB962C8B-B14F-4D97-AF65-F5344CB8AC3E}">
        <p14:creationId xmlns:p14="http://schemas.microsoft.com/office/powerpoint/2010/main" val="2253768726"/>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
        <p:cNvGrpSpPr/>
        <p:nvPr/>
      </p:nvGrpSpPr>
      <p:grpSpPr>
        <a:xfrm>
          <a:off x="0" y="0"/>
          <a:ext cx="0" cy="0"/>
          <a:chOff x="0" y="0"/>
          <a:chExt cx="0" cy="0"/>
        </a:xfrm>
      </p:grpSpPr>
      <p:sp>
        <p:nvSpPr>
          <p:cNvPr id="129" name="Google Shape;129;p6: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0" name="Google Shape;130;p6:notes"/>
          <p:cNvSpPr>
            <a:spLocks noGrp="1" noRot="1" noChangeAspect="1"/>
          </p:cNvSpPr>
          <p:nvPr>
            <p:ph type="sldImg" idx="2"/>
          </p:nvPr>
        </p:nvSpPr>
        <p:spPr>
          <a:xfrm>
            <a:off x="1371600" y="1143000"/>
            <a:ext cx="41148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1"/>
        <p:cNvGrpSpPr/>
        <p:nvPr/>
      </p:nvGrpSpPr>
      <p:grpSpPr>
        <a:xfrm>
          <a:off x="0" y="0"/>
          <a:ext cx="0" cy="0"/>
          <a:chOff x="0" y="0"/>
          <a:chExt cx="0" cy="0"/>
        </a:xfrm>
      </p:grpSpPr>
      <p:sp>
        <p:nvSpPr>
          <p:cNvPr id="122" name="Google Shape;122;p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23" name="Google Shape;123;p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1">
          <a:extLst>
            <a:ext uri="{FF2B5EF4-FFF2-40B4-BE49-F238E27FC236}">
              <a16:creationId xmlns:a16="http://schemas.microsoft.com/office/drawing/2014/main" id="{7AA7E302-A049-A36F-983C-F80C16610A22}"/>
            </a:ext>
          </a:extLst>
        </p:cNvPr>
        <p:cNvGrpSpPr/>
        <p:nvPr/>
      </p:nvGrpSpPr>
      <p:grpSpPr>
        <a:xfrm>
          <a:off x="0" y="0"/>
          <a:ext cx="0" cy="0"/>
          <a:chOff x="0" y="0"/>
          <a:chExt cx="0" cy="0"/>
        </a:xfrm>
      </p:grpSpPr>
      <p:sp>
        <p:nvSpPr>
          <p:cNvPr id="122" name="Google Shape;122;p5:notes">
            <a:extLst>
              <a:ext uri="{FF2B5EF4-FFF2-40B4-BE49-F238E27FC236}">
                <a16:creationId xmlns:a16="http://schemas.microsoft.com/office/drawing/2014/main" id="{E1781252-35C5-C697-7C97-4DDF71B1B842}"/>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23" name="Google Shape;123;p5:notes">
            <a:extLst>
              <a:ext uri="{FF2B5EF4-FFF2-40B4-BE49-F238E27FC236}">
                <a16:creationId xmlns:a16="http://schemas.microsoft.com/office/drawing/2014/main" id="{47DFEAB6-CE90-D056-147F-DA183E00C859}"/>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347462406"/>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42"/>
        <p:cNvGrpSpPr/>
        <p:nvPr/>
      </p:nvGrpSpPr>
      <p:grpSpPr>
        <a:xfrm>
          <a:off x="0" y="0"/>
          <a:ext cx="0" cy="0"/>
          <a:chOff x="0" y="0"/>
          <a:chExt cx="0" cy="0"/>
        </a:xfrm>
      </p:grpSpPr>
      <p:sp>
        <p:nvSpPr>
          <p:cNvPr id="143" name="Google Shape;143;p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44" name="Google Shape;144;p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dirty="0"/>
          </a:p>
        </p:txBody>
      </p:sp>
      <p:sp>
        <p:nvSpPr>
          <p:cNvPr id="4" name="Marcador de número de diapositiva 3"/>
          <p:cNvSpPr>
            <a:spLocks noGrp="1"/>
          </p:cNvSpPr>
          <p:nvPr>
            <p:ph type="sldNum" sz="quarter" idx="5"/>
          </p:nvPr>
        </p:nvSpPr>
        <p:spPr/>
        <p:txBody>
          <a:bodyPr/>
          <a:lstStyle/>
          <a:p>
            <a:fld id="{9B1A40BE-53CB-3044-BD93-7E2905E6F2BF}" type="slidenum">
              <a:rPr lang="es-ES" smtClean="0"/>
              <a:t>25</a:t>
            </a:fld>
            <a:endParaRPr lang="es-ES"/>
          </a:p>
        </p:txBody>
      </p:sp>
    </p:spTree>
    <p:extLst>
      <p:ext uri="{BB962C8B-B14F-4D97-AF65-F5344CB8AC3E}">
        <p14:creationId xmlns:p14="http://schemas.microsoft.com/office/powerpoint/2010/main" val="281970168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8"/>
        <p:cNvGrpSpPr/>
        <p:nvPr/>
      </p:nvGrpSpPr>
      <p:grpSpPr>
        <a:xfrm>
          <a:off x="0" y="0"/>
          <a:ext cx="0" cy="0"/>
          <a:chOff x="0" y="0"/>
          <a:chExt cx="0" cy="0"/>
        </a:xfrm>
      </p:grpSpPr>
      <p:sp>
        <p:nvSpPr>
          <p:cNvPr id="249" name="Google Shape;249;p2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50" name="Google Shape;250;p2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48"/>
        <p:cNvGrpSpPr/>
        <p:nvPr/>
      </p:nvGrpSpPr>
      <p:grpSpPr>
        <a:xfrm>
          <a:off x="0" y="0"/>
          <a:ext cx="0" cy="0"/>
          <a:chOff x="0" y="0"/>
          <a:chExt cx="0" cy="0"/>
        </a:xfrm>
      </p:grpSpPr>
      <p:sp>
        <p:nvSpPr>
          <p:cNvPr id="249" name="Google Shape;249;p2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50" name="Google Shape;250;p2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55"/>
        <p:cNvGrpSpPr/>
        <p:nvPr/>
      </p:nvGrpSpPr>
      <p:grpSpPr>
        <a:xfrm>
          <a:off x="0" y="0"/>
          <a:ext cx="0" cy="0"/>
          <a:chOff x="0" y="0"/>
          <a:chExt cx="0" cy="0"/>
        </a:xfrm>
      </p:grpSpPr>
      <p:sp>
        <p:nvSpPr>
          <p:cNvPr id="256" name="Google Shape;256;p2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57" name="Google Shape;257;p2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2"/>
        <p:cNvGrpSpPr/>
        <p:nvPr/>
      </p:nvGrpSpPr>
      <p:grpSpPr>
        <a:xfrm>
          <a:off x="0" y="0"/>
          <a:ext cx="0" cy="0"/>
          <a:chOff x="0" y="0"/>
          <a:chExt cx="0" cy="0"/>
        </a:xfrm>
      </p:grpSpPr>
      <p:sp>
        <p:nvSpPr>
          <p:cNvPr id="263" name="Google Shape;263;p2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4" name="Google Shape;264;p2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2">
          <a:extLst>
            <a:ext uri="{FF2B5EF4-FFF2-40B4-BE49-F238E27FC236}">
              <a16:creationId xmlns:a16="http://schemas.microsoft.com/office/drawing/2014/main" id="{EFE907B8-4D41-AD2B-14D4-362C33E8D7F2}"/>
            </a:ext>
          </a:extLst>
        </p:cNvPr>
        <p:cNvGrpSpPr/>
        <p:nvPr/>
      </p:nvGrpSpPr>
      <p:grpSpPr>
        <a:xfrm>
          <a:off x="0" y="0"/>
          <a:ext cx="0" cy="0"/>
          <a:chOff x="0" y="0"/>
          <a:chExt cx="0" cy="0"/>
        </a:xfrm>
      </p:grpSpPr>
      <p:sp>
        <p:nvSpPr>
          <p:cNvPr id="263" name="Google Shape;263;p24:notes">
            <a:extLst>
              <a:ext uri="{FF2B5EF4-FFF2-40B4-BE49-F238E27FC236}">
                <a16:creationId xmlns:a16="http://schemas.microsoft.com/office/drawing/2014/main" id="{36A4768A-C500-0102-05CE-73E764FD0297}"/>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64" name="Google Shape;264;p24:notes">
            <a:extLst>
              <a:ext uri="{FF2B5EF4-FFF2-40B4-BE49-F238E27FC236}">
                <a16:creationId xmlns:a16="http://schemas.microsoft.com/office/drawing/2014/main" id="{4E518AE5-9602-6EE9-45F3-1CC183BE37A5}"/>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588986642"/>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69"/>
        <p:cNvGrpSpPr/>
        <p:nvPr/>
      </p:nvGrpSpPr>
      <p:grpSpPr>
        <a:xfrm>
          <a:off x="0" y="0"/>
          <a:ext cx="0" cy="0"/>
          <a:chOff x="0" y="0"/>
          <a:chExt cx="0" cy="0"/>
        </a:xfrm>
      </p:grpSpPr>
      <p:sp>
        <p:nvSpPr>
          <p:cNvPr id="270" name="Google Shape;270;p25: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271" name="Google Shape;271;p25: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92"/>
        <p:cNvGrpSpPr/>
        <p:nvPr/>
      </p:nvGrpSpPr>
      <p:grpSpPr>
        <a:xfrm>
          <a:off x="0" y="0"/>
          <a:ext cx="0" cy="0"/>
          <a:chOff x="0" y="0"/>
          <a:chExt cx="0" cy="0"/>
        </a:xfrm>
      </p:grpSpPr>
      <p:sp>
        <p:nvSpPr>
          <p:cNvPr id="493" name="Google Shape;493;p13: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94" name="Google Shape;494;p13: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5"/>
          </p:nvPr>
        </p:nvSpPr>
        <p:spPr/>
        <p:txBody>
          <a:bodyPr/>
          <a:lstStyle/>
          <a:p>
            <a:fld id="{9B1A40BE-53CB-3044-BD93-7E2905E6F2BF}" type="slidenum">
              <a:rPr lang="es-ES" smtClean="0"/>
              <a:t>57</a:t>
            </a:fld>
            <a:endParaRPr lang="es-ES"/>
          </a:p>
        </p:txBody>
      </p:sp>
    </p:spTree>
    <p:extLst>
      <p:ext uri="{BB962C8B-B14F-4D97-AF65-F5344CB8AC3E}">
        <p14:creationId xmlns:p14="http://schemas.microsoft.com/office/powerpoint/2010/main" val="278099521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5"/>
        <p:cNvGrpSpPr/>
        <p:nvPr/>
      </p:nvGrpSpPr>
      <p:grpSpPr>
        <a:xfrm>
          <a:off x="0" y="0"/>
          <a:ext cx="0" cy="0"/>
          <a:chOff x="0" y="0"/>
          <a:chExt cx="0" cy="0"/>
        </a:xfrm>
      </p:grpSpPr>
      <p:sp>
        <p:nvSpPr>
          <p:cNvPr id="436" name="Google Shape;436;p4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37" name="Google Shape;437;p4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35"/>
        <p:cNvGrpSpPr/>
        <p:nvPr/>
      </p:nvGrpSpPr>
      <p:grpSpPr>
        <a:xfrm>
          <a:off x="0" y="0"/>
          <a:ext cx="0" cy="0"/>
          <a:chOff x="0" y="0"/>
          <a:chExt cx="0" cy="0"/>
        </a:xfrm>
      </p:grpSpPr>
      <p:sp>
        <p:nvSpPr>
          <p:cNvPr id="436" name="Google Shape;436;p48: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37" name="Google Shape;437;p48: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21738258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2"/>
        <p:cNvGrpSpPr/>
        <p:nvPr/>
      </p:nvGrpSpPr>
      <p:grpSpPr>
        <a:xfrm>
          <a:off x="0" y="0"/>
          <a:ext cx="0" cy="0"/>
          <a:chOff x="0" y="0"/>
          <a:chExt cx="0" cy="0"/>
        </a:xfrm>
      </p:grpSpPr>
      <p:sp>
        <p:nvSpPr>
          <p:cNvPr id="443" name="Google Shape;443;p49: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44" name="Google Shape;444;p49: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49"/>
        <p:cNvGrpSpPr/>
        <p:nvPr/>
      </p:nvGrpSpPr>
      <p:grpSpPr>
        <a:xfrm>
          <a:off x="0" y="0"/>
          <a:ext cx="0" cy="0"/>
          <a:chOff x="0" y="0"/>
          <a:chExt cx="0" cy="0"/>
        </a:xfrm>
      </p:grpSpPr>
      <p:sp>
        <p:nvSpPr>
          <p:cNvPr id="450" name="Google Shape;450;p50: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51" name="Google Shape;451;p50: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57"/>
        <p:cNvGrpSpPr/>
        <p:nvPr/>
      </p:nvGrpSpPr>
      <p:grpSpPr>
        <a:xfrm>
          <a:off x="0" y="0"/>
          <a:ext cx="0" cy="0"/>
          <a:chOff x="0" y="0"/>
          <a:chExt cx="0" cy="0"/>
        </a:xfrm>
      </p:grpSpPr>
      <p:sp>
        <p:nvSpPr>
          <p:cNvPr id="458" name="Google Shape;458;p51: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59" name="Google Shape;459;p51: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465"/>
        <p:cNvGrpSpPr/>
        <p:nvPr/>
      </p:nvGrpSpPr>
      <p:grpSpPr>
        <a:xfrm>
          <a:off x="0" y="0"/>
          <a:ext cx="0" cy="0"/>
          <a:chOff x="0" y="0"/>
          <a:chExt cx="0" cy="0"/>
        </a:xfrm>
      </p:grpSpPr>
      <p:sp>
        <p:nvSpPr>
          <p:cNvPr id="466" name="Google Shape;466;p52: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467" name="Google Shape;467;p52: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28">
          <a:extLst>
            <a:ext uri="{FF2B5EF4-FFF2-40B4-BE49-F238E27FC236}">
              <a16:creationId xmlns:a16="http://schemas.microsoft.com/office/drawing/2014/main" id="{9E226CE9-9297-A546-1B44-BF5633C51B50}"/>
            </a:ext>
          </a:extLst>
        </p:cNvPr>
        <p:cNvGrpSpPr/>
        <p:nvPr/>
      </p:nvGrpSpPr>
      <p:grpSpPr>
        <a:xfrm>
          <a:off x="0" y="0"/>
          <a:ext cx="0" cy="0"/>
          <a:chOff x="0" y="0"/>
          <a:chExt cx="0" cy="0"/>
        </a:xfrm>
      </p:grpSpPr>
      <p:sp>
        <p:nvSpPr>
          <p:cNvPr id="129" name="Google Shape;129;p6:notes">
            <a:extLst>
              <a:ext uri="{FF2B5EF4-FFF2-40B4-BE49-F238E27FC236}">
                <a16:creationId xmlns:a16="http://schemas.microsoft.com/office/drawing/2014/main" id="{234210C5-6FC9-637D-70B6-EA58AC6FB279}"/>
              </a:ext>
            </a:extLst>
          </p:cNvPr>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130" name="Google Shape;130;p6:notes">
            <a:extLst>
              <a:ext uri="{FF2B5EF4-FFF2-40B4-BE49-F238E27FC236}">
                <a16:creationId xmlns:a16="http://schemas.microsoft.com/office/drawing/2014/main" id="{3A337831-E69B-BBEF-64AE-17CCA3AE406A}"/>
              </a:ext>
            </a:extLst>
          </p:cNvPr>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171410524"/>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Marcador de imagen de diapositiva 1"/>
          <p:cNvSpPr>
            <a:spLocks noGrp="1" noRot="1" noChangeAspect="1"/>
          </p:cNvSpPr>
          <p:nvPr>
            <p:ph type="sldImg"/>
          </p:nvPr>
        </p:nvSpPr>
        <p:spPr/>
      </p:sp>
      <p:sp>
        <p:nvSpPr>
          <p:cNvPr id="3" name="Marcador de notas 2"/>
          <p:cNvSpPr>
            <a:spLocks noGrp="1"/>
          </p:cNvSpPr>
          <p:nvPr>
            <p:ph type="body" idx="1"/>
          </p:nvPr>
        </p:nvSpPr>
        <p:spPr/>
        <p:txBody>
          <a:bodyPr/>
          <a:lstStyle/>
          <a:p>
            <a:endParaRPr lang="es-ES"/>
          </a:p>
        </p:txBody>
      </p:sp>
      <p:sp>
        <p:nvSpPr>
          <p:cNvPr id="4" name="Marcador de número de diapositiva 3"/>
          <p:cNvSpPr>
            <a:spLocks noGrp="1"/>
          </p:cNvSpPr>
          <p:nvPr>
            <p:ph type="sldNum" sz="quarter" idx="5"/>
          </p:nvPr>
        </p:nvSpPr>
        <p:spPr/>
        <p:txBody>
          <a:bodyPr/>
          <a:lstStyle/>
          <a:p>
            <a:fld id="{9B1A40BE-53CB-3044-BD93-7E2905E6F2BF}" type="slidenum">
              <a:rPr lang="es-ES" smtClean="0"/>
              <a:t>99</a:t>
            </a:fld>
            <a:endParaRPr lang="es-ES"/>
          </a:p>
        </p:txBody>
      </p:sp>
    </p:spTree>
    <p:extLst>
      <p:ext uri="{BB962C8B-B14F-4D97-AF65-F5344CB8AC3E}">
        <p14:creationId xmlns:p14="http://schemas.microsoft.com/office/powerpoint/2010/main" val="253556066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9"/>
        <p:cNvGrpSpPr/>
        <p:nvPr/>
      </p:nvGrpSpPr>
      <p:grpSpPr>
        <a:xfrm>
          <a:off x="0" y="0"/>
          <a:ext cx="0" cy="0"/>
          <a:chOff x="0" y="0"/>
          <a:chExt cx="0" cy="0"/>
        </a:xfrm>
      </p:grpSpPr>
      <p:sp>
        <p:nvSpPr>
          <p:cNvPr id="860" name="Google Shape;860;p10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1" name="Google Shape;861;p10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1371013264"/>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859"/>
        <p:cNvGrpSpPr/>
        <p:nvPr/>
      </p:nvGrpSpPr>
      <p:grpSpPr>
        <a:xfrm>
          <a:off x="0" y="0"/>
          <a:ext cx="0" cy="0"/>
          <a:chOff x="0" y="0"/>
          <a:chExt cx="0" cy="0"/>
        </a:xfrm>
      </p:grpSpPr>
      <p:sp>
        <p:nvSpPr>
          <p:cNvPr id="860" name="Google Shape;860;p104:notes"/>
          <p:cNvSpPr txBox="1">
            <a:spLocks noGrp="1"/>
          </p:cNvSpPr>
          <p:nvPr>
            <p:ph type="body" idx="1"/>
          </p:nvPr>
        </p:nvSpPr>
        <p:spPr>
          <a:xfrm>
            <a:off x="685800" y="4400550"/>
            <a:ext cx="5486400" cy="3600450"/>
          </a:xfrm>
          <a:prstGeom prst="rect">
            <a:avLst/>
          </a:prstGeom>
        </p:spPr>
        <p:txBody>
          <a:bodyPr spcFirstLastPara="1" wrap="square" lIns="91425" tIns="45700" rIns="91425" bIns="45700" anchor="t" anchorCtr="0">
            <a:noAutofit/>
          </a:bodyPr>
          <a:lstStyle/>
          <a:p>
            <a:pPr marL="0" lvl="0" indent="0" algn="l" rtl="0">
              <a:spcBef>
                <a:spcPts val="0"/>
              </a:spcBef>
              <a:spcAft>
                <a:spcPts val="0"/>
              </a:spcAft>
              <a:buNone/>
            </a:pPr>
            <a:endParaRPr/>
          </a:p>
        </p:txBody>
      </p:sp>
      <p:sp>
        <p:nvSpPr>
          <p:cNvPr id="861" name="Google Shape;861;p104:notes"/>
          <p:cNvSpPr>
            <a:spLocks noGrp="1" noRot="1" noChangeAspect="1"/>
          </p:cNvSpPr>
          <p:nvPr>
            <p:ph type="sldImg" idx="2"/>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s-ES"/>
              <a:t>Haga clic para modificar el estilo de título del patrón</a:t>
            </a:r>
            <a:endParaRPr lang="en-US"/>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ES"/>
              <a:t>Haga clic para modificar el estilo de subtítulo del patrón</a:t>
            </a:r>
            <a:endParaRPr lang="en-US"/>
          </a:p>
        </p:txBody>
      </p:sp>
      <p:sp>
        <p:nvSpPr>
          <p:cNvPr id="4" name="Date Placeholder 3"/>
          <p:cNvSpPr>
            <a:spLocks noGrp="1"/>
          </p:cNvSpPr>
          <p:nvPr>
            <p:ph type="dt" sz="half" idx="10"/>
          </p:nvPr>
        </p:nvSpPr>
        <p:spPr/>
        <p:txBody>
          <a:bodyPr/>
          <a:lstStyle/>
          <a:p>
            <a:fld id="{F417B528-2CBC-1B41-99AD-FE57AA9CC27B}" type="datetimeFigureOut">
              <a:rPr lang="es-ES" smtClean="0"/>
              <a:t>20/06/2026</a:t>
            </a:fld>
            <a:endParaRPr lang="es-ES"/>
          </a:p>
        </p:txBody>
      </p:sp>
      <p:sp>
        <p:nvSpPr>
          <p:cNvPr id="5" name="Footer Placeholder 4"/>
          <p:cNvSpPr>
            <a:spLocks noGrp="1"/>
          </p:cNvSpPr>
          <p:nvPr>
            <p:ph type="ftr" sz="quarter" idx="11"/>
          </p:nvPr>
        </p:nvSpPr>
        <p:spPr/>
        <p:txBody>
          <a:bodyPr/>
          <a:lstStyle/>
          <a:p>
            <a:endParaRPr lang="es-ES"/>
          </a:p>
        </p:txBody>
      </p:sp>
      <p:sp>
        <p:nvSpPr>
          <p:cNvPr id="6" name="Slide Number Placeholder 5"/>
          <p:cNvSpPr>
            <a:spLocks noGrp="1"/>
          </p:cNvSpPr>
          <p:nvPr>
            <p:ph type="sldNum" sz="quarter" idx="12"/>
          </p:nvPr>
        </p:nvSpPr>
        <p:spPr/>
        <p:txBody>
          <a:bodyPr/>
          <a:lstStyle/>
          <a:p>
            <a:fld id="{DB9CF111-6C60-704C-BF27-B9CB194BB8EA}" type="slidenum">
              <a:rPr lang="es-ES" smtClean="0"/>
              <a:t>‹Nº›</a:t>
            </a:fld>
            <a:endParaRPr lang="es-ES"/>
          </a:p>
        </p:txBody>
      </p:sp>
    </p:spTree>
    <p:extLst>
      <p:ext uri="{BB962C8B-B14F-4D97-AF65-F5344CB8AC3E}">
        <p14:creationId xmlns:p14="http://schemas.microsoft.com/office/powerpoint/2010/main" val="335810483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a:p>
        </p:txBody>
      </p:sp>
      <p:sp>
        <p:nvSpPr>
          <p:cNvPr id="3" name="Content Placeholder 2"/>
          <p:cNvSpPr>
            <a:spLocks noGrp="1"/>
          </p:cNvSpPr>
          <p:nvPr>
            <p:ph idx="1"/>
          </p:nvPr>
        </p:nvSpPr>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a:p>
        </p:txBody>
      </p:sp>
      <p:sp>
        <p:nvSpPr>
          <p:cNvPr id="4" name="Date Placeholder 3"/>
          <p:cNvSpPr>
            <a:spLocks noGrp="1"/>
          </p:cNvSpPr>
          <p:nvPr>
            <p:ph type="dt" sz="half" idx="10"/>
          </p:nvPr>
        </p:nvSpPr>
        <p:spPr/>
        <p:txBody>
          <a:bodyPr/>
          <a:lstStyle/>
          <a:p>
            <a:fld id="{F417B528-2CBC-1B41-99AD-FE57AA9CC27B}" type="datetimeFigureOut">
              <a:rPr lang="es-ES" smtClean="0"/>
              <a:t>20/06/2026</a:t>
            </a:fld>
            <a:endParaRPr lang="es-ES"/>
          </a:p>
        </p:txBody>
      </p:sp>
      <p:sp>
        <p:nvSpPr>
          <p:cNvPr id="5" name="Footer Placeholder 4"/>
          <p:cNvSpPr>
            <a:spLocks noGrp="1"/>
          </p:cNvSpPr>
          <p:nvPr>
            <p:ph type="ftr" sz="quarter" idx="11"/>
          </p:nvPr>
        </p:nvSpPr>
        <p:spPr/>
        <p:txBody>
          <a:bodyPr/>
          <a:lstStyle/>
          <a:p>
            <a:endParaRPr lang="es-ES"/>
          </a:p>
        </p:txBody>
      </p:sp>
      <p:sp>
        <p:nvSpPr>
          <p:cNvPr id="6" name="Slide Number Placeholder 5"/>
          <p:cNvSpPr>
            <a:spLocks noGrp="1"/>
          </p:cNvSpPr>
          <p:nvPr>
            <p:ph type="sldNum" sz="quarter" idx="12"/>
          </p:nvPr>
        </p:nvSpPr>
        <p:spPr/>
        <p:txBody>
          <a:bodyPr/>
          <a:lstStyle/>
          <a:p>
            <a:fld id="{DB9CF111-6C60-704C-BF27-B9CB194BB8EA}" type="slidenum">
              <a:rPr lang="es-ES" smtClean="0"/>
              <a:t>‹Nº›</a:t>
            </a:fld>
            <a:endParaRPr lang="es-ES"/>
          </a:p>
        </p:txBody>
      </p:sp>
    </p:spTree>
    <p:extLst>
      <p:ext uri="{BB962C8B-B14F-4D97-AF65-F5344CB8AC3E}">
        <p14:creationId xmlns:p14="http://schemas.microsoft.com/office/powerpoint/2010/main" val="257696854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s-ES"/>
              <a:t>Haga clic para modificar el estilo de título del patrón</a:t>
            </a:r>
            <a:endParaRPr lang="en-US"/>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s-ES"/>
              <a:t>Haga clic para modificar los estilos de texto del patrón</a:t>
            </a:r>
          </a:p>
        </p:txBody>
      </p:sp>
      <p:sp>
        <p:nvSpPr>
          <p:cNvPr id="4" name="Date Placeholder 3"/>
          <p:cNvSpPr>
            <a:spLocks noGrp="1"/>
          </p:cNvSpPr>
          <p:nvPr>
            <p:ph type="dt" sz="half" idx="10"/>
          </p:nvPr>
        </p:nvSpPr>
        <p:spPr/>
        <p:txBody>
          <a:bodyPr/>
          <a:lstStyle/>
          <a:p>
            <a:fld id="{F417B528-2CBC-1B41-99AD-FE57AA9CC27B}" type="datetimeFigureOut">
              <a:rPr lang="es-ES" smtClean="0"/>
              <a:t>20/06/2026</a:t>
            </a:fld>
            <a:endParaRPr lang="es-ES"/>
          </a:p>
        </p:txBody>
      </p:sp>
      <p:sp>
        <p:nvSpPr>
          <p:cNvPr id="5" name="Footer Placeholder 4"/>
          <p:cNvSpPr>
            <a:spLocks noGrp="1"/>
          </p:cNvSpPr>
          <p:nvPr>
            <p:ph type="ftr" sz="quarter" idx="11"/>
          </p:nvPr>
        </p:nvSpPr>
        <p:spPr/>
        <p:txBody>
          <a:bodyPr/>
          <a:lstStyle/>
          <a:p>
            <a:endParaRPr lang="es-ES"/>
          </a:p>
        </p:txBody>
      </p:sp>
      <p:sp>
        <p:nvSpPr>
          <p:cNvPr id="6" name="Slide Number Placeholder 5"/>
          <p:cNvSpPr>
            <a:spLocks noGrp="1"/>
          </p:cNvSpPr>
          <p:nvPr>
            <p:ph type="sldNum" sz="quarter" idx="12"/>
          </p:nvPr>
        </p:nvSpPr>
        <p:spPr/>
        <p:txBody>
          <a:bodyPr/>
          <a:lstStyle/>
          <a:p>
            <a:fld id="{DB9CF111-6C60-704C-BF27-B9CB194BB8EA}" type="slidenum">
              <a:rPr lang="es-ES" smtClean="0"/>
              <a:t>‹Nº›</a:t>
            </a:fld>
            <a:endParaRPr lang="es-ES"/>
          </a:p>
        </p:txBody>
      </p:sp>
    </p:spTree>
    <p:extLst>
      <p:ext uri="{BB962C8B-B14F-4D97-AF65-F5344CB8AC3E}">
        <p14:creationId xmlns:p14="http://schemas.microsoft.com/office/powerpoint/2010/main" val="405121838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a:p>
        </p:txBody>
      </p:sp>
      <p:sp>
        <p:nvSpPr>
          <p:cNvPr id="3" name="Content Placeholder 2"/>
          <p:cNvSpPr>
            <a:spLocks noGrp="1"/>
          </p:cNvSpPr>
          <p:nvPr>
            <p:ph sz="half" idx="1"/>
          </p:nvPr>
        </p:nvSpPr>
        <p:spPr>
          <a:xfrm>
            <a:off x="838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a:p>
        </p:txBody>
      </p:sp>
      <p:sp>
        <p:nvSpPr>
          <p:cNvPr id="4" name="Content Placeholder 3"/>
          <p:cNvSpPr>
            <a:spLocks noGrp="1"/>
          </p:cNvSpPr>
          <p:nvPr>
            <p:ph sz="half" idx="2"/>
          </p:nvPr>
        </p:nvSpPr>
        <p:spPr>
          <a:xfrm>
            <a:off x="6172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a:p>
        </p:txBody>
      </p:sp>
      <p:sp>
        <p:nvSpPr>
          <p:cNvPr id="5" name="Date Placeholder 4"/>
          <p:cNvSpPr>
            <a:spLocks noGrp="1"/>
          </p:cNvSpPr>
          <p:nvPr>
            <p:ph type="dt" sz="half" idx="10"/>
          </p:nvPr>
        </p:nvSpPr>
        <p:spPr/>
        <p:txBody>
          <a:bodyPr/>
          <a:lstStyle/>
          <a:p>
            <a:fld id="{F417B528-2CBC-1B41-99AD-FE57AA9CC27B}" type="datetimeFigureOut">
              <a:rPr lang="es-ES" smtClean="0"/>
              <a:t>20/06/2026</a:t>
            </a:fld>
            <a:endParaRPr lang="es-ES"/>
          </a:p>
        </p:txBody>
      </p:sp>
      <p:sp>
        <p:nvSpPr>
          <p:cNvPr id="6" name="Footer Placeholder 5"/>
          <p:cNvSpPr>
            <a:spLocks noGrp="1"/>
          </p:cNvSpPr>
          <p:nvPr>
            <p:ph type="ftr" sz="quarter" idx="11"/>
          </p:nvPr>
        </p:nvSpPr>
        <p:spPr/>
        <p:txBody>
          <a:bodyPr/>
          <a:lstStyle/>
          <a:p>
            <a:endParaRPr lang="es-ES"/>
          </a:p>
        </p:txBody>
      </p:sp>
      <p:sp>
        <p:nvSpPr>
          <p:cNvPr id="7" name="Slide Number Placeholder 6"/>
          <p:cNvSpPr>
            <a:spLocks noGrp="1"/>
          </p:cNvSpPr>
          <p:nvPr>
            <p:ph type="sldNum" sz="quarter" idx="12"/>
          </p:nvPr>
        </p:nvSpPr>
        <p:spPr/>
        <p:txBody>
          <a:bodyPr/>
          <a:lstStyle/>
          <a:p>
            <a:fld id="{DB9CF111-6C60-704C-BF27-B9CB194BB8EA}" type="slidenum">
              <a:rPr lang="es-ES" smtClean="0"/>
              <a:t>‹Nº›</a:t>
            </a:fld>
            <a:endParaRPr lang="es-ES"/>
          </a:p>
        </p:txBody>
      </p:sp>
    </p:spTree>
    <p:extLst>
      <p:ext uri="{BB962C8B-B14F-4D97-AF65-F5344CB8AC3E}">
        <p14:creationId xmlns:p14="http://schemas.microsoft.com/office/powerpoint/2010/main" val="2744299866"/>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s-ES"/>
              <a:t>Haga clic para modificar el estilo de título del patrón</a:t>
            </a:r>
            <a:endParaRPr lang="en-US"/>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4" name="Content Placeholder 3"/>
          <p:cNvSpPr>
            <a:spLocks noGrp="1"/>
          </p:cNvSpPr>
          <p:nvPr>
            <p:ph sz="half" idx="2"/>
          </p:nvPr>
        </p:nvSpPr>
        <p:spPr>
          <a:xfrm>
            <a:off x="839788" y="2505075"/>
            <a:ext cx="5157787"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6" name="Content Placeholder 5"/>
          <p:cNvSpPr>
            <a:spLocks noGrp="1"/>
          </p:cNvSpPr>
          <p:nvPr>
            <p:ph sz="quarter" idx="4"/>
          </p:nvPr>
        </p:nvSpPr>
        <p:spPr>
          <a:xfrm>
            <a:off x="6172200" y="2505075"/>
            <a:ext cx="5183188"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a:p>
        </p:txBody>
      </p:sp>
      <p:sp>
        <p:nvSpPr>
          <p:cNvPr id="7" name="Date Placeholder 6"/>
          <p:cNvSpPr>
            <a:spLocks noGrp="1"/>
          </p:cNvSpPr>
          <p:nvPr>
            <p:ph type="dt" sz="half" idx="10"/>
          </p:nvPr>
        </p:nvSpPr>
        <p:spPr/>
        <p:txBody>
          <a:bodyPr/>
          <a:lstStyle/>
          <a:p>
            <a:fld id="{F417B528-2CBC-1B41-99AD-FE57AA9CC27B}" type="datetimeFigureOut">
              <a:rPr lang="es-ES" smtClean="0"/>
              <a:t>20/06/2026</a:t>
            </a:fld>
            <a:endParaRPr lang="es-ES"/>
          </a:p>
        </p:txBody>
      </p:sp>
      <p:sp>
        <p:nvSpPr>
          <p:cNvPr id="8" name="Footer Placeholder 7"/>
          <p:cNvSpPr>
            <a:spLocks noGrp="1"/>
          </p:cNvSpPr>
          <p:nvPr>
            <p:ph type="ftr" sz="quarter" idx="11"/>
          </p:nvPr>
        </p:nvSpPr>
        <p:spPr/>
        <p:txBody>
          <a:bodyPr/>
          <a:lstStyle/>
          <a:p>
            <a:endParaRPr lang="es-ES"/>
          </a:p>
        </p:txBody>
      </p:sp>
      <p:sp>
        <p:nvSpPr>
          <p:cNvPr id="9" name="Slide Number Placeholder 8"/>
          <p:cNvSpPr>
            <a:spLocks noGrp="1"/>
          </p:cNvSpPr>
          <p:nvPr>
            <p:ph type="sldNum" sz="quarter" idx="12"/>
          </p:nvPr>
        </p:nvSpPr>
        <p:spPr/>
        <p:txBody>
          <a:bodyPr/>
          <a:lstStyle/>
          <a:p>
            <a:fld id="{DB9CF111-6C60-704C-BF27-B9CB194BB8EA}" type="slidenum">
              <a:rPr lang="es-ES" smtClean="0"/>
              <a:t>‹Nº›</a:t>
            </a:fld>
            <a:endParaRPr lang="es-ES"/>
          </a:p>
        </p:txBody>
      </p:sp>
    </p:spTree>
    <p:extLst>
      <p:ext uri="{BB962C8B-B14F-4D97-AF65-F5344CB8AC3E}">
        <p14:creationId xmlns:p14="http://schemas.microsoft.com/office/powerpoint/2010/main" val="130645229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a:p>
        </p:txBody>
      </p:sp>
      <p:sp>
        <p:nvSpPr>
          <p:cNvPr id="3" name="Date Placeholder 2"/>
          <p:cNvSpPr>
            <a:spLocks noGrp="1"/>
          </p:cNvSpPr>
          <p:nvPr>
            <p:ph type="dt" sz="half" idx="10"/>
          </p:nvPr>
        </p:nvSpPr>
        <p:spPr/>
        <p:txBody>
          <a:bodyPr/>
          <a:lstStyle/>
          <a:p>
            <a:fld id="{F417B528-2CBC-1B41-99AD-FE57AA9CC27B}" type="datetimeFigureOut">
              <a:rPr lang="es-ES" smtClean="0"/>
              <a:t>20/06/2026</a:t>
            </a:fld>
            <a:endParaRPr lang="es-ES"/>
          </a:p>
        </p:txBody>
      </p:sp>
      <p:sp>
        <p:nvSpPr>
          <p:cNvPr id="4" name="Footer Placeholder 3"/>
          <p:cNvSpPr>
            <a:spLocks noGrp="1"/>
          </p:cNvSpPr>
          <p:nvPr>
            <p:ph type="ftr" sz="quarter" idx="11"/>
          </p:nvPr>
        </p:nvSpPr>
        <p:spPr/>
        <p:txBody>
          <a:bodyPr/>
          <a:lstStyle/>
          <a:p>
            <a:endParaRPr lang="es-ES"/>
          </a:p>
        </p:txBody>
      </p:sp>
      <p:sp>
        <p:nvSpPr>
          <p:cNvPr id="5" name="Slide Number Placeholder 4"/>
          <p:cNvSpPr>
            <a:spLocks noGrp="1"/>
          </p:cNvSpPr>
          <p:nvPr>
            <p:ph type="sldNum" sz="quarter" idx="12"/>
          </p:nvPr>
        </p:nvSpPr>
        <p:spPr/>
        <p:txBody>
          <a:bodyPr/>
          <a:lstStyle/>
          <a:p>
            <a:fld id="{DB9CF111-6C60-704C-BF27-B9CB194BB8EA}" type="slidenum">
              <a:rPr lang="es-ES" smtClean="0"/>
              <a:t>‹Nº›</a:t>
            </a:fld>
            <a:endParaRPr lang="es-ES"/>
          </a:p>
        </p:txBody>
      </p:sp>
    </p:spTree>
    <p:extLst>
      <p:ext uri="{BB962C8B-B14F-4D97-AF65-F5344CB8AC3E}">
        <p14:creationId xmlns:p14="http://schemas.microsoft.com/office/powerpoint/2010/main" val="395141762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F417B528-2CBC-1B41-99AD-FE57AA9CC27B}" type="datetimeFigureOut">
              <a:rPr lang="es-ES" smtClean="0"/>
              <a:t>20/06/2026</a:t>
            </a:fld>
            <a:endParaRPr lang="es-ES"/>
          </a:p>
        </p:txBody>
      </p:sp>
      <p:sp>
        <p:nvSpPr>
          <p:cNvPr id="3" name="Footer Placeholder 2"/>
          <p:cNvSpPr>
            <a:spLocks noGrp="1"/>
          </p:cNvSpPr>
          <p:nvPr>
            <p:ph type="ftr" sz="quarter" idx="11"/>
          </p:nvPr>
        </p:nvSpPr>
        <p:spPr/>
        <p:txBody>
          <a:bodyPr/>
          <a:lstStyle/>
          <a:p>
            <a:endParaRPr lang="es-ES"/>
          </a:p>
        </p:txBody>
      </p:sp>
      <p:sp>
        <p:nvSpPr>
          <p:cNvPr id="4" name="Slide Number Placeholder 3"/>
          <p:cNvSpPr>
            <a:spLocks noGrp="1"/>
          </p:cNvSpPr>
          <p:nvPr>
            <p:ph type="sldNum" sz="quarter" idx="12"/>
          </p:nvPr>
        </p:nvSpPr>
        <p:spPr/>
        <p:txBody>
          <a:bodyPr/>
          <a:lstStyle/>
          <a:p>
            <a:fld id="{DB9CF111-6C60-704C-BF27-B9CB194BB8EA}" type="slidenum">
              <a:rPr lang="es-ES" smtClean="0"/>
              <a:t>‹Nº›</a:t>
            </a:fld>
            <a:endParaRPr lang="es-ES"/>
          </a:p>
        </p:txBody>
      </p:sp>
    </p:spTree>
    <p:extLst>
      <p:ext uri="{BB962C8B-B14F-4D97-AF65-F5344CB8AC3E}">
        <p14:creationId xmlns:p14="http://schemas.microsoft.com/office/powerpoint/2010/main" val="217177287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n-US"/>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Date Placeholder 4"/>
          <p:cNvSpPr>
            <a:spLocks noGrp="1"/>
          </p:cNvSpPr>
          <p:nvPr>
            <p:ph type="dt" sz="half" idx="10"/>
          </p:nvPr>
        </p:nvSpPr>
        <p:spPr/>
        <p:txBody>
          <a:bodyPr/>
          <a:lstStyle/>
          <a:p>
            <a:fld id="{F417B528-2CBC-1B41-99AD-FE57AA9CC27B}" type="datetimeFigureOut">
              <a:rPr lang="es-ES" smtClean="0"/>
              <a:t>20/06/2026</a:t>
            </a:fld>
            <a:endParaRPr lang="es-ES"/>
          </a:p>
        </p:txBody>
      </p:sp>
      <p:sp>
        <p:nvSpPr>
          <p:cNvPr id="6" name="Footer Placeholder 5"/>
          <p:cNvSpPr>
            <a:spLocks noGrp="1"/>
          </p:cNvSpPr>
          <p:nvPr>
            <p:ph type="ftr" sz="quarter" idx="11"/>
          </p:nvPr>
        </p:nvSpPr>
        <p:spPr/>
        <p:txBody>
          <a:bodyPr/>
          <a:lstStyle/>
          <a:p>
            <a:endParaRPr lang="es-ES"/>
          </a:p>
        </p:txBody>
      </p:sp>
      <p:sp>
        <p:nvSpPr>
          <p:cNvPr id="7" name="Slide Number Placeholder 6"/>
          <p:cNvSpPr>
            <a:spLocks noGrp="1"/>
          </p:cNvSpPr>
          <p:nvPr>
            <p:ph type="sldNum" sz="quarter" idx="12"/>
          </p:nvPr>
        </p:nvSpPr>
        <p:spPr/>
        <p:txBody>
          <a:bodyPr/>
          <a:lstStyle/>
          <a:p>
            <a:fld id="{DB9CF111-6C60-704C-BF27-B9CB194BB8EA}" type="slidenum">
              <a:rPr lang="es-ES" smtClean="0"/>
              <a:t>‹Nº›</a:t>
            </a:fld>
            <a:endParaRPr lang="es-ES"/>
          </a:p>
        </p:txBody>
      </p:sp>
    </p:spTree>
    <p:extLst>
      <p:ext uri="{BB962C8B-B14F-4D97-AF65-F5344CB8AC3E}">
        <p14:creationId xmlns:p14="http://schemas.microsoft.com/office/powerpoint/2010/main" val="3369322295"/>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n-US"/>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s-ES"/>
              <a:t>Haga clic en el icono para agregar una imagen</a:t>
            </a:r>
            <a:endParaRPr lang="en-US"/>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Date Placeholder 4"/>
          <p:cNvSpPr>
            <a:spLocks noGrp="1"/>
          </p:cNvSpPr>
          <p:nvPr>
            <p:ph type="dt" sz="half" idx="10"/>
          </p:nvPr>
        </p:nvSpPr>
        <p:spPr/>
        <p:txBody>
          <a:bodyPr/>
          <a:lstStyle/>
          <a:p>
            <a:fld id="{F417B528-2CBC-1B41-99AD-FE57AA9CC27B}" type="datetimeFigureOut">
              <a:rPr lang="es-ES" smtClean="0"/>
              <a:t>20/06/2026</a:t>
            </a:fld>
            <a:endParaRPr lang="es-E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DB9CF111-6C60-704C-BF27-B9CB194BB8EA}" type="slidenum">
              <a:rPr lang="es-ES" smtClean="0"/>
              <a:t>‹Nº›</a:t>
            </a:fld>
            <a:endParaRPr lang="es-ES"/>
          </a:p>
        </p:txBody>
      </p:sp>
    </p:spTree>
    <p:extLst>
      <p:ext uri="{BB962C8B-B14F-4D97-AF65-F5344CB8AC3E}">
        <p14:creationId xmlns:p14="http://schemas.microsoft.com/office/powerpoint/2010/main" val="5783851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s-ES"/>
              <a:t>Haga clic para modificar el estilo de título del patrón</a:t>
            </a:r>
            <a:endParaRPr lang="en-US"/>
          </a:p>
        </p:txBody>
      </p:sp>
      <p:sp>
        <p:nvSpPr>
          <p:cNvPr id="3" name="Vertical Text Placeholder 2"/>
          <p:cNvSpPr>
            <a:spLocks noGrp="1"/>
          </p:cNvSpPr>
          <p:nvPr>
            <p:ph type="body" orient="vert" idx="1"/>
          </p:nvPr>
        </p:nvSpPr>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a:p>
        </p:txBody>
      </p:sp>
      <p:sp>
        <p:nvSpPr>
          <p:cNvPr id="4" name="Date Placeholder 3"/>
          <p:cNvSpPr>
            <a:spLocks noGrp="1"/>
          </p:cNvSpPr>
          <p:nvPr>
            <p:ph type="dt" sz="half" idx="10"/>
          </p:nvPr>
        </p:nvSpPr>
        <p:spPr/>
        <p:txBody>
          <a:bodyPr/>
          <a:lstStyle/>
          <a:p>
            <a:fld id="{F417B528-2CBC-1B41-99AD-FE57AA9CC27B}" type="datetimeFigureOut">
              <a:rPr lang="es-ES" smtClean="0"/>
              <a:t>20/06/2026</a:t>
            </a:fld>
            <a:endParaRPr lang="es-ES"/>
          </a:p>
        </p:txBody>
      </p:sp>
      <p:sp>
        <p:nvSpPr>
          <p:cNvPr id="5" name="Footer Placeholder 4"/>
          <p:cNvSpPr>
            <a:spLocks noGrp="1"/>
          </p:cNvSpPr>
          <p:nvPr>
            <p:ph type="ftr" sz="quarter" idx="11"/>
          </p:nvPr>
        </p:nvSpPr>
        <p:spPr/>
        <p:txBody>
          <a:bodyPr/>
          <a:lstStyle/>
          <a:p>
            <a:endParaRPr lang="es-ES"/>
          </a:p>
        </p:txBody>
      </p:sp>
      <p:sp>
        <p:nvSpPr>
          <p:cNvPr id="6" name="Slide Number Placeholder 5"/>
          <p:cNvSpPr>
            <a:spLocks noGrp="1"/>
          </p:cNvSpPr>
          <p:nvPr>
            <p:ph type="sldNum" sz="quarter" idx="12"/>
          </p:nvPr>
        </p:nvSpPr>
        <p:spPr/>
        <p:txBody>
          <a:bodyPr/>
          <a:lstStyle/>
          <a:p>
            <a:fld id="{DB9CF111-6C60-704C-BF27-B9CB194BB8EA}" type="slidenum">
              <a:rPr lang="es-ES" smtClean="0"/>
              <a:t>‹Nº›</a:t>
            </a:fld>
            <a:endParaRPr lang="es-ES"/>
          </a:p>
        </p:txBody>
      </p:sp>
    </p:spTree>
    <p:extLst>
      <p:ext uri="{BB962C8B-B14F-4D97-AF65-F5344CB8AC3E}">
        <p14:creationId xmlns:p14="http://schemas.microsoft.com/office/powerpoint/2010/main" val="870792039"/>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s-ES"/>
              <a:t>Haga clic para modificar el estilo de título del patrón</a:t>
            </a:r>
            <a:endParaRPr lang="en-US"/>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a:p>
        </p:txBody>
      </p:sp>
      <p:sp>
        <p:nvSpPr>
          <p:cNvPr id="4" name="Date Placeholder 3"/>
          <p:cNvSpPr>
            <a:spLocks noGrp="1"/>
          </p:cNvSpPr>
          <p:nvPr>
            <p:ph type="dt" sz="half" idx="10"/>
          </p:nvPr>
        </p:nvSpPr>
        <p:spPr/>
        <p:txBody>
          <a:bodyPr/>
          <a:lstStyle/>
          <a:p>
            <a:fld id="{F417B528-2CBC-1B41-99AD-FE57AA9CC27B}" type="datetimeFigureOut">
              <a:rPr lang="es-ES" smtClean="0"/>
              <a:t>20/06/2026</a:t>
            </a:fld>
            <a:endParaRPr lang="es-ES"/>
          </a:p>
        </p:txBody>
      </p:sp>
      <p:sp>
        <p:nvSpPr>
          <p:cNvPr id="5" name="Footer Placeholder 4"/>
          <p:cNvSpPr>
            <a:spLocks noGrp="1"/>
          </p:cNvSpPr>
          <p:nvPr>
            <p:ph type="ftr" sz="quarter" idx="11"/>
          </p:nvPr>
        </p:nvSpPr>
        <p:spPr/>
        <p:txBody>
          <a:bodyPr/>
          <a:lstStyle/>
          <a:p>
            <a:endParaRPr lang="es-ES"/>
          </a:p>
        </p:txBody>
      </p:sp>
      <p:sp>
        <p:nvSpPr>
          <p:cNvPr id="6" name="Slide Number Placeholder 5"/>
          <p:cNvSpPr>
            <a:spLocks noGrp="1"/>
          </p:cNvSpPr>
          <p:nvPr>
            <p:ph type="sldNum" sz="quarter" idx="12"/>
          </p:nvPr>
        </p:nvSpPr>
        <p:spPr/>
        <p:txBody>
          <a:bodyPr/>
          <a:lstStyle/>
          <a:p>
            <a:fld id="{DB9CF111-6C60-704C-BF27-B9CB194BB8EA}" type="slidenum">
              <a:rPr lang="es-ES" smtClean="0"/>
              <a:t>‹Nº›</a:t>
            </a:fld>
            <a:endParaRPr lang="es-ES"/>
          </a:p>
        </p:txBody>
      </p:sp>
    </p:spTree>
    <p:extLst>
      <p:ext uri="{BB962C8B-B14F-4D97-AF65-F5344CB8AC3E}">
        <p14:creationId xmlns:p14="http://schemas.microsoft.com/office/powerpoint/2010/main" val="261496136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23315FA-B26E-4766-9BCA-0600D5537274}"/>
              </a:ext>
            </a:extLst>
          </p:cNvPr>
          <p:cNvSpPr>
            <a:spLocks noGrp="1"/>
          </p:cNvSpPr>
          <p:nvPr>
            <p:ph type="ctrTitle"/>
          </p:nvPr>
        </p:nvSpPr>
        <p:spPr>
          <a:xfrm>
            <a:off x="1524000" y="1122363"/>
            <a:ext cx="9144000" cy="2387600"/>
          </a:xfrm>
        </p:spPr>
        <p:txBody>
          <a:bodyPr anchor="b"/>
          <a:lstStyle>
            <a:lvl1pPr algn="ctr">
              <a:defRPr sz="4500"/>
            </a:lvl1pPr>
          </a:lstStyle>
          <a:p>
            <a:r>
              <a:rPr lang="es-ES"/>
              <a:t>Haga clic para modificar el estilo de título del patrón</a:t>
            </a:r>
          </a:p>
        </p:txBody>
      </p:sp>
      <p:sp>
        <p:nvSpPr>
          <p:cNvPr id="3" name="Subtítulo 2">
            <a:extLst>
              <a:ext uri="{FF2B5EF4-FFF2-40B4-BE49-F238E27FC236}">
                <a16:creationId xmlns:a16="http://schemas.microsoft.com/office/drawing/2014/main" id="{F60C2D36-371F-49C1-95D8-55A7A60B552F}"/>
              </a:ext>
            </a:extLst>
          </p:cNvPr>
          <p:cNvSpPr>
            <a:spLocks noGrp="1"/>
          </p:cNvSpPr>
          <p:nvPr>
            <p:ph type="subTitle" idx="1"/>
          </p:nvPr>
        </p:nvSpPr>
        <p:spPr>
          <a:xfrm>
            <a:off x="1524000" y="3602038"/>
            <a:ext cx="9144000" cy="1655762"/>
          </a:xfrm>
        </p:spPr>
        <p:txBody>
          <a:bodyPr/>
          <a:lstStyle>
            <a:lvl1pPr marL="0" indent="0" algn="ctr">
              <a:buNone/>
              <a:defRPr sz="1800"/>
            </a:lvl1pPr>
            <a:lvl2pPr marL="342900" indent="0" algn="ctr">
              <a:buNone/>
              <a:defRPr sz="1500"/>
            </a:lvl2pPr>
            <a:lvl3pPr marL="685800" indent="0" algn="ctr">
              <a:buNone/>
              <a:defRPr sz="1350"/>
            </a:lvl3pPr>
            <a:lvl4pPr marL="1028700" indent="0" algn="ctr">
              <a:buNone/>
              <a:defRPr sz="1200"/>
            </a:lvl4pPr>
            <a:lvl5pPr marL="1371600" indent="0" algn="ctr">
              <a:buNone/>
              <a:defRPr sz="1200"/>
            </a:lvl5pPr>
            <a:lvl6pPr marL="1714500" indent="0" algn="ctr">
              <a:buNone/>
              <a:defRPr sz="1200"/>
            </a:lvl6pPr>
            <a:lvl7pPr marL="2057400" indent="0" algn="ctr">
              <a:buNone/>
              <a:defRPr sz="1200"/>
            </a:lvl7pPr>
            <a:lvl8pPr marL="2400300" indent="0" algn="ctr">
              <a:buNone/>
              <a:defRPr sz="1200"/>
            </a:lvl8pPr>
            <a:lvl9pPr marL="2743200" indent="0" algn="ctr">
              <a:buNone/>
              <a:defRPr sz="1200"/>
            </a:lvl9pPr>
          </a:lstStyle>
          <a:p>
            <a:r>
              <a:rPr lang="es-ES"/>
              <a:t>Haga clic para modificar el estilo de subtítulo del patrón</a:t>
            </a:r>
          </a:p>
        </p:txBody>
      </p:sp>
      <p:sp>
        <p:nvSpPr>
          <p:cNvPr id="4" name="Marcador de fecha 3">
            <a:extLst>
              <a:ext uri="{FF2B5EF4-FFF2-40B4-BE49-F238E27FC236}">
                <a16:creationId xmlns:a16="http://schemas.microsoft.com/office/drawing/2014/main" id="{7BAF83FF-2833-4C39-BB1B-64CE5D6A8BAC}"/>
              </a:ext>
            </a:extLst>
          </p:cNvPr>
          <p:cNvSpPr>
            <a:spLocks noGrp="1"/>
          </p:cNvSpPr>
          <p:nvPr>
            <p:ph type="dt" sz="half" idx="10"/>
          </p:nvPr>
        </p:nvSpPr>
        <p:spPr/>
        <p:txBody>
          <a:bodyPr/>
          <a:lstStyle/>
          <a:p>
            <a:fld id="{9CE01402-274D-4E0C-BF46-02FBB35D2773}" type="datetimeFigureOut">
              <a:rPr lang="es-ES" smtClean="0"/>
              <a:pPr/>
              <a:t>20/06/2026</a:t>
            </a:fld>
            <a:endParaRPr lang="es-ES"/>
          </a:p>
        </p:txBody>
      </p:sp>
      <p:sp>
        <p:nvSpPr>
          <p:cNvPr id="5" name="Marcador de pie de página 4">
            <a:extLst>
              <a:ext uri="{FF2B5EF4-FFF2-40B4-BE49-F238E27FC236}">
                <a16:creationId xmlns:a16="http://schemas.microsoft.com/office/drawing/2014/main" id="{2F67414E-20FD-4EA4-A793-FCD25FF21682}"/>
              </a:ext>
            </a:extLst>
          </p:cNvPr>
          <p:cNvSpPr>
            <a:spLocks noGrp="1"/>
          </p:cNvSpPr>
          <p:nvPr>
            <p:ph type="ftr" sz="quarter" idx="11"/>
          </p:nvPr>
        </p:nvSpPr>
        <p:spPr/>
        <p:txBody>
          <a:bodyPr/>
          <a:lstStyle/>
          <a:p>
            <a:endParaRPr lang="es-ES"/>
          </a:p>
        </p:txBody>
      </p:sp>
      <p:sp>
        <p:nvSpPr>
          <p:cNvPr id="6" name="Marcador de número de diapositiva 5">
            <a:extLst>
              <a:ext uri="{FF2B5EF4-FFF2-40B4-BE49-F238E27FC236}">
                <a16:creationId xmlns:a16="http://schemas.microsoft.com/office/drawing/2014/main" id="{BEBEB97E-A3AF-4BDC-8733-B2AF97C8BD43}"/>
              </a:ext>
            </a:extLst>
          </p:cNvPr>
          <p:cNvSpPr>
            <a:spLocks noGrp="1"/>
          </p:cNvSpPr>
          <p:nvPr>
            <p:ph type="sldNum" sz="quarter" idx="12"/>
          </p:nvPr>
        </p:nvSpPr>
        <p:spPr/>
        <p:txBody>
          <a:bodyPr/>
          <a:lstStyle/>
          <a:p>
            <a:fld id="{C83FDE16-1D74-4019-AA3C-724A34CBF3FB}" type="slidenum">
              <a:rPr lang="es-ES" smtClean="0"/>
              <a:pPr/>
              <a:t>‹Nº›</a:t>
            </a:fld>
            <a:endParaRPr lang="es-ES"/>
          </a:p>
        </p:txBody>
      </p:sp>
    </p:spTree>
    <p:extLst>
      <p:ext uri="{BB962C8B-B14F-4D97-AF65-F5344CB8AC3E}">
        <p14:creationId xmlns:p14="http://schemas.microsoft.com/office/powerpoint/2010/main" val="115230700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EC4E0EB-5DB2-494C-A0A3-ABA033796A3A}"/>
              </a:ext>
            </a:extLst>
          </p:cNvPr>
          <p:cNvSpPr>
            <a:spLocks noGrp="1"/>
          </p:cNvSpPr>
          <p:nvPr>
            <p:ph type="title"/>
          </p:nvPr>
        </p:nvSpPr>
        <p:spPr/>
        <p:txBody>
          <a:bodyPr/>
          <a:lstStyle/>
          <a:p>
            <a:r>
              <a:rPr lang="es-ES"/>
              <a:t>Haga clic para modificar el estilo de título del patrón</a:t>
            </a:r>
          </a:p>
        </p:txBody>
      </p:sp>
      <p:sp>
        <p:nvSpPr>
          <p:cNvPr id="3" name="Marcador de contenido 2">
            <a:extLst>
              <a:ext uri="{FF2B5EF4-FFF2-40B4-BE49-F238E27FC236}">
                <a16:creationId xmlns:a16="http://schemas.microsoft.com/office/drawing/2014/main" id="{188B708E-A333-449A-85F5-93766C30AC65}"/>
              </a:ext>
            </a:extLst>
          </p:cNvPr>
          <p:cNvSpPr>
            <a:spLocks noGrp="1"/>
          </p:cNvSpPr>
          <p:nvPr>
            <p:ph idx="1"/>
          </p:nvPr>
        </p:nvSpPr>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fecha 3">
            <a:extLst>
              <a:ext uri="{FF2B5EF4-FFF2-40B4-BE49-F238E27FC236}">
                <a16:creationId xmlns:a16="http://schemas.microsoft.com/office/drawing/2014/main" id="{12F0BEDC-44D4-45CC-9A26-7D715F1EC05A}"/>
              </a:ext>
            </a:extLst>
          </p:cNvPr>
          <p:cNvSpPr>
            <a:spLocks noGrp="1"/>
          </p:cNvSpPr>
          <p:nvPr>
            <p:ph type="dt" sz="half" idx="10"/>
          </p:nvPr>
        </p:nvSpPr>
        <p:spPr/>
        <p:txBody>
          <a:bodyPr/>
          <a:lstStyle/>
          <a:p>
            <a:fld id="{9CE01402-274D-4E0C-BF46-02FBB35D2773}" type="datetimeFigureOut">
              <a:rPr lang="es-ES" smtClean="0"/>
              <a:pPr/>
              <a:t>20/06/2026</a:t>
            </a:fld>
            <a:endParaRPr lang="es-ES"/>
          </a:p>
        </p:txBody>
      </p:sp>
      <p:sp>
        <p:nvSpPr>
          <p:cNvPr id="5" name="Marcador de pie de página 4">
            <a:extLst>
              <a:ext uri="{FF2B5EF4-FFF2-40B4-BE49-F238E27FC236}">
                <a16:creationId xmlns:a16="http://schemas.microsoft.com/office/drawing/2014/main" id="{D0B87380-906D-474A-8548-1532FB099F67}"/>
              </a:ext>
            </a:extLst>
          </p:cNvPr>
          <p:cNvSpPr>
            <a:spLocks noGrp="1"/>
          </p:cNvSpPr>
          <p:nvPr>
            <p:ph type="ftr" sz="quarter" idx="11"/>
          </p:nvPr>
        </p:nvSpPr>
        <p:spPr/>
        <p:txBody>
          <a:bodyPr/>
          <a:lstStyle/>
          <a:p>
            <a:endParaRPr lang="es-ES"/>
          </a:p>
        </p:txBody>
      </p:sp>
      <p:sp>
        <p:nvSpPr>
          <p:cNvPr id="6" name="Marcador de número de diapositiva 5">
            <a:extLst>
              <a:ext uri="{FF2B5EF4-FFF2-40B4-BE49-F238E27FC236}">
                <a16:creationId xmlns:a16="http://schemas.microsoft.com/office/drawing/2014/main" id="{234C900F-54D0-4C2A-9478-38DE3EC79550}"/>
              </a:ext>
            </a:extLst>
          </p:cNvPr>
          <p:cNvSpPr>
            <a:spLocks noGrp="1"/>
          </p:cNvSpPr>
          <p:nvPr>
            <p:ph type="sldNum" sz="quarter" idx="12"/>
          </p:nvPr>
        </p:nvSpPr>
        <p:spPr/>
        <p:txBody>
          <a:bodyPr/>
          <a:lstStyle/>
          <a:p>
            <a:fld id="{C83FDE16-1D74-4019-AA3C-724A34CBF3FB}" type="slidenum">
              <a:rPr lang="es-ES" smtClean="0"/>
              <a:pPr/>
              <a:t>‹Nº›</a:t>
            </a:fld>
            <a:endParaRPr lang="es-ES"/>
          </a:p>
        </p:txBody>
      </p:sp>
    </p:spTree>
    <p:extLst>
      <p:ext uri="{BB962C8B-B14F-4D97-AF65-F5344CB8AC3E}">
        <p14:creationId xmlns:p14="http://schemas.microsoft.com/office/powerpoint/2010/main" val="4123322930"/>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3296A84-BEE7-4568-8723-06F44E36478F}"/>
              </a:ext>
            </a:extLst>
          </p:cNvPr>
          <p:cNvSpPr>
            <a:spLocks noGrp="1"/>
          </p:cNvSpPr>
          <p:nvPr>
            <p:ph type="title"/>
          </p:nvPr>
        </p:nvSpPr>
        <p:spPr>
          <a:xfrm>
            <a:off x="831851" y="1709740"/>
            <a:ext cx="10515600" cy="2852737"/>
          </a:xfrm>
        </p:spPr>
        <p:txBody>
          <a:bodyPr anchor="b"/>
          <a:lstStyle>
            <a:lvl1pPr>
              <a:defRPr sz="4500"/>
            </a:lvl1pPr>
          </a:lstStyle>
          <a:p>
            <a:r>
              <a:rPr lang="es-ES"/>
              <a:t>Haga clic para modificar el estilo de título del patrón</a:t>
            </a:r>
          </a:p>
        </p:txBody>
      </p:sp>
      <p:sp>
        <p:nvSpPr>
          <p:cNvPr id="3" name="Marcador de texto 2">
            <a:extLst>
              <a:ext uri="{FF2B5EF4-FFF2-40B4-BE49-F238E27FC236}">
                <a16:creationId xmlns:a16="http://schemas.microsoft.com/office/drawing/2014/main" id="{9E81DC3C-9BCA-4460-B87F-F87FB64CBADA}"/>
              </a:ext>
            </a:extLst>
          </p:cNvPr>
          <p:cNvSpPr>
            <a:spLocks noGrp="1"/>
          </p:cNvSpPr>
          <p:nvPr>
            <p:ph type="body" idx="1"/>
          </p:nvPr>
        </p:nvSpPr>
        <p:spPr>
          <a:xfrm>
            <a:off x="831851" y="4589465"/>
            <a:ext cx="10515600" cy="1500187"/>
          </a:xfrm>
        </p:spPr>
        <p:txBody>
          <a:bodyPr/>
          <a:lstStyle>
            <a:lvl1pPr marL="0" indent="0">
              <a:buNone/>
              <a:defRPr sz="1800">
                <a:solidFill>
                  <a:schemeClr val="tx1">
                    <a:tint val="75000"/>
                  </a:schemeClr>
                </a:solidFill>
              </a:defRPr>
            </a:lvl1pPr>
            <a:lvl2pPr marL="342900" indent="0">
              <a:buNone/>
              <a:defRPr sz="1500">
                <a:solidFill>
                  <a:schemeClr val="tx1">
                    <a:tint val="75000"/>
                  </a:schemeClr>
                </a:solidFill>
              </a:defRPr>
            </a:lvl2pPr>
            <a:lvl3pPr marL="685800" indent="0">
              <a:buNone/>
              <a:defRPr sz="1350">
                <a:solidFill>
                  <a:schemeClr val="tx1">
                    <a:tint val="75000"/>
                  </a:schemeClr>
                </a:solidFill>
              </a:defRPr>
            </a:lvl3pPr>
            <a:lvl4pPr marL="1028700" indent="0">
              <a:buNone/>
              <a:defRPr sz="1200">
                <a:solidFill>
                  <a:schemeClr val="tx1">
                    <a:tint val="75000"/>
                  </a:schemeClr>
                </a:solidFill>
              </a:defRPr>
            </a:lvl4pPr>
            <a:lvl5pPr marL="1371600" indent="0">
              <a:buNone/>
              <a:defRPr sz="1200">
                <a:solidFill>
                  <a:schemeClr val="tx1">
                    <a:tint val="75000"/>
                  </a:schemeClr>
                </a:solidFill>
              </a:defRPr>
            </a:lvl5pPr>
            <a:lvl6pPr marL="1714500" indent="0">
              <a:buNone/>
              <a:defRPr sz="1200">
                <a:solidFill>
                  <a:schemeClr val="tx1">
                    <a:tint val="75000"/>
                  </a:schemeClr>
                </a:solidFill>
              </a:defRPr>
            </a:lvl6pPr>
            <a:lvl7pPr marL="2057400" indent="0">
              <a:buNone/>
              <a:defRPr sz="1200">
                <a:solidFill>
                  <a:schemeClr val="tx1">
                    <a:tint val="75000"/>
                  </a:schemeClr>
                </a:solidFill>
              </a:defRPr>
            </a:lvl7pPr>
            <a:lvl8pPr marL="2400300" indent="0">
              <a:buNone/>
              <a:defRPr sz="1200">
                <a:solidFill>
                  <a:schemeClr val="tx1">
                    <a:tint val="75000"/>
                  </a:schemeClr>
                </a:solidFill>
              </a:defRPr>
            </a:lvl8pPr>
            <a:lvl9pPr marL="2743200" indent="0">
              <a:buNone/>
              <a:defRPr sz="1200">
                <a:solidFill>
                  <a:schemeClr val="tx1">
                    <a:tint val="75000"/>
                  </a:schemeClr>
                </a:solidFill>
              </a:defRPr>
            </a:lvl9pPr>
          </a:lstStyle>
          <a:p>
            <a:pPr lvl="0"/>
            <a:r>
              <a:rPr lang="es-ES"/>
              <a:t>Haga clic para modificar los estilos de texto del patrón</a:t>
            </a:r>
          </a:p>
        </p:txBody>
      </p:sp>
      <p:sp>
        <p:nvSpPr>
          <p:cNvPr id="4" name="Marcador de fecha 3">
            <a:extLst>
              <a:ext uri="{FF2B5EF4-FFF2-40B4-BE49-F238E27FC236}">
                <a16:creationId xmlns:a16="http://schemas.microsoft.com/office/drawing/2014/main" id="{1BFAAECA-24C3-4F88-9E58-4775CD172742}"/>
              </a:ext>
            </a:extLst>
          </p:cNvPr>
          <p:cNvSpPr>
            <a:spLocks noGrp="1"/>
          </p:cNvSpPr>
          <p:nvPr>
            <p:ph type="dt" sz="half" idx="10"/>
          </p:nvPr>
        </p:nvSpPr>
        <p:spPr/>
        <p:txBody>
          <a:bodyPr/>
          <a:lstStyle/>
          <a:p>
            <a:fld id="{94B0AE69-0F14-4E29-8E41-3FA1BAEBBCD0}" type="datetimeFigureOut">
              <a:rPr lang="es-ES" smtClean="0"/>
              <a:pPr/>
              <a:t>20/06/2026</a:t>
            </a:fld>
            <a:endParaRPr lang="es-ES"/>
          </a:p>
        </p:txBody>
      </p:sp>
      <p:sp>
        <p:nvSpPr>
          <p:cNvPr id="5" name="Marcador de pie de página 4">
            <a:extLst>
              <a:ext uri="{FF2B5EF4-FFF2-40B4-BE49-F238E27FC236}">
                <a16:creationId xmlns:a16="http://schemas.microsoft.com/office/drawing/2014/main" id="{70957F1A-C61C-45C3-98CC-A29DCCB1B3EB}"/>
              </a:ext>
            </a:extLst>
          </p:cNvPr>
          <p:cNvSpPr>
            <a:spLocks noGrp="1"/>
          </p:cNvSpPr>
          <p:nvPr>
            <p:ph type="ftr" sz="quarter" idx="11"/>
          </p:nvPr>
        </p:nvSpPr>
        <p:spPr/>
        <p:txBody>
          <a:bodyPr/>
          <a:lstStyle/>
          <a:p>
            <a:endParaRPr lang="es-ES"/>
          </a:p>
        </p:txBody>
      </p:sp>
      <p:sp>
        <p:nvSpPr>
          <p:cNvPr id="6" name="Marcador de número de diapositiva 5">
            <a:extLst>
              <a:ext uri="{FF2B5EF4-FFF2-40B4-BE49-F238E27FC236}">
                <a16:creationId xmlns:a16="http://schemas.microsoft.com/office/drawing/2014/main" id="{14581728-D689-4720-A04E-90DBCAD48A69}"/>
              </a:ext>
            </a:extLst>
          </p:cNvPr>
          <p:cNvSpPr>
            <a:spLocks noGrp="1"/>
          </p:cNvSpPr>
          <p:nvPr>
            <p:ph type="sldNum" sz="quarter" idx="12"/>
          </p:nvPr>
        </p:nvSpPr>
        <p:spPr/>
        <p:txBody>
          <a:bodyPr/>
          <a:lstStyle/>
          <a:p>
            <a:fld id="{3E2E329D-A9C5-42C5-AE7C-FB6505BA80C4}" type="slidenum">
              <a:rPr lang="es-ES" smtClean="0"/>
              <a:pPr/>
              <a:t>‹Nº›</a:t>
            </a:fld>
            <a:endParaRPr lang="es-ES"/>
          </a:p>
        </p:txBody>
      </p:sp>
    </p:spTree>
    <p:extLst>
      <p:ext uri="{BB962C8B-B14F-4D97-AF65-F5344CB8AC3E}">
        <p14:creationId xmlns:p14="http://schemas.microsoft.com/office/powerpoint/2010/main" val="3092550581"/>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3AEBB58-68F6-4241-BCB5-D4767E70BFBE}"/>
              </a:ext>
            </a:extLst>
          </p:cNvPr>
          <p:cNvSpPr>
            <a:spLocks noGrp="1"/>
          </p:cNvSpPr>
          <p:nvPr>
            <p:ph type="title"/>
          </p:nvPr>
        </p:nvSpPr>
        <p:spPr/>
        <p:txBody>
          <a:bodyPr/>
          <a:lstStyle/>
          <a:p>
            <a:r>
              <a:rPr lang="es-ES"/>
              <a:t>Haga clic para modificar el estilo de título del patrón</a:t>
            </a:r>
          </a:p>
        </p:txBody>
      </p:sp>
      <p:sp>
        <p:nvSpPr>
          <p:cNvPr id="3" name="Marcador de contenido 2">
            <a:extLst>
              <a:ext uri="{FF2B5EF4-FFF2-40B4-BE49-F238E27FC236}">
                <a16:creationId xmlns:a16="http://schemas.microsoft.com/office/drawing/2014/main" id="{DD04FDC0-34A7-4D94-9E81-9CFCB92CB72B}"/>
              </a:ext>
            </a:extLst>
          </p:cNvPr>
          <p:cNvSpPr>
            <a:spLocks noGrp="1"/>
          </p:cNvSpPr>
          <p:nvPr>
            <p:ph sz="half" idx="1"/>
          </p:nvPr>
        </p:nvSpPr>
        <p:spPr>
          <a:xfrm>
            <a:off x="838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contenido 3">
            <a:extLst>
              <a:ext uri="{FF2B5EF4-FFF2-40B4-BE49-F238E27FC236}">
                <a16:creationId xmlns:a16="http://schemas.microsoft.com/office/drawing/2014/main" id="{507CF41C-B0B6-4F15-AD7B-32C415D310FF}"/>
              </a:ext>
            </a:extLst>
          </p:cNvPr>
          <p:cNvSpPr>
            <a:spLocks noGrp="1"/>
          </p:cNvSpPr>
          <p:nvPr>
            <p:ph sz="half" idx="2"/>
          </p:nvPr>
        </p:nvSpPr>
        <p:spPr>
          <a:xfrm>
            <a:off x="6172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5" name="Marcador de fecha 4">
            <a:extLst>
              <a:ext uri="{FF2B5EF4-FFF2-40B4-BE49-F238E27FC236}">
                <a16:creationId xmlns:a16="http://schemas.microsoft.com/office/drawing/2014/main" id="{01F76446-1750-41C3-82F0-AA8D69C105C7}"/>
              </a:ext>
            </a:extLst>
          </p:cNvPr>
          <p:cNvSpPr>
            <a:spLocks noGrp="1"/>
          </p:cNvSpPr>
          <p:nvPr>
            <p:ph type="dt" sz="half" idx="10"/>
          </p:nvPr>
        </p:nvSpPr>
        <p:spPr/>
        <p:txBody>
          <a:bodyPr/>
          <a:lstStyle/>
          <a:p>
            <a:fld id="{94B0AE69-0F14-4E29-8E41-3FA1BAEBBCD0}" type="datetimeFigureOut">
              <a:rPr lang="es-ES" smtClean="0"/>
              <a:pPr/>
              <a:t>20/06/2026</a:t>
            </a:fld>
            <a:endParaRPr lang="es-ES"/>
          </a:p>
        </p:txBody>
      </p:sp>
      <p:sp>
        <p:nvSpPr>
          <p:cNvPr id="6" name="Marcador de pie de página 5">
            <a:extLst>
              <a:ext uri="{FF2B5EF4-FFF2-40B4-BE49-F238E27FC236}">
                <a16:creationId xmlns:a16="http://schemas.microsoft.com/office/drawing/2014/main" id="{D714CD37-AC74-4E64-BA0E-8340AE9E6F6A}"/>
              </a:ext>
            </a:extLst>
          </p:cNvPr>
          <p:cNvSpPr>
            <a:spLocks noGrp="1"/>
          </p:cNvSpPr>
          <p:nvPr>
            <p:ph type="ftr" sz="quarter" idx="11"/>
          </p:nvPr>
        </p:nvSpPr>
        <p:spPr/>
        <p:txBody>
          <a:bodyPr/>
          <a:lstStyle/>
          <a:p>
            <a:endParaRPr lang="es-ES"/>
          </a:p>
        </p:txBody>
      </p:sp>
      <p:sp>
        <p:nvSpPr>
          <p:cNvPr id="7" name="Marcador de número de diapositiva 6">
            <a:extLst>
              <a:ext uri="{FF2B5EF4-FFF2-40B4-BE49-F238E27FC236}">
                <a16:creationId xmlns:a16="http://schemas.microsoft.com/office/drawing/2014/main" id="{B5E730CB-EC6A-481E-AE1D-C5A6D00A859B}"/>
              </a:ext>
            </a:extLst>
          </p:cNvPr>
          <p:cNvSpPr>
            <a:spLocks noGrp="1"/>
          </p:cNvSpPr>
          <p:nvPr>
            <p:ph type="sldNum" sz="quarter" idx="12"/>
          </p:nvPr>
        </p:nvSpPr>
        <p:spPr/>
        <p:txBody>
          <a:bodyPr/>
          <a:lstStyle/>
          <a:p>
            <a:fld id="{3E2E329D-A9C5-42C5-AE7C-FB6505BA80C4}" type="slidenum">
              <a:rPr lang="es-ES" smtClean="0"/>
              <a:pPr/>
              <a:t>‹Nº›</a:t>
            </a:fld>
            <a:endParaRPr lang="es-ES"/>
          </a:p>
        </p:txBody>
      </p:sp>
    </p:spTree>
    <p:extLst>
      <p:ext uri="{BB962C8B-B14F-4D97-AF65-F5344CB8AC3E}">
        <p14:creationId xmlns:p14="http://schemas.microsoft.com/office/powerpoint/2010/main" val="2813850075"/>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7F24017-095D-4404-971E-D559F3DFD0CF}"/>
              </a:ext>
            </a:extLst>
          </p:cNvPr>
          <p:cNvSpPr>
            <a:spLocks noGrp="1"/>
          </p:cNvSpPr>
          <p:nvPr>
            <p:ph type="title"/>
          </p:nvPr>
        </p:nvSpPr>
        <p:spPr>
          <a:xfrm>
            <a:off x="839788" y="365127"/>
            <a:ext cx="10515600" cy="1325563"/>
          </a:xfrm>
        </p:spPr>
        <p:txBody>
          <a:bodyPr/>
          <a:lstStyle/>
          <a:p>
            <a:r>
              <a:rPr lang="es-ES"/>
              <a:t>Haga clic para modificar el estilo de título del patrón</a:t>
            </a:r>
          </a:p>
        </p:txBody>
      </p:sp>
      <p:sp>
        <p:nvSpPr>
          <p:cNvPr id="3" name="Marcador de texto 2">
            <a:extLst>
              <a:ext uri="{FF2B5EF4-FFF2-40B4-BE49-F238E27FC236}">
                <a16:creationId xmlns:a16="http://schemas.microsoft.com/office/drawing/2014/main" id="{01938980-9EBD-4874-98EA-D1FC711A403F}"/>
              </a:ext>
            </a:extLst>
          </p:cNvPr>
          <p:cNvSpPr>
            <a:spLocks noGrp="1"/>
          </p:cNvSpPr>
          <p:nvPr>
            <p:ph type="body" idx="1"/>
          </p:nvPr>
        </p:nvSpPr>
        <p:spPr>
          <a:xfrm>
            <a:off x="839789" y="1681163"/>
            <a:ext cx="5157787"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s-ES"/>
              <a:t>Haga clic para modificar los estilos de texto del patrón</a:t>
            </a:r>
          </a:p>
        </p:txBody>
      </p:sp>
      <p:sp>
        <p:nvSpPr>
          <p:cNvPr id="4" name="Marcador de contenido 3">
            <a:extLst>
              <a:ext uri="{FF2B5EF4-FFF2-40B4-BE49-F238E27FC236}">
                <a16:creationId xmlns:a16="http://schemas.microsoft.com/office/drawing/2014/main" id="{F67D39CF-CD80-47F3-A6F4-E8E892B73E56}"/>
              </a:ext>
            </a:extLst>
          </p:cNvPr>
          <p:cNvSpPr>
            <a:spLocks noGrp="1"/>
          </p:cNvSpPr>
          <p:nvPr>
            <p:ph sz="half" idx="2"/>
          </p:nvPr>
        </p:nvSpPr>
        <p:spPr>
          <a:xfrm>
            <a:off x="839789" y="2505075"/>
            <a:ext cx="5157787"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5" name="Marcador de texto 4">
            <a:extLst>
              <a:ext uri="{FF2B5EF4-FFF2-40B4-BE49-F238E27FC236}">
                <a16:creationId xmlns:a16="http://schemas.microsoft.com/office/drawing/2014/main" id="{19467440-C8BB-492C-BEDF-DA14FAAAC4B9}"/>
              </a:ext>
            </a:extLst>
          </p:cNvPr>
          <p:cNvSpPr>
            <a:spLocks noGrp="1"/>
          </p:cNvSpPr>
          <p:nvPr>
            <p:ph type="body" sz="quarter" idx="3"/>
          </p:nvPr>
        </p:nvSpPr>
        <p:spPr>
          <a:xfrm>
            <a:off x="6172201" y="1681163"/>
            <a:ext cx="5183188" cy="82391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s-ES"/>
              <a:t>Haga clic para modificar los estilos de texto del patrón</a:t>
            </a:r>
          </a:p>
        </p:txBody>
      </p:sp>
      <p:sp>
        <p:nvSpPr>
          <p:cNvPr id="6" name="Marcador de contenido 5">
            <a:extLst>
              <a:ext uri="{FF2B5EF4-FFF2-40B4-BE49-F238E27FC236}">
                <a16:creationId xmlns:a16="http://schemas.microsoft.com/office/drawing/2014/main" id="{9F7CD101-ADCC-4EEE-9216-DDBC5432A45A}"/>
              </a:ext>
            </a:extLst>
          </p:cNvPr>
          <p:cNvSpPr>
            <a:spLocks noGrp="1"/>
          </p:cNvSpPr>
          <p:nvPr>
            <p:ph sz="quarter" idx="4"/>
          </p:nvPr>
        </p:nvSpPr>
        <p:spPr>
          <a:xfrm>
            <a:off x="6172201" y="2505075"/>
            <a:ext cx="5183188"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7" name="Marcador de fecha 6">
            <a:extLst>
              <a:ext uri="{FF2B5EF4-FFF2-40B4-BE49-F238E27FC236}">
                <a16:creationId xmlns:a16="http://schemas.microsoft.com/office/drawing/2014/main" id="{5A46495B-DF5D-4FB1-80D9-DBF551AB1938}"/>
              </a:ext>
            </a:extLst>
          </p:cNvPr>
          <p:cNvSpPr>
            <a:spLocks noGrp="1"/>
          </p:cNvSpPr>
          <p:nvPr>
            <p:ph type="dt" sz="half" idx="10"/>
          </p:nvPr>
        </p:nvSpPr>
        <p:spPr/>
        <p:txBody>
          <a:bodyPr/>
          <a:lstStyle/>
          <a:p>
            <a:fld id="{94B0AE69-0F14-4E29-8E41-3FA1BAEBBCD0}" type="datetimeFigureOut">
              <a:rPr lang="es-ES" smtClean="0"/>
              <a:pPr/>
              <a:t>20/06/2026</a:t>
            </a:fld>
            <a:endParaRPr lang="es-ES"/>
          </a:p>
        </p:txBody>
      </p:sp>
      <p:sp>
        <p:nvSpPr>
          <p:cNvPr id="8" name="Marcador de pie de página 7">
            <a:extLst>
              <a:ext uri="{FF2B5EF4-FFF2-40B4-BE49-F238E27FC236}">
                <a16:creationId xmlns:a16="http://schemas.microsoft.com/office/drawing/2014/main" id="{8F271BD2-B9AF-4389-AEB4-DDBD06690C40}"/>
              </a:ext>
            </a:extLst>
          </p:cNvPr>
          <p:cNvSpPr>
            <a:spLocks noGrp="1"/>
          </p:cNvSpPr>
          <p:nvPr>
            <p:ph type="ftr" sz="quarter" idx="11"/>
          </p:nvPr>
        </p:nvSpPr>
        <p:spPr/>
        <p:txBody>
          <a:bodyPr/>
          <a:lstStyle/>
          <a:p>
            <a:endParaRPr lang="es-ES"/>
          </a:p>
        </p:txBody>
      </p:sp>
      <p:sp>
        <p:nvSpPr>
          <p:cNvPr id="9" name="Marcador de número de diapositiva 8">
            <a:extLst>
              <a:ext uri="{FF2B5EF4-FFF2-40B4-BE49-F238E27FC236}">
                <a16:creationId xmlns:a16="http://schemas.microsoft.com/office/drawing/2014/main" id="{F79D3A4B-846D-411D-A357-0AB76F835623}"/>
              </a:ext>
            </a:extLst>
          </p:cNvPr>
          <p:cNvSpPr>
            <a:spLocks noGrp="1"/>
          </p:cNvSpPr>
          <p:nvPr>
            <p:ph type="sldNum" sz="quarter" idx="12"/>
          </p:nvPr>
        </p:nvSpPr>
        <p:spPr/>
        <p:txBody>
          <a:bodyPr/>
          <a:lstStyle/>
          <a:p>
            <a:fld id="{3E2E329D-A9C5-42C5-AE7C-FB6505BA80C4}" type="slidenum">
              <a:rPr lang="es-ES" smtClean="0"/>
              <a:pPr/>
              <a:t>‹Nº›</a:t>
            </a:fld>
            <a:endParaRPr lang="es-ES"/>
          </a:p>
        </p:txBody>
      </p:sp>
    </p:spTree>
    <p:extLst>
      <p:ext uri="{BB962C8B-B14F-4D97-AF65-F5344CB8AC3E}">
        <p14:creationId xmlns:p14="http://schemas.microsoft.com/office/powerpoint/2010/main" val="146355395"/>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6540A14-B38F-4EA1-B9F4-7E14235C0075}"/>
              </a:ext>
            </a:extLst>
          </p:cNvPr>
          <p:cNvSpPr>
            <a:spLocks noGrp="1"/>
          </p:cNvSpPr>
          <p:nvPr>
            <p:ph type="title"/>
          </p:nvPr>
        </p:nvSpPr>
        <p:spPr/>
        <p:txBody>
          <a:bodyPr/>
          <a:lstStyle/>
          <a:p>
            <a:r>
              <a:rPr lang="es-ES"/>
              <a:t>Haga clic para modificar el estilo de título del patrón</a:t>
            </a:r>
          </a:p>
        </p:txBody>
      </p:sp>
      <p:sp>
        <p:nvSpPr>
          <p:cNvPr id="3" name="Marcador de fecha 2">
            <a:extLst>
              <a:ext uri="{FF2B5EF4-FFF2-40B4-BE49-F238E27FC236}">
                <a16:creationId xmlns:a16="http://schemas.microsoft.com/office/drawing/2014/main" id="{299DB6D4-7351-44C0-85AB-43D8A4BCC136}"/>
              </a:ext>
            </a:extLst>
          </p:cNvPr>
          <p:cNvSpPr>
            <a:spLocks noGrp="1"/>
          </p:cNvSpPr>
          <p:nvPr>
            <p:ph type="dt" sz="half" idx="10"/>
          </p:nvPr>
        </p:nvSpPr>
        <p:spPr/>
        <p:txBody>
          <a:bodyPr/>
          <a:lstStyle/>
          <a:p>
            <a:fld id="{94B0AE69-0F14-4E29-8E41-3FA1BAEBBCD0}" type="datetimeFigureOut">
              <a:rPr lang="es-ES" smtClean="0"/>
              <a:pPr/>
              <a:t>20/06/2026</a:t>
            </a:fld>
            <a:endParaRPr lang="es-ES"/>
          </a:p>
        </p:txBody>
      </p:sp>
      <p:sp>
        <p:nvSpPr>
          <p:cNvPr id="4" name="Marcador de pie de página 3">
            <a:extLst>
              <a:ext uri="{FF2B5EF4-FFF2-40B4-BE49-F238E27FC236}">
                <a16:creationId xmlns:a16="http://schemas.microsoft.com/office/drawing/2014/main" id="{97A2152B-3C08-4CF1-A8BB-3BD67A765BD8}"/>
              </a:ext>
            </a:extLst>
          </p:cNvPr>
          <p:cNvSpPr>
            <a:spLocks noGrp="1"/>
          </p:cNvSpPr>
          <p:nvPr>
            <p:ph type="ftr" sz="quarter" idx="11"/>
          </p:nvPr>
        </p:nvSpPr>
        <p:spPr/>
        <p:txBody>
          <a:bodyPr/>
          <a:lstStyle/>
          <a:p>
            <a:endParaRPr lang="es-ES"/>
          </a:p>
        </p:txBody>
      </p:sp>
      <p:sp>
        <p:nvSpPr>
          <p:cNvPr id="5" name="Marcador de número de diapositiva 4">
            <a:extLst>
              <a:ext uri="{FF2B5EF4-FFF2-40B4-BE49-F238E27FC236}">
                <a16:creationId xmlns:a16="http://schemas.microsoft.com/office/drawing/2014/main" id="{90FF85D3-62C3-4947-B521-FC1F72F9236B}"/>
              </a:ext>
            </a:extLst>
          </p:cNvPr>
          <p:cNvSpPr>
            <a:spLocks noGrp="1"/>
          </p:cNvSpPr>
          <p:nvPr>
            <p:ph type="sldNum" sz="quarter" idx="12"/>
          </p:nvPr>
        </p:nvSpPr>
        <p:spPr/>
        <p:txBody>
          <a:bodyPr/>
          <a:lstStyle/>
          <a:p>
            <a:fld id="{3E2E329D-A9C5-42C5-AE7C-FB6505BA80C4}" type="slidenum">
              <a:rPr lang="es-ES" smtClean="0"/>
              <a:pPr/>
              <a:t>‹Nº›</a:t>
            </a:fld>
            <a:endParaRPr lang="es-ES"/>
          </a:p>
        </p:txBody>
      </p:sp>
    </p:spTree>
    <p:extLst>
      <p:ext uri="{BB962C8B-B14F-4D97-AF65-F5344CB8AC3E}">
        <p14:creationId xmlns:p14="http://schemas.microsoft.com/office/powerpoint/2010/main" val="2228332411"/>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Marcador de fecha 1">
            <a:extLst>
              <a:ext uri="{FF2B5EF4-FFF2-40B4-BE49-F238E27FC236}">
                <a16:creationId xmlns:a16="http://schemas.microsoft.com/office/drawing/2014/main" id="{CE70834C-1077-4FD8-AA77-45B9B542D979}"/>
              </a:ext>
            </a:extLst>
          </p:cNvPr>
          <p:cNvSpPr>
            <a:spLocks noGrp="1"/>
          </p:cNvSpPr>
          <p:nvPr>
            <p:ph type="dt" sz="half" idx="10"/>
          </p:nvPr>
        </p:nvSpPr>
        <p:spPr/>
        <p:txBody>
          <a:bodyPr/>
          <a:lstStyle/>
          <a:p>
            <a:fld id="{B61BEF0D-F0BB-DE4B-95CE-6DB70DBA9567}" type="datetimeFigureOut">
              <a:rPr lang="en-US" smtClean="0"/>
              <a:pPr/>
              <a:t>6/20/2026</a:t>
            </a:fld>
            <a:endParaRPr lang="en-US"/>
          </a:p>
        </p:txBody>
      </p:sp>
      <p:sp>
        <p:nvSpPr>
          <p:cNvPr id="3" name="Marcador de pie de página 2">
            <a:extLst>
              <a:ext uri="{FF2B5EF4-FFF2-40B4-BE49-F238E27FC236}">
                <a16:creationId xmlns:a16="http://schemas.microsoft.com/office/drawing/2014/main" id="{A36688A4-8C54-4ECF-9D8B-69505C017760}"/>
              </a:ext>
            </a:extLst>
          </p:cNvPr>
          <p:cNvSpPr>
            <a:spLocks noGrp="1"/>
          </p:cNvSpPr>
          <p:nvPr>
            <p:ph type="ftr" sz="quarter" idx="11"/>
          </p:nvPr>
        </p:nvSpPr>
        <p:spPr/>
        <p:txBody>
          <a:bodyPr/>
          <a:lstStyle/>
          <a:p>
            <a:endParaRPr lang="en-US"/>
          </a:p>
        </p:txBody>
      </p:sp>
      <p:sp>
        <p:nvSpPr>
          <p:cNvPr id="4" name="Marcador de número de diapositiva 3">
            <a:extLst>
              <a:ext uri="{FF2B5EF4-FFF2-40B4-BE49-F238E27FC236}">
                <a16:creationId xmlns:a16="http://schemas.microsoft.com/office/drawing/2014/main" id="{71F710EF-7B95-4FA5-807E-7A049D48B112}"/>
              </a:ext>
            </a:extLst>
          </p:cNvPr>
          <p:cNvSpPr>
            <a:spLocks noGrp="1"/>
          </p:cNvSpPr>
          <p:nvPr>
            <p:ph type="sldNum" sz="quarter" idx="12"/>
          </p:nvPr>
        </p:nvSpPr>
        <p:spPr/>
        <p:txBody>
          <a:bodyPr/>
          <a:lstStyle/>
          <a:p>
            <a:fld id="{D57F1E4F-1CFF-5643-939E-217C01CDF565}" type="slidenum">
              <a:rPr lang="en-US" smtClean="0"/>
              <a:pPr/>
              <a:t>‹Nº›</a:t>
            </a:fld>
            <a:endParaRPr lang="en-US"/>
          </a:p>
        </p:txBody>
      </p:sp>
    </p:spTree>
    <p:extLst>
      <p:ext uri="{BB962C8B-B14F-4D97-AF65-F5344CB8AC3E}">
        <p14:creationId xmlns:p14="http://schemas.microsoft.com/office/powerpoint/2010/main" val="143448298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CC9A9B3-B5CF-42AF-AF18-11668A37F5F3}"/>
              </a:ext>
            </a:extLst>
          </p:cNvPr>
          <p:cNvSpPr>
            <a:spLocks noGrp="1"/>
          </p:cNvSpPr>
          <p:nvPr>
            <p:ph type="title"/>
          </p:nvPr>
        </p:nvSpPr>
        <p:spPr>
          <a:xfrm>
            <a:off x="839788" y="457200"/>
            <a:ext cx="3932237" cy="1600200"/>
          </a:xfrm>
        </p:spPr>
        <p:txBody>
          <a:bodyPr anchor="b"/>
          <a:lstStyle>
            <a:lvl1pPr>
              <a:defRPr sz="2400"/>
            </a:lvl1pPr>
          </a:lstStyle>
          <a:p>
            <a:r>
              <a:rPr lang="es-ES"/>
              <a:t>Haga clic para modificar el estilo de título del patrón</a:t>
            </a:r>
          </a:p>
        </p:txBody>
      </p:sp>
      <p:sp>
        <p:nvSpPr>
          <p:cNvPr id="3" name="Marcador de contenido 2">
            <a:extLst>
              <a:ext uri="{FF2B5EF4-FFF2-40B4-BE49-F238E27FC236}">
                <a16:creationId xmlns:a16="http://schemas.microsoft.com/office/drawing/2014/main" id="{D78CD681-627D-4537-BCA8-E5FEFB345DF2}"/>
              </a:ext>
            </a:extLst>
          </p:cNvPr>
          <p:cNvSpPr>
            <a:spLocks noGrp="1"/>
          </p:cNvSpPr>
          <p:nvPr>
            <p:ph idx="1"/>
          </p:nvPr>
        </p:nvSpPr>
        <p:spPr>
          <a:xfrm>
            <a:off x="5183188" y="987427"/>
            <a:ext cx="6172200" cy="487362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texto 3">
            <a:extLst>
              <a:ext uri="{FF2B5EF4-FFF2-40B4-BE49-F238E27FC236}">
                <a16:creationId xmlns:a16="http://schemas.microsoft.com/office/drawing/2014/main" id="{9F15F2C7-EEC0-4985-9BB3-4A464E758ABE}"/>
              </a:ext>
            </a:extLst>
          </p:cNvPr>
          <p:cNvSpPr>
            <a:spLocks noGrp="1"/>
          </p:cNvSpPr>
          <p:nvPr>
            <p:ph type="body" sz="half" idx="2"/>
          </p:nvPr>
        </p:nvSpPr>
        <p:spPr>
          <a:xfrm>
            <a:off x="839788" y="2057400"/>
            <a:ext cx="3932237"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9CDD41FC-48FD-4ED4-8E9A-8056F0CF73B1}"/>
              </a:ext>
            </a:extLst>
          </p:cNvPr>
          <p:cNvSpPr>
            <a:spLocks noGrp="1"/>
          </p:cNvSpPr>
          <p:nvPr>
            <p:ph type="dt" sz="half" idx="10"/>
          </p:nvPr>
        </p:nvSpPr>
        <p:spPr/>
        <p:txBody>
          <a:bodyPr/>
          <a:lstStyle/>
          <a:p>
            <a:fld id="{94B0AE69-0F14-4E29-8E41-3FA1BAEBBCD0}" type="datetimeFigureOut">
              <a:rPr lang="es-ES" smtClean="0"/>
              <a:pPr/>
              <a:t>20/06/2026</a:t>
            </a:fld>
            <a:endParaRPr lang="es-ES"/>
          </a:p>
        </p:txBody>
      </p:sp>
      <p:sp>
        <p:nvSpPr>
          <p:cNvPr id="6" name="Marcador de pie de página 5">
            <a:extLst>
              <a:ext uri="{FF2B5EF4-FFF2-40B4-BE49-F238E27FC236}">
                <a16:creationId xmlns:a16="http://schemas.microsoft.com/office/drawing/2014/main" id="{C532B907-CC8C-4EB1-85FB-915A5C4CDBFE}"/>
              </a:ext>
            </a:extLst>
          </p:cNvPr>
          <p:cNvSpPr>
            <a:spLocks noGrp="1"/>
          </p:cNvSpPr>
          <p:nvPr>
            <p:ph type="ftr" sz="quarter" idx="11"/>
          </p:nvPr>
        </p:nvSpPr>
        <p:spPr/>
        <p:txBody>
          <a:bodyPr/>
          <a:lstStyle/>
          <a:p>
            <a:endParaRPr lang="es-ES"/>
          </a:p>
        </p:txBody>
      </p:sp>
      <p:sp>
        <p:nvSpPr>
          <p:cNvPr id="7" name="Marcador de número de diapositiva 6">
            <a:extLst>
              <a:ext uri="{FF2B5EF4-FFF2-40B4-BE49-F238E27FC236}">
                <a16:creationId xmlns:a16="http://schemas.microsoft.com/office/drawing/2014/main" id="{3FB905DA-6F94-4604-A84F-C7198D29B3CD}"/>
              </a:ext>
            </a:extLst>
          </p:cNvPr>
          <p:cNvSpPr>
            <a:spLocks noGrp="1"/>
          </p:cNvSpPr>
          <p:nvPr>
            <p:ph type="sldNum" sz="quarter" idx="12"/>
          </p:nvPr>
        </p:nvSpPr>
        <p:spPr/>
        <p:txBody>
          <a:bodyPr/>
          <a:lstStyle/>
          <a:p>
            <a:fld id="{3E2E329D-A9C5-42C5-AE7C-FB6505BA80C4}" type="slidenum">
              <a:rPr lang="es-ES" smtClean="0"/>
              <a:pPr/>
              <a:t>‹Nº›</a:t>
            </a:fld>
            <a:endParaRPr lang="es-ES"/>
          </a:p>
        </p:txBody>
      </p:sp>
    </p:spTree>
    <p:extLst>
      <p:ext uri="{BB962C8B-B14F-4D97-AF65-F5344CB8AC3E}">
        <p14:creationId xmlns:p14="http://schemas.microsoft.com/office/powerpoint/2010/main" val="803362687"/>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09A8716-F276-4AD4-AE87-43093D213771}"/>
              </a:ext>
            </a:extLst>
          </p:cNvPr>
          <p:cNvSpPr>
            <a:spLocks noGrp="1"/>
          </p:cNvSpPr>
          <p:nvPr>
            <p:ph type="title"/>
          </p:nvPr>
        </p:nvSpPr>
        <p:spPr>
          <a:xfrm>
            <a:off x="839788" y="457200"/>
            <a:ext cx="3932237" cy="1600200"/>
          </a:xfrm>
        </p:spPr>
        <p:txBody>
          <a:bodyPr anchor="b"/>
          <a:lstStyle>
            <a:lvl1pPr>
              <a:defRPr sz="2400"/>
            </a:lvl1pPr>
          </a:lstStyle>
          <a:p>
            <a:r>
              <a:rPr lang="es-ES"/>
              <a:t>Haga clic para modificar el estilo de título del patrón</a:t>
            </a:r>
          </a:p>
        </p:txBody>
      </p:sp>
      <p:sp>
        <p:nvSpPr>
          <p:cNvPr id="3" name="Marcador de posición de imagen 2">
            <a:extLst>
              <a:ext uri="{FF2B5EF4-FFF2-40B4-BE49-F238E27FC236}">
                <a16:creationId xmlns:a16="http://schemas.microsoft.com/office/drawing/2014/main" id="{57F82662-2D58-4B05-8206-4F250DDD751F}"/>
              </a:ext>
            </a:extLst>
          </p:cNvPr>
          <p:cNvSpPr>
            <a:spLocks noGrp="1"/>
          </p:cNvSpPr>
          <p:nvPr>
            <p:ph type="pic" idx="1"/>
          </p:nvPr>
        </p:nvSpPr>
        <p:spPr>
          <a:xfrm>
            <a:off x="5183188" y="987427"/>
            <a:ext cx="6172200" cy="4873625"/>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s-ES"/>
          </a:p>
        </p:txBody>
      </p:sp>
      <p:sp>
        <p:nvSpPr>
          <p:cNvPr id="4" name="Marcador de texto 3">
            <a:extLst>
              <a:ext uri="{FF2B5EF4-FFF2-40B4-BE49-F238E27FC236}">
                <a16:creationId xmlns:a16="http://schemas.microsoft.com/office/drawing/2014/main" id="{E03158F9-BA62-4533-B793-5053A82903DC}"/>
              </a:ext>
            </a:extLst>
          </p:cNvPr>
          <p:cNvSpPr>
            <a:spLocks noGrp="1"/>
          </p:cNvSpPr>
          <p:nvPr>
            <p:ph type="body" sz="half" idx="2"/>
          </p:nvPr>
        </p:nvSpPr>
        <p:spPr>
          <a:xfrm>
            <a:off x="839788" y="2057400"/>
            <a:ext cx="3932237" cy="3811588"/>
          </a:xfrm>
        </p:spPr>
        <p:txBody>
          <a:bodyPr/>
          <a:lstStyle>
            <a:lvl1pPr marL="0" indent="0">
              <a:buNone/>
              <a:defRPr sz="1200"/>
            </a:lvl1pPr>
            <a:lvl2pPr marL="342900" indent="0">
              <a:buNone/>
              <a:defRPr sz="1050"/>
            </a:lvl2pPr>
            <a:lvl3pPr marL="685800" indent="0">
              <a:buNone/>
              <a:defRPr sz="900"/>
            </a:lvl3pPr>
            <a:lvl4pPr marL="1028700" indent="0">
              <a:buNone/>
              <a:defRPr sz="750"/>
            </a:lvl4pPr>
            <a:lvl5pPr marL="1371600" indent="0">
              <a:buNone/>
              <a:defRPr sz="750"/>
            </a:lvl5pPr>
            <a:lvl6pPr marL="1714500" indent="0">
              <a:buNone/>
              <a:defRPr sz="750"/>
            </a:lvl6pPr>
            <a:lvl7pPr marL="2057400" indent="0">
              <a:buNone/>
              <a:defRPr sz="750"/>
            </a:lvl7pPr>
            <a:lvl8pPr marL="2400300" indent="0">
              <a:buNone/>
              <a:defRPr sz="750"/>
            </a:lvl8pPr>
            <a:lvl9pPr marL="2743200" indent="0">
              <a:buNone/>
              <a:defRPr sz="75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6857D844-237E-4EC5-A13F-63E2EDC57A58}"/>
              </a:ext>
            </a:extLst>
          </p:cNvPr>
          <p:cNvSpPr>
            <a:spLocks noGrp="1"/>
          </p:cNvSpPr>
          <p:nvPr>
            <p:ph type="dt" sz="half" idx="10"/>
          </p:nvPr>
        </p:nvSpPr>
        <p:spPr/>
        <p:txBody>
          <a:bodyPr/>
          <a:lstStyle/>
          <a:p>
            <a:fld id="{94B0AE69-0F14-4E29-8E41-3FA1BAEBBCD0}" type="datetimeFigureOut">
              <a:rPr lang="es-ES" smtClean="0"/>
              <a:pPr/>
              <a:t>20/06/2026</a:t>
            </a:fld>
            <a:endParaRPr lang="es-ES"/>
          </a:p>
        </p:txBody>
      </p:sp>
      <p:sp>
        <p:nvSpPr>
          <p:cNvPr id="6" name="Marcador de pie de página 5">
            <a:extLst>
              <a:ext uri="{FF2B5EF4-FFF2-40B4-BE49-F238E27FC236}">
                <a16:creationId xmlns:a16="http://schemas.microsoft.com/office/drawing/2014/main" id="{60054ED2-48FB-4910-842B-0C2D3FC408E2}"/>
              </a:ext>
            </a:extLst>
          </p:cNvPr>
          <p:cNvSpPr>
            <a:spLocks noGrp="1"/>
          </p:cNvSpPr>
          <p:nvPr>
            <p:ph type="ftr" sz="quarter" idx="11"/>
          </p:nvPr>
        </p:nvSpPr>
        <p:spPr/>
        <p:txBody>
          <a:bodyPr/>
          <a:lstStyle/>
          <a:p>
            <a:endParaRPr lang="es-ES"/>
          </a:p>
        </p:txBody>
      </p:sp>
      <p:sp>
        <p:nvSpPr>
          <p:cNvPr id="7" name="Marcador de número de diapositiva 6">
            <a:extLst>
              <a:ext uri="{FF2B5EF4-FFF2-40B4-BE49-F238E27FC236}">
                <a16:creationId xmlns:a16="http://schemas.microsoft.com/office/drawing/2014/main" id="{D3800671-8947-40EE-9D40-CACF2A6A03AD}"/>
              </a:ext>
            </a:extLst>
          </p:cNvPr>
          <p:cNvSpPr>
            <a:spLocks noGrp="1"/>
          </p:cNvSpPr>
          <p:nvPr>
            <p:ph type="sldNum" sz="quarter" idx="12"/>
          </p:nvPr>
        </p:nvSpPr>
        <p:spPr/>
        <p:txBody>
          <a:bodyPr/>
          <a:lstStyle/>
          <a:p>
            <a:fld id="{3E2E329D-A9C5-42C5-AE7C-FB6505BA80C4}" type="slidenum">
              <a:rPr lang="es-ES" smtClean="0"/>
              <a:pPr/>
              <a:t>‹Nº›</a:t>
            </a:fld>
            <a:endParaRPr lang="es-ES"/>
          </a:p>
        </p:txBody>
      </p:sp>
    </p:spTree>
    <p:extLst>
      <p:ext uri="{BB962C8B-B14F-4D97-AF65-F5344CB8AC3E}">
        <p14:creationId xmlns:p14="http://schemas.microsoft.com/office/powerpoint/2010/main" val="180607316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682CD82-0CA4-48CB-80DF-A2295E9F0B05}"/>
              </a:ext>
            </a:extLst>
          </p:cNvPr>
          <p:cNvSpPr>
            <a:spLocks noGrp="1"/>
          </p:cNvSpPr>
          <p:nvPr>
            <p:ph type="title"/>
          </p:nvPr>
        </p:nvSpPr>
        <p:spPr/>
        <p:txBody>
          <a:bodyPr/>
          <a:lstStyle/>
          <a:p>
            <a:r>
              <a:rPr lang="es-ES"/>
              <a:t>Haga clic para modificar el estilo de título del patrón</a:t>
            </a:r>
          </a:p>
        </p:txBody>
      </p:sp>
      <p:sp>
        <p:nvSpPr>
          <p:cNvPr id="3" name="Marcador de texto vertical 2">
            <a:extLst>
              <a:ext uri="{FF2B5EF4-FFF2-40B4-BE49-F238E27FC236}">
                <a16:creationId xmlns:a16="http://schemas.microsoft.com/office/drawing/2014/main" id="{4D57E496-F8A4-42B5-BF75-1FD5BDFDF23B}"/>
              </a:ext>
            </a:extLst>
          </p:cNvPr>
          <p:cNvSpPr>
            <a:spLocks noGrp="1"/>
          </p:cNvSpPr>
          <p:nvPr>
            <p:ph type="body" orient="vert" idx="1"/>
          </p:nvPr>
        </p:nvSpPr>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fecha 3">
            <a:extLst>
              <a:ext uri="{FF2B5EF4-FFF2-40B4-BE49-F238E27FC236}">
                <a16:creationId xmlns:a16="http://schemas.microsoft.com/office/drawing/2014/main" id="{708975EF-4E31-4EC2-B3C8-0105E89E5AE2}"/>
              </a:ext>
            </a:extLst>
          </p:cNvPr>
          <p:cNvSpPr>
            <a:spLocks noGrp="1"/>
          </p:cNvSpPr>
          <p:nvPr>
            <p:ph type="dt" sz="half" idx="10"/>
          </p:nvPr>
        </p:nvSpPr>
        <p:spPr/>
        <p:txBody>
          <a:bodyPr/>
          <a:lstStyle/>
          <a:p>
            <a:fld id="{94B0AE69-0F14-4E29-8E41-3FA1BAEBBCD0}" type="datetimeFigureOut">
              <a:rPr lang="es-ES" smtClean="0"/>
              <a:pPr/>
              <a:t>20/06/2026</a:t>
            </a:fld>
            <a:endParaRPr lang="es-ES"/>
          </a:p>
        </p:txBody>
      </p:sp>
      <p:sp>
        <p:nvSpPr>
          <p:cNvPr id="5" name="Marcador de pie de página 4">
            <a:extLst>
              <a:ext uri="{FF2B5EF4-FFF2-40B4-BE49-F238E27FC236}">
                <a16:creationId xmlns:a16="http://schemas.microsoft.com/office/drawing/2014/main" id="{25D75132-7173-483A-B7ED-27CBEAAFB1BE}"/>
              </a:ext>
            </a:extLst>
          </p:cNvPr>
          <p:cNvSpPr>
            <a:spLocks noGrp="1"/>
          </p:cNvSpPr>
          <p:nvPr>
            <p:ph type="ftr" sz="quarter" idx="11"/>
          </p:nvPr>
        </p:nvSpPr>
        <p:spPr/>
        <p:txBody>
          <a:bodyPr/>
          <a:lstStyle/>
          <a:p>
            <a:endParaRPr lang="es-ES"/>
          </a:p>
        </p:txBody>
      </p:sp>
      <p:sp>
        <p:nvSpPr>
          <p:cNvPr id="6" name="Marcador de número de diapositiva 5">
            <a:extLst>
              <a:ext uri="{FF2B5EF4-FFF2-40B4-BE49-F238E27FC236}">
                <a16:creationId xmlns:a16="http://schemas.microsoft.com/office/drawing/2014/main" id="{9FA64596-A1DB-41E5-915B-0A4D3A2A6D05}"/>
              </a:ext>
            </a:extLst>
          </p:cNvPr>
          <p:cNvSpPr>
            <a:spLocks noGrp="1"/>
          </p:cNvSpPr>
          <p:nvPr>
            <p:ph type="sldNum" sz="quarter" idx="12"/>
          </p:nvPr>
        </p:nvSpPr>
        <p:spPr/>
        <p:txBody>
          <a:bodyPr/>
          <a:lstStyle/>
          <a:p>
            <a:fld id="{3E2E329D-A9C5-42C5-AE7C-FB6505BA80C4}" type="slidenum">
              <a:rPr lang="es-ES" smtClean="0"/>
              <a:pPr/>
              <a:t>‹Nº›</a:t>
            </a:fld>
            <a:endParaRPr lang="es-ES"/>
          </a:p>
        </p:txBody>
      </p:sp>
    </p:spTree>
    <p:extLst>
      <p:ext uri="{BB962C8B-B14F-4D97-AF65-F5344CB8AC3E}">
        <p14:creationId xmlns:p14="http://schemas.microsoft.com/office/powerpoint/2010/main" val="1065232716"/>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B0F1DEF7-7148-4EB5-830B-30351F502B68}"/>
              </a:ext>
            </a:extLst>
          </p:cNvPr>
          <p:cNvSpPr>
            <a:spLocks noGrp="1"/>
          </p:cNvSpPr>
          <p:nvPr>
            <p:ph type="title" orient="vert"/>
          </p:nvPr>
        </p:nvSpPr>
        <p:spPr>
          <a:xfrm>
            <a:off x="8724901" y="365125"/>
            <a:ext cx="2628900" cy="5811838"/>
          </a:xfrm>
        </p:spPr>
        <p:txBody>
          <a:bodyPr vert="eaVert"/>
          <a:lstStyle/>
          <a:p>
            <a:r>
              <a:rPr lang="es-ES"/>
              <a:t>Haga clic para modificar el estilo de título del patrón</a:t>
            </a:r>
          </a:p>
        </p:txBody>
      </p:sp>
      <p:sp>
        <p:nvSpPr>
          <p:cNvPr id="3" name="Marcador de texto vertical 2">
            <a:extLst>
              <a:ext uri="{FF2B5EF4-FFF2-40B4-BE49-F238E27FC236}">
                <a16:creationId xmlns:a16="http://schemas.microsoft.com/office/drawing/2014/main" id="{7D57EA86-8D6D-4369-B721-9A77097A2A96}"/>
              </a:ext>
            </a:extLst>
          </p:cNvPr>
          <p:cNvSpPr>
            <a:spLocks noGrp="1"/>
          </p:cNvSpPr>
          <p:nvPr>
            <p:ph type="body" orient="vert" idx="1"/>
          </p:nvPr>
        </p:nvSpPr>
        <p:spPr>
          <a:xfrm>
            <a:off x="838201" y="365125"/>
            <a:ext cx="7734300" cy="5811838"/>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fecha 3">
            <a:extLst>
              <a:ext uri="{FF2B5EF4-FFF2-40B4-BE49-F238E27FC236}">
                <a16:creationId xmlns:a16="http://schemas.microsoft.com/office/drawing/2014/main" id="{CA177ADF-BF96-49DF-A48C-900ADD29AB17}"/>
              </a:ext>
            </a:extLst>
          </p:cNvPr>
          <p:cNvSpPr>
            <a:spLocks noGrp="1"/>
          </p:cNvSpPr>
          <p:nvPr>
            <p:ph type="dt" sz="half" idx="10"/>
          </p:nvPr>
        </p:nvSpPr>
        <p:spPr/>
        <p:txBody>
          <a:bodyPr/>
          <a:lstStyle/>
          <a:p>
            <a:fld id="{94B0AE69-0F14-4E29-8E41-3FA1BAEBBCD0}" type="datetimeFigureOut">
              <a:rPr lang="es-ES" smtClean="0"/>
              <a:pPr/>
              <a:t>20/06/2026</a:t>
            </a:fld>
            <a:endParaRPr lang="es-ES"/>
          </a:p>
        </p:txBody>
      </p:sp>
      <p:sp>
        <p:nvSpPr>
          <p:cNvPr id="5" name="Marcador de pie de página 4">
            <a:extLst>
              <a:ext uri="{FF2B5EF4-FFF2-40B4-BE49-F238E27FC236}">
                <a16:creationId xmlns:a16="http://schemas.microsoft.com/office/drawing/2014/main" id="{0587BF25-DE15-4F0F-AADA-4F602FD3CF81}"/>
              </a:ext>
            </a:extLst>
          </p:cNvPr>
          <p:cNvSpPr>
            <a:spLocks noGrp="1"/>
          </p:cNvSpPr>
          <p:nvPr>
            <p:ph type="ftr" sz="quarter" idx="11"/>
          </p:nvPr>
        </p:nvSpPr>
        <p:spPr/>
        <p:txBody>
          <a:bodyPr/>
          <a:lstStyle/>
          <a:p>
            <a:endParaRPr lang="es-ES"/>
          </a:p>
        </p:txBody>
      </p:sp>
      <p:sp>
        <p:nvSpPr>
          <p:cNvPr id="6" name="Marcador de número de diapositiva 5">
            <a:extLst>
              <a:ext uri="{FF2B5EF4-FFF2-40B4-BE49-F238E27FC236}">
                <a16:creationId xmlns:a16="http://schemas.microsoft.com/office/drawing/2014/main" id="{958CE158-D4C6-4BF3-8660-4A7159939CE9}"/>
              </a:ext>
            </a:extLst>
          </p:cNvPr>
          <p:cNvSpPr>
            <a:spLocks noGrp="1"/>
          </p:cNvSpPr>
          <p:nvPr>
            <p:ph type="sldNum" sz="quarter" idx="12"/>
          </p:nvPr>
        </p:nvSpPr>
        <p:spPr/>
        <p:txBody>
          <a:bodyPr/>
          <a:lstStyle/>
          <a:p>
            <a:fld id="{3E2E329D-A9C5-42C5-AE7C-FB6505BA80C4}" type="slidenum">
              <a:rPr lang="es-ES" smtClean="0"/>
              <a:pPr/>
              <a:t>‹Nº›</a:t>
            </a:fld>
            <a:endParaRPr lang="es-ES"/>
          </a:p>
        </p:txBody>
      </p:sp>
    </p:spTree>
    <p:extLst>
      <p:ext uri="{BB962C8B-B14F-4D97-AF65-F5344CB8AC3E}">
        <p14:creationId xmlns:p14="http://schemas.microsoft.com/office/powerpoint/2010/main" val="3057375860"/>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5" Type="http://schemas.openxmlformats.org/officeDocument/2006/relationships/slideLayout" Target="../slideLayouts/slideLayout16.xml"/><Relationship Id="rId6" Type="http://schemas.openxmlformats.org/officeDocument/2006/relationships/slideLayout" Target="../slideLayouts/slideLayout17.xml"/><Relationship Id="rId7" Type="http://schemas.openxmlformats.org/officeDocument/2006/relationships/slideLayout" Target="../slideLayouts/slideLayout18.xml"/><Relationship Id="rId8" Type="http://schemas.openxmlformats.org/officeDocument/2006/relationships/slideLayout" Target="../slideLayouts/slideLayout19.xml"/><Relationship Id="rId9" Type="http://schemas.openxmlformats.org/officeDocument/2006/relationships/slideLayout" Target="../slideLayouts/slideLayout20.xml"/><Relationship Id="rId10" Type="http://schemas.openxmlformats.org/officeDocument/2006/relationships/slideLayout" Target="../slideLayouts/slideLayout21.xml"/><Relationship Id="rId11" Type="http://schemas.openxmlformats.org/officeDocument/2006/relationships/slideLayout" Target="../slideLayouts/slideLayout22.xml"/><Relationship Id="rId12" Type="http://schemas.openxmlformats.org/officeDocument/2006/relationships/theme" Target="../theme/theme2.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s-ES"/>
              <a:t>Haga clic para modificar el estilo de título del patrón</a:t>
            </a:r>
            <a:endParaRPr lang="en-US"/>
          </a:p>
        </p:txBody>
      </p:sp>
      <p:sp>
        <p:nvSpPr>
          <p:cNvPr id="3" name="Text Placeholder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n-US"/>
          </a:p>
        </p:txBody>
      </p:sp>
      <p:sp>
        <p:nvSpPr>
          <p:cNvPr id="4" name="Date Placeholder 3"/>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417B528-2CBC-1B41-99AD-FE57AA9CC27B}" type="datetimeFigureOut">
              <a:rPr lang="es-ES" smtClean="0"/>
              <a:t>20/06/2026</a:t>
            </a:fld>
            <a:endParaRPr lang="es-ES"/>
          </a:p>
        </p:txBody>
      </p:sp>
      <p:sp>
        <p:nvSpPr>
          <p:cNvPr id="5" name="Footer Placeholder 4"/>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s-ES"/>
          </a:p>
        </p:txBody>
      </p:sp>
      <p:sp>
        <p:nvSpPr>
          <p:cNvPr id="6" name="Slide Number Placeholder 5"/>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DB9CF111-6C60-704C-BF27-B9CB194BB8EA}" type="slidenum">
              <a:rPr lang="es-ES" smtClean="0"/>
              <a:t>‹Nº›</a:t>
            </a:fld>
            <a:endParaRPr lang="es-ES"/>
          </a:p>
        </p:txBody>
      </p:sp>
    </p:spTree>
    <p:extLst>
      <p:ext uri="{BB962C8B-B14F-4D97-AF65-F5344CB8AC3E}">
        <p14:creationId xmlns:p14="http://schemas.microsoft.com/office/powerpoint/2010/main" val="1141414853"/>
      </p:ext>
    </p:extLst>
  </p:cSld>
  <p:clrMap bg1="lt1" tx1="dk1" bg2="lt2" tx2="dk2" accent1="accent1" accent2="accent2" accent3="accent3" accent4="accent4" accent5="accent5" accent6="accent6" hlink="hlink" folHlink="folHlink"/>
  <p:sldLayoutIdLst>
    <p:sldLayoutId id="2147483792" r:id="rId1"/>
    <p:sldLayoutId id="2147483793" r:id="rId2"/>
    <p:sldLayoutId id="2147483794" r:id="rId3"/>
    <p:sldLayoutId id="2147483795" r:id="rId4"/>
    <p:sldLayoutId id="2147483796" r:id="rId5"/>
    <p:sldLayoutId id="2147483797" r:id="rId6"/>
    <p:sldLayoutId id="2147483798" r:id="rId7"/>
    <p:sldLayoutId id="2147483799" r:id="rId8"/>
    <p:sldLayoutId id="2147483800" r:id="rId9"/>
    <p:sldLayoutId id="2147483801" r:id="rId10"/>
    <p:sldLayoutId id="2147483802"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título 1">
            <a:extLst>
              <a:ext uri="{FF2B5EF4-FFF2-40B4-BE49-F238E27FC236}">
                <a16:creationId xmlns:a16="http://schemas.microsoft.com/office/drawing/2014/main" id="{FBEAEA92-BFAA-4111-8840-A20931411B30}"/>
              </a:ext>
            </a:extLst>
          </p:cNvPr>
          <p:cNvSpPr>
            <a:spLocks noGrp="1"/>
          </p:cNvSpPr>
          <p:nvPr>
            <p:ph type="title"/>
          </p:nvPr>
        </p:nvSpPr>
        <p:spPr>
          <a:xfrm>
            <a:off x="838200" y="365127"/>
            <a:ext cx="10515600" cy="1325563"/>
          </a:xfrm>
          <a:prstGeom prst="rect">
            <a:avLst/>
          </a:prstGeom>
        </p:spPr>
        <p:txBody>
          <a:bodyPr vert="horz" lIns="91440" tIns="45720" rIns="91440" bIns="45720" rtlCol="0" anchor="ctr">
            <a:normAutofit/>
          </a:bodyPr>
          <a:lstStyle/>
          <a:p>
            <a:r>
              <a:rPr lang="es-ES"/>
              <a:t>Haga clic para modificar el estilo de título del patrón</a:t>
            </a:r>
          </a:p>
        </p:txBody>
      </p:sp>
      <p:sp>
        <p:nvSpPr>
          <p:cNvPr id="3" name="Marcador de texto 2">
            <a:extLst>
              <a:ext uri="{FF2B5EF4-FFF2-40B4-BE49-F238E27FC236}">
                <a16:creationId xmlns:a16="http://schemas.microsoft.com/office/drawing/2014/main" id="{19D8ECD4-7BDE-4E4D-8236-8838AB257F4B}"/>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p>
        </p:txBody>
      </p:sp>
      <p:sp>
        <p:nvSpPr>
          <p:cNvPr id="4" name="Marcador de fecha 3">
            <a:extLst>
              <a:ext uri="{FF2B5EF4-FFF2-40B4-BE49-F238E27FC236}">
                <a16:creationId xmlns:a16="http://schemas.microsoft.com/office/drawing/2014/main" id="{64BA1E0F-4F2F-4390-9572-F9B903A3B7C4}"/>
              </a:ext>
            </a:extLst>
          </p:cNvPr>
          <p:cNvSpPr>
            <a:spLocks noGrp="1"/>
          </p:cNvSpPr>
          <p:nvPr>
            <p:ph type="dt" sz="half" idx="2"/>
          </p:nvPr>
        </p:nvSpPr>
        <p:spPr>
          <a:xfrm>
            <a:off x="838200" y="6356352"/>
            <a:ext cx="2743200" cy="365125"/>
          </a:xfrm>
          <a:prstGeom prst="rect">
            <a:avLst/>
          </a:prstGeom>
        </p:spPr>
        <p:txBody>
          <a:bodyPr vert="horz" lIns="91440" tIns="45720" rIns="91440" bIns="45720" rtlCol="0" anchor="ctr"/>
          <a:lstStyle>
            <a:lvl1pPr algn="l">
              <a:defRPr sz="900">
                <a:solidFill>
                  <a:schemeClr val="tx1">
                    <a:tint val="75000"/>
                  </a:schemeClr>
                </a:solidFill>
              </a:defRPr>
            </a:lvl1pPr>
          </a:lstStyle>
          <a:p>
            <a:fld id="{94B0AE69-0F14-4E29-8E41-3FA1BAEBBCD0}" type="datetimeFigureOut">
              <a:rPr lang="es-ES" smtClean="0"/>
              <a:pPr/>
              <a:t>20/06/2026</a:t>
            </a:fld>
            <a:endParaRPr lang="es-ES"/>
          </a:p>
        </p:txBody>
      </p:sp>
      <p:sp>
        <p:nvSpPr>
          <p:cNvPr id="5" name="Marcador de pie de página 4">
            <a:extLst>
              <a:ext uri="{FF2B5EF4-FFF2-40B4-BE49-F238E27FC236}">
                <a16:creationId xmlns:a16="http://schemas.microsoft.com/office/drawing/2014/main" id="{23C88BF5-4C01-475D-8E9F-D447A9D1C860}"/>
              </a:ext>
            </a:extLst>
          </p:cNvPr>
          <p:cNvSpPr>
            <a:spLocks noGrp="1"/>
          </p:cNvSpPr>
          <p:nvPr>
            <p:ph type="ftr" sz="quarter" idx="3"/>
          </p:nvPr>
        </p:nvSpPr>
        <p:spPr>
          <a:xfrm>
            <a:off x="4038600" y="6356352"/>
            <a:ext cx="4114800" cy="365125"/>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lang="es-ES"/>
          </a:p>
        </p:txBody>
      </p:sp>
      <p:sp>
        <p:nvSpPr>
          <p:cNvPr id="6" name="Marcador de número de diapositiva 5">
            <a:extLst>
              <a:ext uri="{FF2B5EF4-FFF2-40B4-BE49-F238E27FC236}">
                <a16:creationId xmlns:a16="http://schemas.microsoft.com/office/drawing/2014/main" id="{0A1B47C3-4D75-4BA5-A805-1E6719B81681}"/>
              </a:ext>
            </a:extLst>
          </p:cNvPr>
          <p:cNvSpPr>
            <a:spLocks noGrp="1"/>
          </p:cNvSpPr>
          <p:nvPr>
            <p:ph type="sldNum" sz="quarter" idx="4"/>
          </p:nvPr>
        </p:nvSpPr>
        <p:spPr>
          <a:xfrm>
            <a:off x="8610600" y="6356352"/>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3E2E329D-A9C5-42C5-AE7C-FB6505BA80C4}" type="slidenum">
              <a:rPr lang="es-ES" smtClean="0"/>
              <a:pPr/>
              <a:t>‹Nº›</a:t>
            </a:fld>
            <a:endParaRPr lang="es-ES"/>
          </a:p>
        </p:txBody>
      </p:sp>
    </p:spTree>
    <p:extLst>
      <p:ext uri="{BB962C8B-B14F-4D97-AF65-F5344CB8AC3E}">
        <p14:creationId xmlns:p14="http://schemas.microsoft.com/office/powerpoint/2010/main" val="2257143322"/>
      </p:ext>
    </p:extLst>
  </p:cSld>
  <p:clrMap bg1="lt1" tx1="dk1" bg2="lt2" tx2="dk2" accent1="accent1" accent2="accent2" accent3="accent3" accent4="accent4" accent5="accent5" accent6="accent6" hlink="hlink" folHlink="folHlink"/>
  <p:sldLayoutIdLst>
    <p:sldLayoutId id="2147483804" r:id="rId1"/>
    <p:sldLayoutId id="2147483805" r:id="rId2"/>
    <p:sldLayoutId id="2147483806" r:id="rId3"/>
    <p:sldLayoutId id="2147483807" r:id="rId4"/>
    <p:sldLayoutId id="2147483808" r:id="rId5"/>
    <p:sldLayoutId id="2147483809" r:id="rId6"/>
    <p:sldLayoutId id="2147483810" r:id="rId7"/>
    <p:sldLayoutId id="2147483811" r:id="rId8"/>
    <p:sldLayoutId id="2147483812" r:id="rId9"/>
    <p:sldLayoutId id="2147483813" r:id="rId10"/>
    <p:sldLayoutId id="2147483814" r:id="rId11"/>
  </p:sldLayoutIdLst>
  <p:txStyles>
    <p:titleStyle>
      <a:lvl1pPr algn="l" defTabSz="685800" rtl="0" eaLnBrk="1" latinLnBrk="0" hangingPunct="1">
        <a:lnSpc>
          <a:spcPct val="90000"/>
        </a:lnSpc>
        <a:spcBef>
          <a:spcPct val="0"/>
        </a:spcBef>
        <a:buNone/>
        <a:defRPr sz="3300" kern="1200">
          <a:solidFill>
            <a:schemeClr val="tx1"/>
          </a:solidFill>
          <a:latin typeface="+mj-lt"/>
          <a:ea typeface="+mj-ea"/>
          <a:cs typeface="+mj-cs"/>
        </a:defRPr>
      </a:lvl1pPr>
    </p:titleStyle>
    <p:body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p:bodyStyle>
    <p:otherStyle>
      <a:defPPr>
        <a:defRPr lang="es-ES"/>
      </a:defPPr>
      <a:lvl1pPr marL="0" algn="l" defTabSz="685800" rtl="0" eaLnBrk="1" latinLnBrk="0" hangingPunct="1">
        <a:defRPr sz="1350" kern="1200">
          <a:solidFill>
            <a:schemeClr val="tx1"/>
          </a:solidFill>
          <a:latin typeface="+mn-lt"/>
          <a:ea typeface="+mn-ea"/>
          <a:cs typeface="+mn-cs"/>
        </a:defRPr>
      </a:lvl1pPr>
      <a:lvl2pPr marL="342900" algn="l" defTabSz="685800" rtl="0" eaLnBrk="1" latinLnBrk="0" hangingPunct="1">
        <a:defRPr sz="1350" kern="1200">
          <a:solidFill>
            <a:schemeClr val="tx1"/>
          </a:solidFill>
          <a:latin typeface="+mn-lt"/>
          <a:ea typeface="+mn-ea"/>
          <a:cs typeface="+mn-cs"/>
        </a:defRPr>
      </a:lvl2pPr>
      <a:lvl3pPr marL="685800" algn="l" defTabSz="685800" rtl="0" eaLnBrk="1" latinLnBrk="0" hangingPunct="1">
        <a:defRPr sz="1350" kern="1200">
          <a:solidFill>
            <a:schemeClr val="tx1"/>
          </a:solidFill>
          <a:latin typeface="+mn-lt"/>
          <a:ea typeface="+mn-ea"/>
          <a:cs typeface="+mn-cs"/>
        </a:defRPr>
      </a:lvl3pPr>
      <a:lvl4pPr marL="1028700" algn="l" defTabSz="685800" rtl="0" eaLnBrk="1" latinLnBrk="0" hangingPunct="1">
        <a:defRPr sz="1350" kern="1200">
          <a:solidFill>
            <a:schemeClr val="tx1"/>
          </a:solidFill>
          <a:latin typeface="+mn-lt"/>
          <a:ea typeface="+mn-ea"/>
          <a:cs typeface="+mn-cs"/>
        </a:defRPr>
      </a:lvl4pPr>
      <a:lvl5pPr marL="1371600" algn="l" defTabSz="685800" rtl="0" eaLnBrk="1" latinLnBrk="0" hangingPunct="1">
        <a:defRPr sz="1350" kern="1200">
          <a:solidFill>
            <a:schemeClr val="tx1"/>
          </a:solidFill>
          <a:latin typeface="+mn-lt"/>
          <a:ea typeface="+mn-ea"/>
          <a:cs typeface="+mn-cs"/>
        </a:defRPr>
      </a:lvl5pPr>
      <a:lvl6pPr marL="1714500" algn="l" defTabSz="685800" rtl="0" eaLnBrk="1" latinLnBrk="0" hangingPunct="1">
        <a:defRPr sz="1350" kern="1200">
          <a:solidFill>
            <a:schemeClr val="tx1"/>
          </a:solidFill>
          <a:latin typeface="+mn-lt"/>
          <a:ea typeface="+mn-ea"/>
          <a:cs typeface="+mn-cs"/>
        </a:defRPr>
      </a:lvl6pPr>
      <a:lvl7pPr marL="2057400" algn="l" defTabSz="685800" rtl="0" eaLnBrk="1" latinLnBrk="0" hangingPunct="1">
        <a:defRPr sz="1350" kern="1200">
          <a:solidFill>
            <a:schemeClr val="tx1"/>
          </a:solidFill>
          <a:latin typeface="+mn-lt"/>
          <a:ea typeface="+mn-ea"/>
          <a:cs typeface="+mn-cs"/>
        </a:defRPr>
      </a:lvl7pPr>
      <a:lvl8pPr marL="2400300" algn="l" defTabSz="685800" rtl="0" eaLnBrk="1" latinLnBrk="0" hangingPunct="1">
        <a:defRPr sz="1350" kern="1200">
          <a:solidFill>
            <a:schemeClr val="tx1"/>
          </a:solidFill>
          <a:latin typeface="+mn-lt"/>
          <a:ea typeface="+mn-ea"/>
          <a:cs typeface="+mn-cs"/>
        </a:defRPr>
      </a:lvl8pPr>
      <a:lvl9pPr marL="2743200" algn="l" defTabSz="685800" rtl="0" eaLnBrk="1" latinLnBrk="0" hangingPunct="1">
        <a:defRPr sz="135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1.jpeg"/><Relationship Id="rId4" Type="http://schemas.openxmlformats.org/officeDocument/2006/relationships/image" Target="../media/image2.jpeg"/><Relationship Id="rId5" Type="http://schemas.openxmlformats.org/officeDocument/2006/relationships/image" Target="../media/image3.jpe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e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 Id="rId3" Type="http://schemas.openxmlformats.org/officeDocument/2006/relationships/image" Target="../media/image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e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e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8.jpe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 Id="rId3" Type="http://schemas.openxmlformats.org/officeDocument/2006/relationships/image" Target="../media/image9.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 Id="rId3"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e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jpeg"/><Relationship Id="rId3" Type="http://schemas.openxmlformats.org/officeDocument/2006/relationships/image" Target="../media/image2.jpeg"/><Relationship Id="rId4" Type="http://schemas.openxmlformats.org/officeDocument/2006/relationships/image" Target="../media/image3.jpe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e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 Id="rId3" Type="http://schemas.openxmlformats.org/officeDocument/2006/relationships/image" Target="../media/image13.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e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jpeg"/><Relationship Id="rId3" Type="http://schemas.openxmlformats.org/officeDocument/2006/relationships/image" Target="../media/image2.jpeg"/><Relationship Id="rId4" Type="http://schemas.openxmlformats.org/officeDocument/2006/relationships/image" Target="../media/image3.jpe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5.jpe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e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e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6.jpe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jpeg"/><Relationship Id="rId3" Type="http://schemas.openxmlformats.org/officeDocument/2006/relationships/image" Target="../media/image2.jpeg"/><Relationship Id="rId4" Type="http://schemas.openxmlformats.org/officeDocument/2006/relationships/image" Target="../media/image3.jpe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e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 Id="rId3" Type="http://schemas.openxmlformats.org/officeDocument/2006/relationships/image" Target="../media/image18.jpe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8.jpe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jpeg"/><Relationship Id="rId3" Type="http://schemas.openxmlformats.org/officeDocument/2006/relationships/image" Target="../media/image2.jpeg"/><Relationship Id="rId4" Type="http://schemas.openxmlformats.org/officeDocument/2006/relationships/image" Target="../media/image3.jpe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9.jpe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 Id="rId3" Type="http://schemas.openxmlformats.org/officeDocument/2006/relationships/image" Target="../media/image20.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image" Target="../media/image21.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22.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image" Target="../media/image2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 Id="rId3" Type="http://schemas.openxmlformats.org/officeDocument/2006/relationships/image" Target="../media/image2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23.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jpe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jpe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jpeg"/><Relationship Id="rId3" Type="http://schemas.openxmlformats.org/officeDocument/2006/relationships/image" Target="../media/image2.jpeg"/><Relationship Id="rId4" Type="http://schemas.openxmlformats.org/officeDocument/2006/relationships/image" Target="../media/image3.jpe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5.jpe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6.jpe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7.jpe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8.jpe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29.jpe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0.jpe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2.jpe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33.jpe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jpeg"/><Relationship Id="rId3" Type="http://schemas.openxmlformats.org/officeDocument/2006/relationships/image" Target="../media/image2.jpeg"/><Relationship Id="rId4" Type="http://schemas.openxmlformats.org/officeDocument/2006/relationships/image" Target="../media/image3.jpe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4.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jpeg"/><Relationship Id="rId3" Type="http://schemas.openxmlformats.org/officeDocument/2006/relationships/image" Target="../media/image2.jpeg"/><Relationship Id="rId4" Type="http://schemas.openxmlformats.org/officeDocument/2006/relationships/image" Target="../media/image3.jpe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35.jpe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e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4.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6.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 Id="rId3" Type="http://schemas.openxmlformats.org/officeDocument/2006/relationships/image" Target="../media/image37.jpe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image" Target="../media/image38.jpe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image" Target="../media/image39.jpe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jpeg"/><Relationship Id="rId3" Type="http://schemas.openxmlformats.org/officeDocument/2006/relationships/image" Target="../media/image2.jpeg"/><Relationship Id="rId4" Type="http://schemas.openxmlformats.org/officeDocument/2006/relationships/image" Target="../media/image3.jpe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0.jpe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0.jpe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jpe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jpe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1.jpe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2.jpeg"/><Relationship Id="rId3" Type="http://schemas.openxmlformats.org/officeDocument/2006/relationships/hyperlink" Target="https://imagenesdegifsanimados.blogspot.com/2017/11/imagenes-religiosas-de-fano.html" TargetMode="Externa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3.jpe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jpeg"/><Relationship Id="rId3" Type="http://schemas.openxmlformats.org/officeDocument/2006/relationships/image" Target="../media/image2.jpeg"/><Relationship Id="rId4" Type="http://schemas.openxmlformats.org/officeDocument/2006/relationships/image" Target="../media/image3.jpe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4.jpe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 Id="rId3" Type="http://schemas.openxmlformats.org/officeDocument/2006/relationships/image" Target="../media/image45.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 Id="rId3" Type="http://schemas.openxmlformats.org/officeDocument/2006/relationships/image" Target="../media/image45.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45.png"/></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45.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 Id="rId3" Type="http://schemas.openxmlformats.org/officeDocument/2006/relationships/image" Target="../media/image46.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0.xml"/><Relationship Id="rId3" Type="http://schemas.openxmlformats.org/officeDocument/2006/relationships/image" Target="../media/image45.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jpeg"/><Relationship Id="rId3" Type="http://schemas.openxmlformats.org/officeDocument/2006/relationships/image" Target="../media/image2.jpeg"/><Relationship Id="rId4" Type="http://schemas.openxmlformats.org/officeDocument/2006/relationships/image" Target="../media/image3.jpe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7.jpe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e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e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jpe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9.jpe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png"/></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8.jpeg"/><Relationship Id="rId3" Type="http://schemas.openxmlformats.org/officeDocument/2006/relationships/image" Target="../media/image7.jpe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1.xml"/><Relationship Id="rId3" Type="http://schemas.openxmlformats.org/officeDocument/2006/relationships/image" Target="../media/image6.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1.jpe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jpeg"/></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48.jpe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image" Target="../media/image52.jpe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image" Target="../media/image53.jpe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image" Target="../media/image54.jpe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image" Target="../media/image55.jpeg"/></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image" Target="../media/image56.jpe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image" Target="../media/image57.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image" Target="../media/image58.jpe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jpeg"/><Relationship Id="rId3" Type="http://schemas.openxmlformats.org/officeDocument/2006/relationships/image" Target="../media/image2.jpeg"/><Relationship Id="rId4" Type="http://schemas.openxmlformats.org/officeDocument/2006/relationships/image" Target="../media/image3.jpe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58.jpeg"/></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jpeg"/><Relationship Id="rId3" Type="http://schemas.openxmlformats.org/officeDocument/2006/relationships/image" Target="../media/image2.jpeg"/><Relationship Id="rId4" Type="http://schemas.openxmlformats.org/officeDocument/2006/relationships/image" Target="../media/image3.jpeg"/></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2.xml"/><Relationship Id="rId3" Type="http://schemas.openxmlformats.org/officeDocument/2006/relationships/image" Target="../media/image59.jpe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59.jpe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60.jpe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15.xml"/><Relationship Id="rId2" Type="http://schemas.openxmlformats.org/officeDocument/2006/relationships/image" Target="../media/image62.emf"/></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59.jpe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63.jpe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3.xml"/><Relationship Id="rId3" Type="http://schemas.openxmlformats.org/officeDocument/2006/relationships/image" Target="../media/image64.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4.xml"/><Relationship Id="rId3" Type="http://schemas.openxmlformats.org/officeDocument/2006/relationships/image" Target="../media/image65.png"/></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image" Target="../media/image66.jpe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1.jpeg"/><Relationship Id="rId3" Type="http://schemas.openxmlformats.org/officeDocument/2006/relationships/image" Target="../media/image2.jpeg"/><Relationship Id="rId4" Type="http://schemas.openxmlformats.org/officeDocument/2006/relationships/image" Target="../media/image3.jpeg"/></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9" name="Imagen 8" descr="Imagen de la pantalla de un video juego&#10;&#10;Descripción generada automáticamente con confianza media">
            <a:extLst>
              <a:ext uri="{FF2B5EF4-FFF2-40B4-BE49-F238E27FC236}">
                <a16:creationId xmlns:a16="http://schemas.microsoft.com/office/drawing/2014/main" id="{9C9AC067-DFDC-1890-07CE-D2FC027D2CDD}"/>
              </a:ext>
            </a:extLst>
          </p:cNvPr>
          <p:cNvPicPr>
            <a:picLocks noChangeAspect="1"/>
          </p:cNvPicPr>
          <p:nvPr/>
        </p:nvPicPr>
        <p:blipFill rotWithShape="1">
          <a:blip r:embed="rId3"/>
          <a:srcRect l="26283" t="-1" r="26846" b="3309"/>
          <a:stretch/>
        </p:blipFill>
        <p:spPr>
          <a:xfrm>
            <a:off x="5012891" y="0"/>
            <a:ext cx="8634855" cy="6858000"/>
          </a:xfrm>
          <a:prstGeom prst="rect">
            <a:avLst/>
          </a:prstGeom>
        </p:spPr>
      </p:pic>
      <p:sp>
        <p:nvSpPr>
          <p:cNvPr id="12" name="Llamada de nube 11">
            <a:extLst>
              <a:ext uri="{FF2B5EF4-FFF2-40B4-BE49-F238E27FC236}">
                <a16:creationId xmlns:a16="http://schemas.microsoft.com/office/drawing/2014/main" id="{A221B27F-221D-0D6A-2A77-7CF018EAE03E}"/>
              </a:ext>
            </a:extLst>
          </p:cNvPr>
          <p:cNvSpPr/>
          <p:nvPr/>
        </p:nvSpPr>
        <p:spPr>
          <a:xfrm>
            <a:off x="3088371" y="0"/>
            <a:ext cx="3423754" cy="6858000"/>
          </a:xfrm>
          <a:prstGeom prst="cloudCallou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3" name="Imagen 2" descr="Un dibujo de un perro&#10;&#10;Descripción generada automáticamente con confianza media">
            <a:extLst>
              <a:ext uri="{FF2B5EF4-FFF2-40B4-BE49-F238E27FC236}">
                <a16:creationId xmlns:a16="http://schemas.microsoft.com/office/drawing/2014/main" id="{D4D5D47E-FDC7-A807-E52A-BD2A2A67E7D6}"/>
              </a:ext>
            </a:extLst>
          </p:cNvPr>
          <p:cNvPicPr>
            <a:picLocks noChangeAspect="1"/>
          </p:cNvPicPr>
          <p:nvPr/>
        </p:nvPicPr>
        <p:blipFill>
          <a:blip r:embed="rId4">
            <a:clrChange>
              <a:clrFrom>
                <a:srgbClr val="FFFFFF"/>
              </a:clrFrom>
              <a:clrTo>
                <a:srgbClr val="FFFFFF">
                  <a:alpha val="0"/>
                </a:srgbClr>
              </a:clrTo>
            </a:clrChange>
          </a:blip>
          <a:stretch>
            <a:fillRect/>
          </a:stretch>
        </p:blipFill>
        <p:spPr>
          <a:xfrm>
            <a:off x="3089" y="2356243"/>
            <a:ext cx="6232014" cy="2782120"/>
          </a:xfrm>
          <a:prstGeom prst="rect">
            <a:avLst/>
          </a:prstGeom>
        </p:spPr>
      </p:pic>
      <p:pic>
        <p:nvPicPr>
          <p:cNvPr id="2" name="Imagen 1" descr="Imagen que contiene Escala de tiempo&#10;&#10;El contenido generado por IA puede ser incorrecto.">
            <a:extLst>
              <a:ext uri="{FF2B5EF4-FFF2-40B4-BE49-F238E27FC236}">
                <a16:creationId xmlns:a16="http://schemas.microsoft.com/office/drawing/2014/main" id="{2FD4E5AB-FFD8-EF3E-8A57-E038F3DDC17A}"/>
              </a:ext>
            </a:extLst>
          </p:cNvPr>
          <p:cNvPicPr>
            <a:picLocks noChangeAspect="1"/>
          </p:cNvPicPr>
          <p:nvPr/>
        </p:nvPicPr>
        <p:blipFill>
          <a:blip r:embed="rId5"/>
          <a:stretch>
            <a:fillRect/>
          </a:stretch>
        </p:blipFill>
        <p:spPr>
          <a:xfrm>
            <a:off x="169297" y="598240"/>
            <a:ext cx="1541821" cy="1487436"/>
          </a:xfrm>
          <a:prstGeom prst="rect">
            <a:avLst/>
          </a:prstGeom>
        </p:spPr>
      </p:pic>
      <p:grpSp>
        <p:nvGrpSpPr>
          <p:cNvPr id="17" name="Grupo 16">
            <a:extLst>
              <a:ext uri="{FF2B5EF4-FFF2-40B4-BE49-F238E27FC236}">
                <a16:creationId xmlns:a16="http://schemas.microsoft.com/office/drawing/2014/main" id="{46FEA678-CC28-0E38-500B-D2E0AACA5BD3}"/>
              </a:ext>
            </a:extLst>
          </p:cNvPr>
          <p:cNvGrpSpPr/>
          <p:nvPr/>
        </p:nvGrpSpPr>
        <p:grpSpPr>
          <a:xfrm>
            <a:off x="1057" y="-4361"/>
            <a:ext cx="12190281" cy="517821"/>
            <a:chOff x="1057" y="-4361"/>
            <a:chExt cx="12503431" cy="517821"/>
          </a:xfrm>
        </p:grpSpPr>
        <p:sp>
          <p:nvSpPr>
            <p:cNvPr id="13" name="Rectángulo 12">
              <a:extLst>
                <a:ext uri="{FF2B5EF4-FFF2-40B4-BE49-F238E27FC236}">
                  <a16:creationId xmlns:a16="http://schemas.microsoft.com/office/drawing/2014/main" id="{8EEDECD9-C950-E467-2B81-7162A50E651F}"/>
                </a:ext>
              </a:extLst>
            </p:cNvPr>
            <p:cNvSpPr/>
            <p:nvPr/>
          </p:nvSpPr>
          <p:spPr>
            <a:xfrm>
              <a:off x="3122126" y="-4360"/>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Liturgia de la Palabra</a:t>
              </a:r>
              <a:endParaRPr lang="es-ES" sz="2400">
                <a:solidFill>
                  <a:schemeClr val="tx1">
                    <a:lumMod val="49000"/>
                    <a:lumOff val="51000"/>
                  </a:schemeClr>
                </a:solidFill>
                <a:ea typeface="Calibri"/>
                <a:cs typeface="Calibri"/>
              </a:endParaRPr>
            </a:p>
          </p:txBody>
        </p:sp>
        <p:sp>
          <p:nvSpPr>
            <p:cNvPr id="14" name="Rectángulo 13">
              <a:extLst>
                <a:ext uri="{FF2B5EF4-FFF2-40B4-BE49-F238E27FC236}">
                  <a16:creationId xmlns:a16="http://schemas.microsoft.com/office/drawing/2014/main" id="{FCB5BA29-F908-DE0A-631E-8F2A16885831}"/>
                </a:ext>
              </a:extLst>
            </p:cNvPr>
            <p:cNvSpPr/>
            <p:nvPr/>
          </p:nvSpPr>
          <p:spPr>
            <a:xfrm>
              <a:off x="6247290" y="-4361"/>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Liturgia Eucarística</a:t>
              </a:r>
              <a:endParaRPr lang="es-ES" sz="2400">
                <a:solidFill>
                  <a:schemeClr val="tx1">
                    <a:lumMod val="49000"/>
                    <a:lumOff val="51000"/>
                  </a:schemeClr>
                </a:solidFill>
                <a:ea typeface="Calibri"/>
                <a:cs typeface="Calibri"/>
              </a:endParaRPr>
            </a:p>
          </p:txBody>
        </p:sp>
        <p:sp>
          <p:nvSpPr>
            <p:cNvPr id="15" name="Rectángulo 14">
              <a:extLst>
                <a:ext uri="{FF2B5EF4-FFF2-40B4-BE49-F238E27FC236}">
                  <a16:creationId xmlns:a16="http://schemas.microsoft.com/office/drawing/2014/main" id="{5082C7B6-86C4-9FB6-B708-82FA4B8567D3}"/>
                </a:ext>
              </a:extLst>
            </p:cNvPr>
            <p:cNvSpPr/>
            <p:nvPr/>
          </p:nvSpPr>
          <p:spPr>
            <a:xfrm>
              <a:off x="9372455" y="-4360"/>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Rito de Conclusión</a:t>
              </a:r>
              <a:endParaRPr lang="es-ES">
                <a:solidFill>
                  <a:schemeClr val="tx1">
                    <a:lumMod val="49000"/>
                    <a:lumOff val="51000"/>
                  </a:schemeClr>
                </a:solidFill>
                <a:ea typeface="Calibri"/>
                <a:cs typeface="Calibri"/>
              </a:endParaRPr>
            </a:p>
          </p:txBody>
        </p:sp>
        <p:sp>
          <p:nvSpPr>
            <p:cNvPr id="16" name="Rectángulo 15">
              <a:extLst>
                <a:ext uri="{FF2B5EF4-FFF2-40B4-BE49-F238E27FC236}">
                  <a16:creationId xmlns:a16="http://schemas.microsoft.com/office/drawing/2014/main" id="{52FD29DE-7AA5-D65F-7107-4C26BD02F56C}"/>
                </a:ext>
              </a:extLst>
            </p:cNvPr>
            <p:cNvSpPr/>
            <p:nvPr/>
          </p:nvSpPr>
          <p:spPr>
            <a:xfrm>
              <a:off x="1057" y="-4361"/>
              <a:ext cx="3121595" cy="517821"/>
            </a:xfrm>
            <a:prstGeom prst="rect">
              <a:avLst/>
            </a:prstGeom>
            <a:solidFill>
              <a:schemeClr val="accent1"/>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800" b="1">
                  <a:solidFill>
                    <a:schemeClr val="tx1"/>
                  </a:solidFill>
                  <a:ea typeface="Calibri"/>
                  <a:cs typeface="Calibri"/>
                </a:rPr>
                <a:t>Ritos Iniciales</a:t>
              </a:r>
              <a:endParaRPr lang="es-ES" sz="2800">
                <a:solidFill>
                  <a:schemeClr val="tx1"/>
                </a:solidFill>
                <a:ea typeface="Calibri"/>
                <a:cs typeface="Calibri"/>
              </a:endParaRPr>
            </a:p>
          </p:txBody>
        </p:sp>
      </p:grpSp>
    </p:spTree>
    <p:extLst>
      <p:ext uri="{BB962C8B-B14F-4D97-AF65-F5344CB8AC3E}">
        <p14:creationId xmlns:p14="http://schemas.microsoft.com/office/powerpoint/2010/main" val="90186918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2050" name="Picture 2" descr="http://3.bp.blogspot.com/_4mz9e6d9J7I/TN6kkaL5u4I/AAAAAAAAAE8/THkEDYV7PbQ/s1600/DOMINGO%2B33%2BFANO.jp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402286" y="2327107"/>
            <a:ext cx="4384286" cy="4139498"/>
          </a:xfrm>
          <a:prstGeom prst="rect">
            <a:avLst/>
          </a:prstGeom>
          <a:ln>
            <a:noFill/>
          </a:ln>
          <a:effectLst>
            <a:outerShdw blurRad="190500" algn="tl" rotWithShape="0">
              <a:srgbClr val="000000">
                <a:alpha val="70000"/>
              </a:srgbClr>
            </a:outerShdw>
          </a:effectLst>
          <a:extLst>
            <a:ext uri="{909E8E84-426E-40DD-AFC4-6F175D3DCCD1}">
              <a14:hiddenFill xmlns:a14="http://schemas.microsoft.com/office/drawing/2010/main">
                <a:solidFill>
                  <a:srgbClr val="FFFFFF"/>
                </a:solidFill>
              </a14:hiddenFill>
            </a:ext>
          </a:extLst>
        </p:spPr>
      </p:pic>
      <p:sp>
        <p:nvSpPr>
          <p:cNvPr id="11" name="3 Marcador de contenido">
            <a:extLst>
              <a:ext uri="{FF2B5EF4-FFF2-40B4-BE49-F238E27FC236}">
                <a16:creationId xmlns:a16="http://schemas.microsoft.com/office/drawing/2014/main" id="{893E9539-CCE1-4603-B69E-CBEB1DDA5DA4}"/>
              </a:ext>
            </a:extLst>
          </p:cNvPr>
          <p:cNvSpPr>
            <a:spLocks noGrp="1"/>
          </p:cNvSpPr>
          <p:nvPr>
            <p:ph idx="4294967295"/>
          </p:nvPr>
        </p:nvSpPr>
        <p:spPr>
          <a:xfrm>
            <a:off x="1976177" y="1798637"/>
            <a:ext cx="7800975" cy="3350306"/>
          </a:xfrm>
          <a:prstGeom prst="rect">
            <a:avLst/>
          </a:prstGeom>
        </p:spPr>
        <p:txBody>
          <a:bodyPr numCol="1" spcCol="720000">
            <a:normAutofit/>
          </a:bodyPr>
          <a:lstStyle/>
          <a:p>
            <a:pPr>
              <a:buNone/>
            </a:pPr>
            <a:r>
              <a:rPr lang="es-ES" sz="2400"/>
              <a:t>Anunciamos con poder que Cristo vive.</a:t>
            </a:r>
          </a:p>
          <a:p>
            <a:pPr>
              <a:buNone/>
            </a:pPr>
            <a:r>
              <a:rPr lang="es-ES" sz="2400"/>
              <a:t>Él es la luz, es el camino.</a:t>
            </a:r>
          </a:p>
          <a:p>
            <a:pPr>
              <a:buNone/>
            </a:pPr>
            <a:r>
              <a:rPr lang="es-ES" sz="2400" err="1"/>
              <a:t>Jésus</a:t>
            </a:r>
            <a:r>
              <a:rPr lang="es-ES" sz="2400"/>
              <a:t> es nuestro señor.</a:t>
            </a:r>
          </a:p>
          <a:p>
            <a:pPr>
              <a:buNone/>
            </a:pPr>
            <a:r>
              <a:rPr lang="es-ES" sz="2400"/>
              <a:t>En medio de nosotros está.</a:t>
            </a:r>
          </a:p>
        </p:txBody>
      </p:sp>
      <p:sp>
        <p:nvSpPr>
          <p:cNvPr id="2" name="Google Shape;132;p6">
            <a:extLst>
              <a:ext uri="{FF2B5EF4-FFF2-40B4-BE49-F238E27FC236}">
                <a16:creationId xmlns:a16="http://schemas.microsoft.com/office/drawing/2014/main" id="{E11EDDA8-21BF-0924-AF5B-54E810480B4D}"/>
              </a:ext>
            </a:extLst>
          </p:cNvPr>
          <p:cNvSpPr txBox="1">
            <a:spLocks/>
          </p:cNvSpPr>
          <p:nvPr/>
        </p:nvSpPr>
        <p:spPr>
          <a:xfrm>
            <a:off x="2176253" y="610601"/>
            <a:ext cx="7848872" cy="733349"/>
          </a:xfrm>
          <a:prstGeom prst="rect">
            <a:avLst/>
          </a:prstGeom>
          <a:noFill/>
          <a:ln>
            <a:noFill/>
          </a:ln>
        </p:spPr>
        <p:txBody>
          <a:bodyPr spcFirstLastPara="1" vert="horz" wrap="square" lIns="91425" tIns="45700" rIns="91425" bIns="45700" rtlCol="0" anchor="ctr" anchorCtr="0">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spcBef>
                <a:spcPts val="0"/>
              </a:spcBef>
              <a:buClr>
                <a:schemeClr val="lt1"/>
              </a:buClr>
              <a:buSzPts val="3300"/>
            </a:pPr>
            <a:r>
              <a:rPr lang="es-ES" b="1"/>
              <a:t>Anunciamos con Poder</a:t>
            </a:r>
          </a:p>
        </p:txBody>
      </p:sp>
      <p:grpSp>
        <p:nvGrpSpPr>
          <p:cNvPr id="15" name="Grupo 14">
            <a:extLst>
              <a:ext uri="{FF2B5EF4-FFF2-40B4-BE49-F238E27FC236}">
                <a16:creationId xmlns:a16="http://schemas.microsoft.com/office/drawing/2014/main" id="{A41191EF-E844-8D7F-44D2-2B5C822DF4AF}"/>
              </a:ext>
            </a:extLst>
          </p:cNvPr>
          <p:cNvGrpSpPr/>
          <p:nvPr/>
        </p:nvGrpSpPr>
        <p:grpSpPr>
          <a:xfrm>
            <a:off x="1057" y="-4361"/>
            <a:ext cx="12190282" cy="517821"/>
            <a:chOff x="1057" y="-4361"/>
            <a:chExt cx="12503431" cy="517821"/>
          </a:xfrm>
        </p:grpSpPr>
        <p:sp>
          <p:nvSpPr>
            <p:cNvPr id="10" name="Rectángulo 9">
              <a:extLst>
                <a:ext uri="{FF2B5EF4-FFF2-40B4-BE49-F238E27FC236}">
                  <a16:creationId xmlns:a16="http://schemas.microsoft.com/office/drawing/2014/main" id="{339CE6DB-FE64-1706-F459-6212CFFD0E67}"/>
                </a:ext>
              </a:extLst>
            </p:cNvPr>
            <p:cNvSpPr/>
            <p:nvPr/>
          </p:nvSpPr>
          <p:spPr>
            <a:xfrm>
              <a:off x="3122126" y="-4360"/>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Liturgia de la Palabra</a:t>
              </a:r>
              <a:endParaRPr lang="es-ES" sz="2400">
                <a:solidFill>
                  <a:schemeClr val="tx1">
                    <a:lumMod val="49000"/>
                    <a:lumOff val="51000"/>
                  </a:schemeClr>
                </a:solidFill>
                <a:ea typeface="Calibri"/>
                <a:cs typeface="Calibri"/>
              </a:endParaRPr>
            </a:p>
          </p:txBody>
        </p:sp>
        <p:sp>
          <p:nvSpPr>
            <p:cNvPr id="12" name="Rectángulo 11">
              <a:extLst>
                <a:ext uri="{FF2B5EF4-FFF2-40B4-BE49-F238E27FC236}">
                  <a16:creationId xmlns:a16="http://schemas.microsoft.com/office/drawing/2014/main" id="{29A88A63-C894-57C7-9308-4720DF9D4087}"/>
                </a:ext>
              </a:extLst>
            </p:cNvPr>
            <p:cNvSpPr/>
            <p:nvPr/>
          </p:nvSpPr>
          <p:spPr>
            <a:xfrm>
              <a:off x="6247290" y="-4361"/>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Liturgia Eucarística</a:t>
              </a:r>
              <a:endParaRPr lang="es-ES" sz="2400">
                <a:solidFill>
                  <a:schemeClr val="tx1">
                    <a:lumMod val="49000"/>
                    <a:lumOff val="51000"/>
                  </a:schemeClr>
                </a:solidFill>
                <a:ea typeface="Calibri"/>
                <a:cs typeface="Calibri"/>
              </a:endParaRPr>
            </a:p>
          </p:txBody>
        </p:sp>
        <p:sp>
          <p:nvSpPr>
            <p:cNvPr id="13" name="Rectángulo 12">
              <a:extLst>
                <a:ext uri="{FF2B5EF4-FFF2-40B4-BE49-F238E27FC236}">
                  <a16:creationId xmlns:a16="http://schemas.microsoft.com/office/drawing/2014/main" id="{60A47851-44FF-6BA7-E71B-E6F752D09961}"/>
                </a:ext>
              </a:extLst>
            </p:cNvPr>
            <p:cNvSpPr/>
            <p:nvPr/>
          </p:nvSpPr>
          <p:spPr>
            <a:xfrm>
              <a:off x="9372455" y="-4360"/>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Rito de Conclusión</a:t>
              </a:r>
              <a:endParaRPr lang="es-ES">
                <a:solidFill>
                  <a:schemeClr val="tx1">
                    <a:lumMod val="49000"/>
                    <a:lumOff val="51000"/>
                  </a:schemeClr>
                </a:solidFill>
                <a:ea typeface="Calibri"/>
                <a:cs typeface="Calibri"/>
              </a:endParaRPr>
            </a:p>
          </p:txBody>
        </p:sp>
        <p:sp>
          <p:nvSpPr>
            <p:cNvPr id="14" name="Rectángulo 13">
              <a:extLst>
                <a:ext uri="{FF2B5EF4-FFF2-40B4-BE49-F238E27FC236}">
                  <a16:creationId xmlns:a16="http://schemas.microsoft.com/office/drawing/2014/main" id="{A0DF6664-AAD5-8F65-2075-7FB5664F0612}"/>
                </a:ext>
              </a:extLst>
            </p:cNvPr>
            <p:cNvSpPr/>
            <p:nvPr/>
          </p:nvSpPr>
          <p:spPr>
            <a:xfrm>
              <a:off x="1057" y="-4361"/>
              <a:ext cx="3121595" cy="517821"/>
            </a:xfrm>
            <a:prstGeom prst="rect">
              <a:avLst/>
            </a:prstGeom>
            <a:solidFill>
              <a:schemeClr val="accent1"/>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800" b="1">
                  <a:solidFill>
                    <a:schemeClr val="tx1"/>
                  </a:solidFill>
                  <a:ea typeface="Calibri"/>
                  <a:cs typeface="Calibri"/>
                </a:rPr>
                <a:t>Ritos Iniciales</a:t>
              </a:r>
              <a:endParaRPr lang="es-ES" sz="2800">
                <a:solidFill>
                  <a:schemeClr val="tx1"/>
                </a:solidFill>
                <a:ea typeface="Calibri"/>
                <a:cs typeface="Calibri"/>
              </a:endParaRPr>
            </a:p>
          </p:txBody>
        </p:sp>
      </p:grpSp>
    </p:spTree>
    <p:extLst>
      <p:ext uri="{BB962C8B-B14F-4D97-AF65-F5344CB8AC3E}">
        <p14:creationId xmlns:p14="http://schemas.microsoft.com/office/powerpoint/2010/main" val="783555205"/>
      </p:ext>
    </p:extLst>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sld>
</file>

<file path=ppt/slides/slide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4 Rectángulo"/>
          <p:cNvSpPr/>
          <p:nvPr/>
        </p:nvSpPr>
        <p:spPr>
          <a:xfrm>
            <a:off x="1004142" y="2133023"/>
            <a:ext cx="5976664" cy="3724096"/>
          </a:xfrm>
          <a:prstGeom prst="rect">
            <a:avLst/>
          </a:prstGeom>
        </p:spPr>
        <p:txBody>
          <a:bodyPr wrap="square">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s-ES" sz="2800" b="0" i="0" u="none" strike="noStrike" kern="1200" cap="none" spc="0" normalizeH="0" baseline="0" noProof="0">
              <a:ln>
                <a:noFill/>
              </a:ln>
              <a:solidFill>
                <a:prstClr val="black"/>
              </a:solidFill>
              <a:effectLst/>
              <a:uLnTx/>
              <a:uFillTx/>
              <a:latin typeface="Calibri" panose="020F0502020204030204" pitchFamily="34" charset="0"/>
              <a:ea typeface="+mn-ea"/>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s-ES" sz="2800" b="0" i="0" u="none" strike="noStrike" kern="1200" cap="none" spc="0" normalizeH="0" baseline="0" noProof="0">
              <a:ln>
                <a:noFill/>
              </a:ln>
              <a:solidFill>
                <a:prstClr val="black"/>
              </a:solidFill>
              <a:effectLst/>
              <a:uLnTx/>
              <a:uFillTx/>
              <a:latin typeface="Calibri" panose="020F0502020204030204" pitchFamily="34" charset="0"/>
              <a:ea typeface="+mn-ea"/>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s-ES" sz="2800" b="0" i="0" u="none" strike="noStrike" kern="1200" cap="none" spc="0" normalizeH="0" baseline="0" noProof="0">
                <a:ln>
                  <a:noFill/>
                </a:ln>
                <a:solidFill>
                  <a:prstClr val="black"/>
                </a:solidFill>
                <a:effectLst/>
                <a:uLnTx/>
                <a:uFillTx/>
                <a:latin typeface="Calibri" panose="020F0502020204030204" pitchFamily="34" charset="0"/>
                <a:ea typeface="+mn-ea"/>
                <a:cs typeface="Calibri" panose="020F0502020204030204" pitchFamily="34" charset="0"/>
              </a:rPr>
              <a:t>Ayúdame a caminar</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s-ES" sz="2800" b="0" i="0" u="none" strike="noStrike" kern="1200" cap="none" spc="0" normalizeH="0" baseline="0" noProof="0">
                <a:ln>
                  <a:noFill/>
                </a:ln>
                <a:solidFill>
                  <a:prstClr val="black"/>
                </a:solidFill>
                <a:effectLst/>
                <a:uLnTx/>
                <a:uFillTx/>
                <a:latin typeface="Calibri" panose="020F0502020204030204" pitchFamily="34" charset="0"/>
                <a:ea typeface="+mn-ea"/>
                <a:cs typeface="Calibri" panose="020F0502020204030204" pitchFamily="34" charset="0"/>
              </a:rPr>
              <a:t>Contigo iré sobre las olas de la mar</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s-ES" sz="2800" b="0" i="0" u="none" strike="noStrike" kern="1200" cap="none" spc="0" normalizeH="0" baseline="0" noProof="0">
                <a:ln>
                  <a:noFill/>
                </a:ln>
                <a:solidFill>
                  <a:prstClr val="black"/>
                </a:solidFill>
                <a:effectLst/>
                <a:uLnTx/>
                <a:uFillTx/>
                <a:latin typeface="Calibri" panose="020F0502020204030204" pitchFamily="34" charset="0"/>
                <a:ea typeface="+mn-ea"/>
                <a:cs typeface="Calibri" panose="020F0502020204030204" pitchFamily="34" charset="0"/>
              </a:rPr>
              <a:t>Y cantaré</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s-ES" sz="2800" b="0" i="0" u="none" strike="noStrike" kern="1200" cap="none" spc="0" normalizeH="0" baseline="0" noProof="0">
                <a:ln>
                  <a:noFill/>
                </a:ln>
                <a:solidFill>
                  <a:prstClr val="black"/>
                </a:solidFill>
                <a:effectLst/>
                <a:uLnTx/>
                <a:uFillTx/>
                <a:latin typeface="Calibri" panose="020F0502020204030204" pitchFamily="34" charset="0"/>
                <a:ea typeface="+mn-ea"/>
                <a:cs typeface="Calibri" panose="020F0502020204030204" pitchFamily="34" charset="0"/>
              </a:rPr>
              <a:t>Quien eres Tú</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s-ES" sz="2800" b="0" i="0" u="none" strike="noStrike" kern="1200" cap="none" spc="0" normalizeH="0" baseline="0" noProof="0">
                <a:ln>
                  <a:noFill/>
                </a:ln>
                <a:solidFill>
                  <a:prstClr val="black"/>
                </a:solidFill>
                <a:effectLst/>
                <a:uLnTx/>
                <a:uFillTx/>
                <a:latin typeface="Calibri" panose="020F0502020204030204" pitchFamily="34" charset="0"/>
                <a:ea typeface="+mn-ea"/>
                <a:cs typeface="Calibri" panose="020F0502020204030204" pitchFamily="34" charset="0"/>
              </a:rPr>
              <a:t>Tu eres Jesús, mi Dios </a:t>
            </a: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s-ES" sz="2800" b="0" i="0" u="none" strike="noStrike" kern="1200" cap="none" spc="0" normalizeH="0" baseline="0" noProof="0">
                <a:ln>
                  <a:noFill/>
                </a:ln>
                <a:solidFill>
                  <a:prstClr val="black"/>
                </a:solidFill>
                <a:effectLst/>
                <a:uLnTx/>
                <a:uFillTx/>
                <a:latin typeface="Calibri" panose="020F0502020204030204" pitchFamily="34" charset="0"/>
                <a:ea typeface="+mn-ea"/>
                <a:cs typeface="Calibri" panose="020F0502020204030204" pitchFamily="34" charset="0"/>
              </a:rPr>
              <a:t>Mi bien, mi libertad (BIS)</a:t>
            </a:r>
            <a:br>
              <a:rPr kumimoji="0" lang="es-ES" sz="1200" b="0" i="0" u="none" strike="noStrike" kern="1200" cap="none" spc="0" normalizeH="0" baseline="0" noProof="0">
                <a:ln>
                  <a:noFill/>
                </a:ln>
                <a:solidFill>
                  <a:prstClr val="black"/>
                </a:solidFill>
                <a:effectLst/>
                <a:uLnTx/>
                <a:uFillTx/>
                <a:latin typeface="Calibri" panose="020F0502020204030204" pitchFamily="34" charset="0"/>
                <a:ea typeface="+mn-ea"/>
                <a:cs typeface="Calibri" panose="020F0502020204030204" pitchFamily="34" charset="0"/>
              </a:rPr>
            </a:br>
            <a:endParaRPr kumimoji="0" lang="es-ES" sz="1200" b="0" i="0" u="none" strike="noStrike" kern="1200" cap="none" spc="0" normalizeH="0" baseline="0" noProof="0">
              <a:ln>
                <a:noFill/>
              </a:ln>
              <a:solidFill>
                <a:prstClr val="black"/>
              </a:solidFill>
              <a:effectLst/>
              <a:uLnTx/>
              <a:uFillTx/>
              <a:latin typeface="Calibri" panose="020F0502020204030204" pitchFamily="34" charset="0"/>
              <a:ea typeface="+mn-ea"/>
              <a:cs typeface="Calibri" panose="020F0502020204030204" pitchFamily="34" charset="0"/>
            </a:endParaRPr>
          </a:p>
        </p:txBody>
      </p:sp>
      <p:pic>
        <p:nvPicPr>
          <p:cNvPr id="186370" name="Picture 2" descr="Resultado de imagen de foto mar amanecer"/>
          <p:cNvPicPr>
            <a:picLocks noChangeAspect="1" noChangeArrowheads="1"/>
          </p:cNvPicPr>
          <p:nvPr/>
        </p:nvPicPr>
        <p:blipFill>
          <a:blip r:embed="rId2" cstate="print"/>
          <a:srcRect/>
          <a:stretch>
            <a:fillRect/>
          </a:stretch>
        </p:blipFill>
        <p:spPr bwMode="auto">
          <a:xfrm>
            <a:off x="7324726" y="100014"/>
            <a:ext cx="3343275" cy="6757987"/>
          </a:xfrm>
          <a:prstGeom prst="rect">
            <a:avLst/>
          </a:prstGeom>
          <a:noFill/>
        </p:spPr>
      </p:pic>
      <p:sp>
        <p:nvSpPr>
          <p:cNvPr id="6" name="Título 1">
            <a:extLst>
              <a:ext uri="{FF2B5EF4-FFF2-40B4-BE49-F238E27FC236}">
                <a16:creationId xmlns:a16="http://schemas.microsoft.com/office/drawing/2014/main" id="{66FED19B-C76D-4904-9A17-63C74AB35C8C}"/>
              </a:ext>
            </a:extLst>
          </p:cNvPr>
          <p:cNvSpPr txBox="1">
            <a:spLocks/>
          </p:cNvSpPr>
          <p:nvPr/>
        </p:nvSpPr>
        <p:spPr>
          <a:xfrm>
            <a:off x="1422474" y="994043"/>
            <a:ext cx="4959994" cy="949373"/>
          </a:xfrm>
          <a:prstGeom prst="rect">
            <a:avLst/>
          </a:prstGeom>
        </p:spPr>
        <p:txBody>
          <a:bodyPr/>
          <a:lstStyle/>
          <a:p>
            <a:pPr marL="0" marR="0" lvl="0" indent="0" algn="l" defTabSz="914400" rtl="0" eaLnBrk="1" fontAlgn="auto" latinLnBrk="0" hangingPunct="1">
              <a:lnSpc>
                <a:spcPct val="100000"/>
              </a:lnSpc>
              <a:spcBef>
                <a:spcPct val="0"/>
              </a:spcBef>
              <a:spcAft>
                <a:spcPts val="0"/>
              </a:spcAft>
              <a:buClrTx/>
              <a:buSzTx/>
              <a:buFontTx/>
              <a:buNone/>
              <a:tabLst/>
              <a:defRPr/>
            </a:pPr>
            <a:r>
              <a:rPr kumimoji="0" lang="es-ES" sz="4800" b="1" i="0" u="none" strike="noStrike" kern="1200" cap="all" spc="0" normalizeH="0" baseline="0" noProof="0">
                <a:ln>
                  <a:noFill/>
                </a:ln>
                <a:solidFill>
                  <a:srgbClr val="F19D19"/>
                </a:solidFill>
                <a:effectLst>
                  <a:reflection blurRad="12700" stA="48000" endA="300" endPos="55000" dir="5400000" sy="-90000" algn="bl" rotWithShape="0"/>
                </a:effectLst>
                <a:uLnTx/>
                <a:uFillTx/>
                <a:latin typeface="Calibri Light" panose="020F0302020204030204"/>
                <a:ea typeface="+mn-ea"/>
                <a:cs typeface="Calibri" panose="020F0502020204030204" pitchFamily="34" charset="0"/>
              </a:rPr>
              <a:t>AYÚDAME A CAMINAR</a:t>
            </a:r>
          </a:p>
        </p:txBody>
      </p:sp>
      <p:grpSp>
        <p:nvGrpSpPr>
          <p:cNvPr id="9" name="Grupo 8">
            <a:extLst>
              <a:ext uri="{FF2B5EF4-FFF2-40B4-BE49-F238E27FC236}">
                <a16:creationId xmlns:a16="http://schemas.microsoft.com/office/drawing/2014/main" id="{45916A07-C4C2-F522-8EEB-79678D7270C1}"/>
              </a:ext>
            </a:extLst>
          </p:cNvPr>
          <p:cNvGrpSpPr/>
          <p:nvPr/>
        </p:nvGrpSpPr>
        <p:grpSpPr>
          <a:xfrm>
            <a:off x="1057" y="-4361"/>
            <a:ext cx="12190282" cy="517821"/>
            <a:chOff x="1057" y="-4361"/>
            <a:chExt cx="12503431" cy="517821"/>
          </a:xfrm>
        </p:grpSpPr>
        <p:sp>
          <p:nvSpPr>
            <p:cNvPr id="3" name="Rectángulo 2">
              <a:extLst>
                <a:ext uri="{FF2B5EF4-FFF2-40B4-BE49-F238E27FC236}">
                  <a16:creationId xmlns:a16="http://schemas.microsoft.com/office/drawing/2014/main" id="{127B19FE-F121-F816-583B-305B56F7C397}"/>
                </a:ext>
              </a:extLst>
            </p:cNvPr>
            <p:cNvSpPr/>
            <p:nvPr/>
          </p:nvSpPr>
          <p:spPr>
            <a:xfrm>
              <a:off x="3122126" y="-4360"/>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Liturgia de la Palabra</a:t>
              </a:r>
              <a:endParaRPr lang="es-ES" sz="2400">
                <a:solidFill>
                  <a:schemeClr val="tx1">
                    <a:lumMod val="49000"/>
                    <a:lumOff val="51000"/>
                  </a:schemeClr>
                </a:solidFill>
                <a:ea typeface="Calibri"/>
                <a:cs typeface="Calibri"/>
              </a:endParaRPr>
            </a:p>
          </p:txBody>
        </p:sp>
        <p:sp>
          <p:nvSpPr>
            <p:cNvPr id="4" name="Rectángulo 3">
              <a:extLst>
                <a:ext uri="{FF2B5EF4-FFF2-40B4-BE49-F238E27FC236}">
                  <a16:creationId xmlns:a16="http://schemas.microsoft.com/office/drawing/2014/main" id="{2D5C6D39-39C9-6FF4-3F09-6037818DA3AA}"/>
                </a:ext>
              </a:extLst>
            </p:cNvPr>
            <p:cNvSpPr/>
            <p:nvPr/>
          </p:nvSpPr>
          <p:spPr>
            <a:xfrm>
              <a:off x="6247290" y="-4361"/>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Liturgia Eucarística</a:t>
              </a:r>
              <a:endParaRPr lang="es-ES" sz="2400">
                <a:solidFill>
                  <a:schemeClr val="tx1">
                    <a:lumMod val="49000"/>
                    <a:lumOff val="51000"/>
                  </a:schemeClr>
                </a:solidFill>
                <a:ea typeface="Calibri"/>
                <a:cs typeface="Calibri"/>
              </a:endParaRPr>
            </a:p>
          </p:txBody>
        </p:sp>
        <p:sp>
          <p:nvSpPr>
            <p:cNvPr id="7" name="Rectángulo 6">
              <a:extLst>
                <a:ext uri="{FF2B5EF4-FFF2-40B4-BE49-F238E27FC236}">
                  <a16:creationId xmlns:a16="http://schemas.microsoft.com/office/drawing/2014/main" id="{4D812D2D-99F4-BA17-5393-AC5D81ED0182}"/>
                </a:ext>
              </a:extLst>
            </p:cNvPr>
            <p:cNvSpPr/>
            <p:nvPr/>
          </p:nvSpPr>
          <p:spPr>
            <a:xfrm>
              <a:off x="9372455" y="-4360"/>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Rito de Conclusión</a:t>
              </a:r>
              <a:endParaRPr lang="es-ES">
                <a:solidFill>
                  <a:schemeClr val="tx1">
                    <a:lumMod val="49000"/>
                    <a:lumOff val="51000"/>
                  </a:schemeClr>
                </a:solidFill>
                <a:ea typeface="Calibri"/>
                <a:cs typeface="Calibri"/>
              </a:endParaRPr>
            </a:p>
          </p:txBody>
        </p:sp>
        <p:sp>
          <p:nvSpPr>
            <p:cNvPr id="8" name="Rectángulo 7">
              <a:extLst>
                <a:ext uri="{FF2B5EF4-FFF2-40B4-BE49-F238E27FC236}">
                  <a16:creationId xmlns:a16="http://schemas.microsoft.com/office/drawing/2014/main" id="{A69A1496-9636-280B-B765-CE758149099C}"/>
                </a:ext>
              </a:extLst>
            </p:cNvPr>
            <p:cNvSpPr/>
            <p:nvPr/>
          </p:nvSpPr>
          <p:spPr>
            <a:xfrm>
              <a:off x="1057" y="-4361"/>
              <a:ext cx="3121595" cy="517821"/>
            </a:xfrm>
            <a:prstGeom prst="rect">
              <a:avLst/>
            </a:prstGeom>
            <a:solidFill>
              <a:schemeClr val="accent1"/>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800" b="1">
                  <a:solidFill>
                    <a:schemeClr val="tx1"/>
                  </a:solidFill>
                  <a:ea typeface="Calibri"/>
                  <a:cs typeface="Calibri"/>
                </a:rPr>
                <a:t>Ritos Iniciales</a:t>
              </a:r>
              <a:endParaRPr lang="es-ES" sz="2800">
                <a:solidFill>
                  <a:schemeClr val="tx1"/>
                </a:solidFill>
                <a:ea typeface="Calibri"/>
                <a:cs typeface="Calibri"/>
              </a:endParaRPr>
            </a:p>
          </p:txBody>
        </p:sp>
      </p:grpSp>
    </p:spTree>
    <p:extLst>
      <p:ext uri="{BB962C8B-B14F-4D97-AF65-F5344CB8AC3E}">
        <p14:creationId xmlns:p14="http://schemas.microsoft.com/office/powerpoint/2010/main" val="2800595284"/>
      </p:ext>
    </p:extLst>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sld>
</file>

<file path=ppt/slides/slide4.xml><?xml version="1.0" encoding="utf-8"?>
<p:sld xmlns:a="http://schemas.openxmlformats.org/drawingml/2006/main" xmlns:r="http://schemas.openxmlformats.org/officeDocument/2006/relationships" xmlns:p="http://schemas.openxmlformats.org/presentationml/2006/main" show="0">
  <p:cSld>
    <p:spTree>
      <p:nvGrpSpPr>
        <p:cNvPr id="1" name="Shape 131"/>
        <p:cNvGrpSpPr/>
        <p:nvPr/>
      </p:nvGrpSpPr>
      <p:grpSpPr>
        <a:xfrm>
          <a:off x="0" y="0"/>
          <a:ext cx="0" cy="0"/>
          <a:chOff x="0" y="0"/>
          <a:chExt cx="0" cy="0"/>
        </a:xfrm>
      </p:grpSpPr>
      <p:sp>
        <p:nvSpPr>
          <p:cNvPr id="132" name="Google Shape;132;p6"/>
          <p:cNvSpPr txBox="1">
            <a:spLocks noGrp="1"/>
          </p:cNvSpPr>
          <p:nvPr>
            <p:ph type="title"/>
          </p:nvPr>
        </p:nvSpPr>
        <p:spPr>
          <a:xfrm>
            <a:off x="2207568" y="391396"/>
            <a:ext cx="7848872" cy="733349"/>
          </a:xfrm>
          <a:prstGeom prst="rect">
            <a:avLst/>
          </a:prstGeom>
          <a:noFill/>
          <a:ln>
            <a:noFill/>
          </a:ln>
        </p:spPr>
        <p:txBody>
          <a:bodyPr spcFirstLastPara="1" vert="horz" wrap="square" lIns="91425" tIns="45700" rIns="91425" bIns="45700" rtlCol="0" anchor="ctr" anchorCtr="0">
            <a:normAutofit/>
          </a:bodyPr>
          <a:lstStyle/>
          <a:p>
            <a:pPr>
              <a:spcBef>
                <a:spcPts val="0"/>
              </a:spcBef>
              <a:buClr>
                <a:schemeClr val="lt1"/>
              </a:buClr>
              <a:buSzPts val="3300"/>
            </a:pPr>
            <a:r>
              <a:rPr lang="es-ES" b="1"/>
              <a:t>Como Tus brazos</a:t>
            </a:r>
            <a:endParaRPr b="1"/>
          </a:p>
        </p:txBody>
      </p:sp>
      <p:sp>
        <p:nvSpPr>
          <p:cNvPr id="133" name="Google Shape;133;p6"/>
          <p:cNvSpPr txBox="1">
            <a:spLocks noGrp="1"/>
          </p:cNvSpPr>
          <p:nvPr>
            <p:ph type="body" idx="1"/>
          </p:nvPr>
        </p:nvSpPr>
        <p:spPr>
          <a:xfrm>
            <a:off x="2207558" y="1268760"/>
            <a:ext cx="7848872" cy="4351338"/>
          </a:xfrm>
          <a:prstGeom prst="rect">
            <a:avLst/>
          </a:prstGeom>
          <a:noFill/>
          <a:ln>
            <a:noFill/>
          </a:ln>
        </p:spPr>
        <p:txBody>
          <a:bodyPr spcFirstLastPara="1" vert="horz" wrap="square" lIns="91425" tIns="45700" rIns="91425" bIns="45700" numCol="2" rtlCol="0" anchor="t" anchorCtr="0">
            <a:normAutofit/>
          </a:bodyPr>
          <a:lstStyle/>
          <a:p>
            <a:pPr marL="0" indent="0">
              <a:lnSpc>
                <a:spcPct val="80000"/>
              </a:lnSpc>
              <a:spcBef>
                <a:spcPts val="0"/>
              </a:spcBef>
              <a:buClr>
                <a:schemeClr val="lt1"/>
              </a:buClr>
              <a:buSzPts val="1942"/>
              <a:buNone/>
            </a:pPr>
            <a:r>
              <a:rPr lang="es-ES" sz="1942"/>
              <a:t>Aquí estamos hoy ante Ti,</a:t>
            </a:r>
            <a:endParaRPr/>
          </a:p>
          <a:p>
            <a:pPr marL="0" indent="0">
              <a:lnSpc>
                <a:spcPct val="80000"/>
              </a:lnSpc>
              <a:spcBef>
                <a:spcPts val="750"/>
              </a:spcBef>
              <a:buClr>
                <a:schemeClr val="lt1"/>
              </a:buClr>
              <a:buSzPts val="1942"/>
              <a:buNone/>
            </a:pPr>
            <a:r>
              <a:rPr lang="es-ES" sz="1942"/>
              <a:t>Tú nos has llamado a caminar.</a:t>
            </a:r>
            <a:endParaRPr/>
          </a:p>
          <a:p>
            <a:pPr marL="0" indent="0">
              <a:lnSpc>
                <a:spcPct val="80000"/>
              </a:lnSpc>
              <a:spcBef>
                <a:spcPts val="750"/>
              </a:spcBef>
              <a:buClr>
                <a:schemeClr val="lt1"/>
              </a:buClr>
              <a:buSzPts val="1942"/>
              <a:buNone/>
            </a:pPr>
            <a:r>
              <a:rPr lang="es-ES" sz="1942"/>
              <a:t>Dejamos atrás nuestra</a:t>
            </a:r>
            <a:endParaRPr/>
          </a:p>
          <a:p>
            <a:pPr marL="0" indent="0">
              <a:lnSpc>
                <a:spcPct val="80000"/>
              </a:lnSpc>
              <a:spcBef>
                <a:spcPts val="750"/>
              </a:spcBef>
              <a:buClr>
                <a:schemeClr val="lt1"/>
              </a:buClr>
              <a:buSzPts val="1942"/>
              <a:buNone/>
            </a:pPr>
            <a:r>
              <a:rPr lang="es-ES" sz="1942"/>
              <a:t>comodidad y nuestro hogar.</a:t>
            </a:r>
            <a:endParaRPr/>
          </a:p>
          <a:p>
            <a:pPr marL="0" indent="0">
              <a:lnSpc>
                <a:spcPct val="80000"/>
              </a:lnSpc>
              <a:spcBef>
                <a:spcPts val="750"/>
              </a:spcBef>
              <a:buClr>
                <a:schemeClr val="lt1"/>
              </a:buClr>
              <a:buSzPts val="1942"/>
              <a:buNone/>
            </a:pPr>
            <a:r>
              <a:rPr lang="es-ES" sz="1942"/>
              <a:t>De ti nos queremos fiar,</a:t>
            </a:r>
            <a:endParaRPr/>
          </a:p>
          <a:p>
            <a:pPr marL="0" indent="0">
              <a:lnSpc>
                <a:spcPct val="80000"/>
              </a:lnSpc>
              <a:spcBef>
                <a:spcPts val="750"/>
              </a:spcBef>
              <a:buClr>
                <a:schemeClr val="lt1"/>
              </a:buClr>
              <a:buSzPts val="1942"/>
              <a:buNone/>
            </a:pPr>
            <a:r>
              <a:rPr lang="es-ES" sz="1942"/>
              <a:t>tantas pruebas nos has dado ya.</a:t>
            </a:r>
            <a:endParaRPr/>
          </a:p>
          <a:p>
            <a:pPr marL="0" indent="0">
              <a:lnSpc>
                <a:spcPct val="80000"/>
              </a:lnSpc>
              <a:spcBef>
                <a:spcPts val="750"/>
              </a:spcBef>
              <a:buClr>
                <a:schemeClr val="lt1"/>
              </a:buClr>
              <a:buSzPts val="1942"/>
              <a:buNone/>
            </a:pPr>
            <a:r>
              <a:rPr lang="es-ES" sz="1942"/>
              <a:t>Cambia nuestro corazón,</a:t>
            </a:r>
            <a:endParaRPr/>
          </a:p>
          <a:p>
            <a:pPr marL="0" indent="0">
              <a:lnSpc>
                <a:spcPct val="80000"/>
              </a:lnSpc>
              <a:spcBef>
                <a:spcPts val="750"/>
              </a:spcBef>
              <a:buClr>
                <a:schemeClr val="lt1"/>
              </a:buClr>
              <a:buSzPts val="1942"/>
              <a:buNone/>
            </a:pPr>
            <a:r>
              <a:rPr lang="es-ES" sz="1942"/>
              <a:t>por tus senderos llévanos.</a:t>
            </a:r>
            <a:endParaRPr/>
          </a:p>
          <a:p>
            <a:pPr marL="0" indent="0">
              <a:lnSpc>
                <a:spcPct val="80000"/>
              </a:lnSpc>
              <a:spcBef>
                <a:spcPts val="750"/>
              </a:spcBef>
              <a:buClr>
                <a:schemeClr val="lt1"/>
              </a:buClr>
              <a:buSzPts val="1942"/>
              <a:buNone/>
            </a:pPr>
            <a:endParaRPr sz="1942"/>
          </a:p>
          <a:p>
            <a:pPr marL="0" indent="0">
              <a:lnSpc>
                <a:spcPct val="80000"/>
              </a:lnSpc>
              <a:spcBef>
                <a:spcPts val="750"/>
              </a:spcBef>
              <a:buClr>
                <a:schemeClr val="lt1"/>
              </a:buClr>
              <a:buSzPts val="1942"/>
              <a:buNone/>
            </a:pPr>
            <a:endParaRPr sz="1942"/>
          </a:p>
          <a:p>
            <a:pPr marL="0" indent="0">
              <a:lnSpc>
                <a:spcPct val="80000"/>
              </a:lnSpc>
              <a:spcBef>
                <a:spcPts val="750"/>
              </a:spcBef>
              <a:buClr>
                <a:schemeClr val="lt1"/>
              </a:buClr>
              <a:buSzPts val="1942"/>
              <a:buNone/>
            </a:pPr>
            <a:endParaRPr sz="1942"/>
          </a:p>
          <a:p>
            <a:pPr marL="0" indent="0">
              <a:lnSpc>
                <a:spcPct val="80000"/>
              </a:lnSpc>
              <a:spcBef>
                <a:spcPts val="750"/>
              </a:spcBef>
              <a:buClr>
                <a:schemeClr val="lt1"/>
              </a:buClr>
              <a:buSzPts val="1942"/>
              <a:buNone/>
            </a:pPr>
            <a:endParaRPr sz="1942"/>
          </a:p>
          <a:p>
            <a:pPr marL="0" indent="0">
              <a:lnSpc>
                <a:spcPct val="80000"/>
              </a:lnSpc>
              <a:spcBef>
                <a:spcPts val="750"/>
              </a:spcBef>
              <a:buClr>
                <a:schemeClr val="lt1"/>
              </a:buClr>
              <a:buSzPts val="1942"/>
              <a:buNone/>
            </a:pPr>
            <a:r>
              <a:rPr lang="es-ES" sz="1942"/>
              <a:t>EL CAMINO NO LO HAREMOS SÓLOS,</a:t>
            </a:r>
            <a:endParaRPr/>
          </a:p>
          <a:p>
            <a:pPr marL="0" indent="0">
              <a:lnSpc>
                <a:spcPct val="80000"/>
              </a:lnSpc>
              <a:spcBef>
                <a:spcPts val="750"/>
              </a:spcBef>
              <a:buClr>
                <a:schemeClr val="lt1"/>
              </a:buClr>
              <a:buSzPts val="1942"/>
              <a:buNone/>
            </a:pPr>
            <a:r>
              <a:rPr lang="es-ES" sz="1942"/>
              <a:t>CON NOSOTROS CAMINARÁS.</a:t>
            </a:r>
            <a:endParaRPr/>
          </a:p>
          <a:p>
            <a:pPr marL="0" indent="0">
              <a:lnSpc>
                <a:spcPct val="80000"/>
              </a:lnSpc>
              <a:spcBef>
                <a:spcPts val="750"/>
              </a:spcBef>
              <a:buClr>
                <a:schemeClr val="lt1"/>
              </a:buClr>
              <a:buSzPts val="1942"/>
              <a:buNone/>
            </a:pPr>
            <a:r>
              <a:rPr lang="es-ES" sz="1942"/>
              <a:t>JUNTO A TI SEREMOS COMO TUS BRAZOS,</a:t>
            </a:r>
            <a:endParaRPr/>
          </a:p>
          <a:p>
            <a:pPr marL="0" indent="0">
              <a:lnSpc>
                <a:spcPct val="80000"/>
              </a:lnSpc>
              <a:spcBef>
                <a:spcPts val="750"/>
              </a:spcBef>
              <a:buClr>
                <a:schemeClr val="lt1"/>
              </a:buClr>
              <a:buSzPts val="1942"/>
              <a:buNone/>
            </a:pPr>
            <a:r>
              <a:rPr lang="es-ES" sz="1942"/>
              <a:t>ABIERTOS A LA HUMANIDAD.</a:t>
            </a:r>
            <a:endParaRPr/>
          </a:p>
          <a:p>
            <a:pPr marL="0" indent="0">
              <a:lnSpc>
                <a:spcPct val="80000"/>
              </a:lnSpc>
              <a:spcBef>
                <a:spcPts val="750"/>
              </a:spcBef>
              <a:buClr>
                <a:schemeClr val="lt1"/>
              </a:buClr>
              <a:buSzPts val="1942"/>
              <a:buNone/>
            </a:pPr>
            <a:r>
              <a:rPr lang="es-ES" sz="1942"/>
              <a:t>Y CUANDO EL ANDAR SE NOS HAGA DURO,</a:t>
            </a:r>
            <a:endParaRPr/>
          </a:p>
          <a:p>
            <a:pPr marL="0" indent="0">
              <a:lnSpc>
                <a:spcPct val="80000"/>
              </a:lnSpc>
              <a:spcBef>
                <a:spcPts val="750"/>
              </a:spcBef>
              <a:buClr>
                <a:schemeClr val="lt1"/>
              </a:buClr>
              <a:buSzPts val="1942"/>
              <a:buNone/>
            </a:pPr>
            <a:r>
              <a:rPr lang="es-ES" sz="1942"/>
              <a:t>CON NOSOTROS SIEMPRE ESTARÁS.</a:t>
            </a:r>
            <a:endParaRPr/>
          </a:p>
          <a:p>
            <a:pPr marL="0" indent="0">
              <a:lnSpc>
                <a:spcPct val="80000"/>
              </a:lnSpc>
              <a:spcBef>
                <a:spcPts val="750"/>
              </a:spcBef>
              <a:buClr>
                <a:schemeClr val="lt1"/>
              </a:buClr>
              <a:buSzPts val="1942"/>
              <a:buNone/>
            </a:pPr>
            <a:r>
              <a:rPr lang="es-ES" sz="1942"/>
              <a:t>LLEVAREMOS A TODOS TU MENSAJE,</a:t>
            </a:r>
            <a:endParaRPr/>
          </a:p>
          <a:p>
            <a:pPr marL="0" indent="0">
              <a:lnSpc>
                <a:spcPct val="80000"/>
              </a:lnSpc>
              <a:spcBef>
                <a:spcPts val="750"/>
              </a:spcBef>
              <a:buClr>
                <a:schemeClr val="lt1"/>
              </a:buClr>
              <a:buSzPts val="1942"/>
              <a:buNone/>
            </a:pPr>
            <a:r>
              <a:rPr lang="es-ES" sz="1942"/>
              <a:t>ANUNCIO DE PAZ Y DE AMOR.</a:t>
            </a:r>
            <a:endParaRPr/>
          </a:p>
        </p:txBody>
      </p:sp>
      <p:pic>
        <p:nvPicPr>
          <p:cNvPr id="134" name="Google Shape;134;p6" descr="Resultado de imagen de fano brazos"/>
          <p:cNvPicPr preferRelativeResize="0"/>
          <p:nvPr/>
        </p:nvPicPr>
        <p:blipFill rotWithShape="1">
          <a:blip r:embed="rId3">
            <a:alphaModFix/>
          </a:blip>
          <a:srcRect/>
          <a:stretch/>
        </p:blipFill>
        <p:spPr>
          <a:xfrm>
            <a:off x="2423593" y="4149081"/>
            <a:ext cx="2913603" cy="3047629"/>
          </a:xfrm>
          <a:prstGeom prst="rect">
            <a:avLst/>
          </a:prstGeom>
          <a:noFill/>
          <a:ln>
            <a:noFill/>
          </a:ln>
          <a:effectLst>
            <a:outerShdw blurRad="292100" dist="139700" dir="2700000" algn="tl" rotWithShape="0">
              <a:srgbClr val="333333">
                <a:alpha val="64705"/>
              </a:srgbClr>
            </a:outerShdw>
          </a:effectLst>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2CC3DEA-85EB-4715-A053-25856DB216FA}"/>
              </a:ext>
            </a:extLst>
          </p:cNvPr>
          <p:cNvSpPr>
            <a:spLocks noGrp="1"/>
          </p:cNvSpPr>
          <p:nvPr>
            <p:ph type="title" idx="4294967295"/>
          </p:nvPr>
        </p:nvSpPr>
        <p:spPr>
          <a:xfrm>
            <a:off x="2819400" y="532900"/>
            <a:ext cx="7848600" cy="755650"/>
          </a:xfrm>
        </p:spPr>
        <p:txBody>
          <a:bodyPr/>
          <a:lstStyle/>
          <a:p>
            <a:r>
              <a:rPr lang="es-ES"/>
              <a:t>EL ESPIRITU DE DIOS</a:t>
            </a:r>
          </a:p>
        </p:txBody>
      </p:sp>
      <p:sp>
        <p:nvSpPr>
          <p:cNvPr id="3" name="Marcador de contenido 2">
            <a:extLst>
              <a:ext uri="{FF2B5EF4-FFF2-40B4-BE49-F238E27FC236}">
                <a16:creationId xmlns:a16="http://schemas.microsoft.com/office/drawing/2014/main" id="{AFD5076D-4329-4739-8E1B-A2FD55CE26DC}"/>
              </a:ext>
            </a:extLst>
          </p:cNvPr>
          <p:cNvSpPr>
            <a:spLocks noGrp="1"/>
          </p:cNvSpPr>
          <p:nvPr>
            <p:ph sz="half" idx="4294967295"/>
          </p:nvPr>
        </p:nvSpPr>
        <p:spPr>
          <a:xfrm>
            <a:off x="1524001" y="1131888"/>
            <a:ext cx="6049963" cy="5510212"/>
          </a:xfrm>
        </p:spPr>
        <p:txBody>
          <a:bodyPr>
            <a:normAutofit/>
          </a:bodyPr>
          <a:lstStyle/>
          <a:p>
            <a:pPr marL="0" indent="0">
              <a:buNone/>
            </a:pPr>
            <a:endParaRPr lang="es-ES"/>
          </a:p>
          <a:p>
            <a:pPr marL="0" indent="0">
              <a:buNone/>
            </a:pPr>
            <a:endParaRPr lang="es-ES"/>
          </a:p>
          <a:p>
            <a:pPr marL="0" indent="0">
              <a:buNone/>
            </a:pPr>
            <a:endParaRPr lang="es-ES"/>
          </a:p>
        </p:txBody>
      </p:sp>
      <p:sp>
        <p:nvSpPr>
          <p:cNvPr id="6" name="2 Marcador de contenido">
            <a:extLst>
              <a:ext uri="{FF2B5EF4-FFF2-40B4-BE49-F238E27FC236}">
                <a16:creationId xmlns:a16="http://schemas.microsoft.com/office/drawing/2014/main" id="{F4F2BA01-868A-4BB2-B570-E6E9ACE0C171}"/>
              </a:ext>
            </a:extLst>
          </p:cNvPr>
          <p:cNvSpPr txBox="1">
            <a:spLocks/>
          </p:cNvSpPr>
          <p:nvPr/>
        </p:nvSpPr>
        <p:spPr>
          <a:xfrm>
            <a:off x="235190" y="1347028"/>
            <a:ext cx="9950505" cy="5510973"/>
          </a:xfrm>
          <a:prstGeom prst="rect">
            <a:avLst/>
          </a:prstGeom>
        </p:spPr>
        <p:txBody>
          <a:bodyPr numCol="2">
            <a:norm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bg1"/>
                </a:solidFill>
                <a:latin typeface="Maiandra GD" panose="020E0502030308020204" pitchFamily="34" charset="0"/>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bg1"/>
                </a:solidFill>
                <a:latin typeface="Maiandra GD" panose="020E0502030308020204" pitchFamily="34" charset="0"/>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bg1"/>
                </a:solidFill>
                <a:latin typeface="Maiandra GD" panose="020E0502030308020204" pitchFamily="34" charset="0"/>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bg1"/>
                </a:solidFill>
                <a:latin typeface="Maiandra GD" panose="020E0502030308020204" pitchFamily="34" charset="0"/>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bg1"/>
                </a:solidFill>
                <a:latin typeface="Maiandra GD" panose="020E0502030308020204" pitchFamily="34" charset="0"/>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a:buFont typeface="Arial" panose="020B0604020202020204" pitchFamily="34" charset="0"/>
              <a:buNone/>
            </a:pPr>
            <a:r>
              <a:rPr lang="es-ES" sz="2000">
                <a:solidFill>
                  <a:schemeClr val="tx1"/>
                </a:solidFill>
                <a:latin typeface="+mn-lt"/>
                <a:cs typeface="Calibri" panose="020F0502020204030204" pitchFamily="34" charset="0"/>
              </a:rPr>
              <a:t>Bendigamos al Señor, </a:t>
            </a:r>
          </a:p>
          <a:p>
            <a:pPr>
              <a:buFont typeface="Arial" panose="020B0604020202020204" pitchFamily="34" charset="0"/>
              <a:buNone/>
            </a:pPr>
            <a:r>
              <a:rPr lang="es-ES" sz="2000">
                <a:solidFill>
                  <a:schemeClr val="tx1"/>
                </a:solidFill>
                <a:latin typeface="+mn-lt"/>
                <a:cs typeface="Calibri" panose="020F0502020204030204" pitchFamily="34" charset="0"/>
              </a:rPr>
              <a:t>Dios de toda la creación, </a:t>
            </a:r>
          </a:p>
          <a:p>
            <a:pPr>
              <a:buFont typeface="Arial" panose="020B0604020202020204" pitchFamily="34" charset="0"/>
              <a:buNone/>
            </a:pPr>
            <a:r>
              <a:rPr lang="es-ES" sz="2000">
                <a:solidFill>
                  <a:schemeClr val="tx1"/>
                </a:solidFill>
                <a:latin typeface="+mn-lt"/>
                <a:cs typeface="Calibri" panose="020F0502020204030204" pitchFamily="34" charset="0"/>
              </a:rPr>
              <a:t>por habernos revelado su amor. </a:t>
            </a:r>
          </a:p>
          <a:p>
            <a:pPr>
              <a:buFont typeface="Arial" panose="020B0604020202020204" pitchFamily="34" charset="0"/>
              <a:buNone/>
            </a:pPr>
            <a:r>
              <a:rPr lang="es-ES" sz="2000">
                <a:solidFill>
                  <a:schemeClr val="tx1"/>
                </a:solidFill>
                <a:latin typeface="+mn-lt"/>
                <a:cs typeface="Calibri" panose="020F0502020204030204" pitchFamily="34" charset="0"/>
              </a:rPr>
              <a:t>Su Verdad y su perdón </a:t>
            </a:r>
          </a:p>
          <a:p>
            <a:pPr>
              <a:buFont typeface="Arial" panose="020B0604020202020204" pitchFamily="34" charset="0"/>
              <a:buNone/>
            </a:pPr>
            <a:r>
              <a:rPr lang="es-ES" sz="2000">
                <a:solidFill>
                  <a:schemeClr val="tx1"/>
                </a:solidFill>
                <a:latin typeface="+mn-lt"/>
                <a:cs typeface="Calibri" panose="020F0502020204030204" pitchFamily="34" charset="0"/>
              </a:rPr>
              <a:t>y su gran fidelidad, </a:t>
            </a:r>
          </a:p>
          <a:p>
            <a:pPr>
              <a:buFont typeface="Arial" panose="020B0604020202020204" pitchFamily="34" charset="0"/>
              <a:buNone/>
            </a:pPr>
            <a:r>
              <a:rPr lang="es-ES" sz="2000">
                <a:solidFill>
                  <a:schemeClr val="tx1"/>
                </a:solidFill>
                <a:latin typeface="+mn-lt"/>
                <a:cs typeface="Calibri" panose="020F0502020204030204" pitchFamily="34" charset="0"/>
              </a:rPr>
              <a:t>por los siglos de los siglos durará. </a:t>
            </a:r>
          </a:p>
          <a:p>
            <a:pPr>
              <a:buFont typeface="Arial" panose="020B0604020202020204" pitchFamily="34" charset="0"/>
              <a:buNone/>
            </a:pPr>
            <a:endParaRPr lang="es-ES" sz="2000">
              <a:solidFill>
                <a:schemeClr val="tx1"/>
              </a:solidFill>
              <a:latin typeface="+mn-lt"/>
              <a:cs typeface="Calibri" panose="020F0502020204030204" pitchFamily="34" charset="0"/>
            </a:endParaRPr>
          </a:p>
          <a:p>
            <a:pPr>
              <a:buFont typeface="Arial" panose="020B0604020202020204" pitchFamily="34" charset="0"/>
              <a:buNone/>
            </a:pPr>
            <a:r>
              <a:rPr lang="es-ES" sz="2000">
                <a:solidFill>
                  <a:schemeClr val="tx1"/>
                </a:solidFill>
                <a:latin typeface="+mn-lt"/>
                <a:cs typeface="Calibri" panose="020F0502020204030204" pitchFamily="34" charset="0"/>
              </a:rPr>
              <a:t>EL ESPÍRITU DE DIOS </a:t>
            </a:r>
          </a:p>
          <a:p>
            <a:pPr>
              <a:buFont typeface="Arial" panose="020B0604020202020204" pitchFamily="34" charset="0"/>
              <a:buNone/>
            </a:pPr>
            <a:r>
              <a:rPr lang="es-ES" sz="2000">
                <a:solidFill>
                  <a:schemeClr val="tx1"/>
                </a:solidFill>
                <a:latin typeface="+mn-lt"/>
                <a:cs typeface="Calibri" panose="020F0502020204030204" pitchFamily="34" charset="0"/>
              </a:rPr>
              <a:t>HOY ESTÁ SOBRE MÍ </a:t>
            </a:r>
          </a:p>
          <a:p>
            <a:pPr>
              <a:buFont typeface="Arial" panose="020B0604020202020204" pitchFamily="34" charset="0"/>
              <a:buNone/>
            </a:pPr>
            <a:r>
              <a:rPr lang="es-ES" sz="2000">
                <a:solidFill>
                  <a:schemeClr val="tx1"/>
                </a:solidFill>
                <a:latin typeface="+mn-lt"/>
                <a:cs typeface="Calibri" panose="020F0502020204030204" pitchFamily="34" charset="0"/>
              </a:rPr>
              <a:t>Y ÉL ES QUIEN ME HA UNGIDO </a:t>
            </a:r>
          </a:p>
          <a:p>
            <a:pPr>
              <a:buFont typeface="Arial" panose="020B0604020202020204" pitchFamily="34" charset="0"/>
              <a:buNone/>
            </a:pPr>
            <a:r>
              <a:rPr lang="es-ES" sz="2000">
                <a:solidFill>
                  <a:schemeClr val="tx1"/>
                </a:solidFill>
                <a:latin typeface="+mn-lt"/>
                <a:cs typeface="Calibri" panose="020F0502020204030204" pitchFamily="34" charset="0"/>
              </a:rPr>
              <a:t>A PROCLAMAR </a:t>
            </a:r>
          </a:p>
          <a:p>
            <a:pPr>
              <a:buFont typeface="Arial" panose="020B0604020202020204" pitchFamily="34" charset="0"/>
              <a:buNone/>
            </a:pPr>
            <a:r>
              <a:rPr lang="es-ES" sz="2000">
                <a:solidFill>
                  <a:schemeClr val="tx1"/>
                </a:solidFill>
                <a:latin typeface="+mn-lt"/>
                <a:cs typeface="Calibri" panose="020F0502020204030204" pitchFamily="34" charset="0"/>
              </a:rPr>
              <a:t>LA BUENA NUEVA </a:t>
            </a:r>
          </a:p>
          <a:p>
            <a:pPr>
              <a:buFont typeface="Arial" panose="020B0604020202020204" pitchFamily="34" charset="0"/>
              <a:buNone/>
            </a:pPr>
            <a:r>
              <a:rPr lang="es-ES" sz="2000">
                <a:solidFill>
                  <a:schemeClr val="tx1"/>
                </a:solidFill>
                <a:latin typeface="+mn-lt"/>
                <a:cs typeface="Calibri" panose="020F0502020204030204" pitchFamily="34" charset="0"/>
              </a:rPr>
              <a:t>A LOS MÁS POBRES, </a:t>
            </a:r>
          </a:p>
          <a:p>
            <a:pPr>
              <a:buFont typeface="Arial" panose="020B0604020202020204" pitchFamily="34" charset="0"/>
              <a:buNone/>
            </a:pPr>
            <a:r>
              <a:rPr lang="es-ES" sz="2000">
                <a:solidFill>
                  <a:schemeClr val="tx1"/>
                </a:solidFill>
                <a:latin typeface="+mn-lt"/>
                <a:cs typeface="Calibri" panose="020F0502020204030204" pitchFamily="34" charset="0"/>
              </a:rPr>
              <a:t>LA GRACIA DE SU SALVACIÓN. (BIS)</a:t>
            </a:r>
          </a:p>
          <a:p>
            <a:pPr>
              <a:buFont typeface="Arial" panose="020B0604020202020204" pitchFamily="34" charset="0"/>
              <a:buNone/>
            </a:pPr>
            <a:endParaRPr lang="es-ES" sz="2000">
              <a:solidFill>
                <a:schemeClr val="tx1"/>
              </a:solidFill>
              <a:latin typeface="+mn-lt"/>
              <a:cs typeface="Calibri" panose="020F0502020204030204" pitchFamily="34" charset="0"/>
            </a:endParaRPr>
          </a:p>
          <a:p>
            <a:pPr>
              <a:buFont typeface="Arial" panose="020B0604020202020204" pitchFamily="34" charset="0"/>
              <a:buNone/>
            </a:pPr>
            <a:r>
              <a:rPr lang="es-ES" sz="2000">
                <a:solidFill>
                  <a:schemeClr val="tx1"/>
                </a:solidFill>
                <a:latin typeface="+mn-lt"/>
                <a:cs typeface="Calibri" panose="020F0502020204030204" pitchFamily="34" charset="0"/>
              </a:rPr>
              <a:t>Enviados con poder </a:t>
            </a:r>
          </a:p>
          <a:p>
            <a:pPr>
              <a:buFont typeface="Arial" panose="020B0604020202020204" pitchFamily="34" charset="0"/>
              <a:buNone/>
            </a:pPr>
            <a:r>
              <a:rPr lang="es-ES" sz="2000">
                <a:solidFill>
                  <a:schemeClr val="tx1"/>
                </a:solidFill>
                <a:latin typeface="+mn-lt"/>
                <a:cs typeface="Calibri" panose="020F0502020204030204" pitchFamily="34" charset="0"/>
              </a:rPr>
              <a:t>y en el nombre de Jesús </a:t>
            </a:r>
          </a:p>
          <a:p>
            <a:pPr>
              <a:buFont typeface="Arial" panose="020B0604020202020204" pitchFamily="34" charset="0"/>
              <a:buNone/>
            </a:pPr>
            <a:r>
              <a:rPr lang="es-ES" sz="2000">
                <a:solidFill>
                  <a:schemeClr val="tx1"/>
                </a:solidFill>
                <a:latin typeface="+mn-lt"/>
                <a:cs typeface="Calibri" panose="020F0502020204030204" pitchFamily="34" charset="0"/>
              </a:rPr>
              <a:t>a sanar a los enfermos del dolor, </a:t>
            </a:r>
          </a:p>
          <a:p>
            <a:pPr>
              <a:buFont typeface="Arial" panose="020B0604020202020204" pitchFamily="34" charset="0"/>
              <a:buNone/>
            </a:pPr>
            <a:r>
              <a:rPr lang="es-ES" sz="2000">
                <a:solidFill>
                  <a:schemeClr val="tx1"/>
                </a:solidFill>
                <a:latin typeface="+mn-lt"/>
                <a:cs typeface="Calibri" panose="020F0502020204030204" pitchFamily="34" charset="0"/>
              </a:rPr>
              <a:t>a los ciegos, la visión, </a:t>
            </a:r>
          </a:p>
          <a:p>
            <a:pPr>
              <a:buFont typeface="Arial" panose="020B0604020202020204" pitchFamily="34" charset="0"/>
              <a:buNone/>
            </a:pPr>
            <a:r>
              <a:rPr lang="es-ES" sz="2000">
                <a:solidFill>
                  <a:schemeClr val="tx1"/>
                </a:solidFill>
                <a:latin typeface="+mn-lt"/>
                <a:cs typeface="Calibri" panose="020F0502020204030204" pitchFamily="34" charset="0"/>
              </a:rPr>
              <a:t>a los pobres, la Verdad, </a:t>
            </a:r>
          </a:p>
          <a:p>
            <a:pPr>
              <a:buFont typeface="Arial" panose="020B0604020202020204" pitchFamily="34" charset="0"/>
              <a:buNone/>
            </a:pPr>
            <a:r>
              <a:rPr lang="es-ES" sz="2000">
                <a:solidFill>
                  <a:schemeClr val="tx1"/>
                </a:solidFill>
                <a:latin typeface="+mn-lt"/>
                <a:cs typeface="Calibri" panose="020F0502020204030204" pitchFamily="34" charset="0"/>
              </a:rPr>
              <a:t>y a los presos y oprimidos, libertad.</a:t>
            </a:r>
          </a:p>
          <a:p>
            <a:pPr>
              <a:buFont typeface="Arial" panose="020B0604020202020204" pitchFamily="34" charset="0"/>
              <a:buNone/>
            </a:pPr>
            <a:r>
              <a:rPr lang="es-ES">
                <a:solidFill>
                  <a:schemeClr val="tx1"/>
                </a:solidFill>
                <a:effectLst>
                  <a:outerShdw blurRad="38100" dist="38100" dir="2700000" algn="tl">
                    <a:srgbClr val="000000">
                      <a:alpha val="43137"/>
                    </a:srgbClr>
                  </a:outerShdw>
                </a:effectLst>
                <a:latin typeface="+mn-lt"/>
                <a:cs typeface="Calibri" panose="020F0502020204030204" pitchFamily="34" charset="0"/>
              </a:rPr>
              <a:t> </a:t>
            </a:r>
          </a:p>
          <a:p>
            <a:pPr>
              <a:buFont typeface="Arial" panose="020B0604020202020204" pitchFamily="34" charset="0"/>
              <a:buNone/>
            </a:pPr>
            <a:endParaRPr lang="es-ES">
              <a:solidFill>
                <a:schemeClr val="tx1"/>
              </a:solidFill>
              <a:effectLst>
                <a:outerShdw blurRad="38100" dist="38100" dir="2700000" algn="tl">
                  <a:srgbClr val="000000">
                    <a:alpha val="43137"/>
                  </a:srgbClr>
                </a:outerShdw>
              </a:effectLst>
              <a:latin typeface="+mn-lt"/>
              <a:cs typeface="Calibri" panose="020F0502020204030204" pitchFamily="34" charset="0"/>
            </a:endParaRPr>
          </a:p>
        </p:txBody>
      </p:sp>
      <p:pic>
        <p:nvPicPr>
          <p:cNvPr id="1026" name="Picture 2" descr="38 ideas de Dibujos de Dios | dibujos de jesús, historias de la biblia para  niños, biblia para niños">
            <a:extLst>
              <a:ext uri="{FF2B5EF4-FFF2-40B4-BE49-F238E27FC236}">
                <a16:creationId xmlns:a16="http://schemas.microsoft.com/office/drawing/2014/main" id="{E4280E45-7A79-553C-3E1B-CAF2423A835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029313" y="3169985"/>
            <a:ext cx="2800503" cy="3587027"/>
          </a:xfrm>
          <a:prstGeom prst="rect">
            <a:avLst/>
          </a:prstGeom>
          <a:noFill/>
          <a:extLst>
            <a:ext uri="{909E8E84-426E-40DD-AFC4-6F175D3DCCD1}">
              <a14:hiddenFill xmlns:a14="http://schemas.microsoft.com/office/drawing/2010/main">
                <a:solidFill>
                  <a:srgbClr val="FFFFFF"/>
                </a:solidFill>
              </a14:hiddenFill>
            </a:ext>
          </a:extLst>
        </p:spPr>
      </p:pic>
      <p:grpSp>
        <p:nvGrpSpPr>
          <p:cNvPr id="10" name="Grupo 9">
            <a:extLst>
              <a:ext uri="{FF2B5EF4-FFF2-40B4-BE49-F238E27FC236}">
                <a16:creationId xmlns:a16="http://schemas.microsoft.com/office/drawing/2014/main" id="{2973794F-9763-E0D1-2549-7C84E809BD6E}"/>
              </a:ext>
            </a:extLst>
          </p:cNvPr>
          <p:cNvGrpSpPr/>
          <p:nvPr/>
        </p:nvGrpSpPr>
        <p:grpSpPr>
          <a:xfrm>
            <a:off x="1057" y="-4361"/>
            <a:ext cx="12190282" cy="517821"/>
            <a:chOff x="1057" y="-4361"/>
            <a:chExt cx="12503431" cy="517821"/>
          </a:xfrm>
        </p:grpSpPr>
        <p:sp>
          <p:nvSpPr>
            <p:cNvPr id="5" name="Rectángulo 4">
              <a:extLst>
                <a:ext uri="{FF2B5EF4-FFF2-40B4-BE49-F238E27FC236}">
                  <a16:creationId xmlns:a16="http://schemas.microsoft.com/office/drawing/2014/main" id="{A9E9EEB6-8779-4128-7C90-0AAD8828AD7C}"/>
                </a:ext>
              </a:extLst>
            </p:cNvPr>
            <p:cNvSpPr/>
            <p:nvPr/>
          </p:nvSpPr>
          <p:spPr>
            <a:xfrm>
              <a:off x="3122126" y="-4360"/>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Liturgia de la Palabra</a:t>
              </a:r>
              <a:endParaRPr lang="es-ES" sz="2400">
                <a:solidFill>
                  <a:schemeClr val="tx1">
                    <a:lumMod val="49000"/>
                    <a:lumOff val="51000"/>
                  </a:schemeClr>
                </a:solidFill>
                <a:ea typeface="Calibri"/>
                <a:cs typeface="Calibri"/>
              </a:endParaRPr>
            </a:p>
          </p:txBody>
        </p:sp>
        <p:sp>
          <p:nvSpPr>
            <p:cNvPr id="7" name="Rectángulo 6">
              <a:extLst>
                <a:ext uri="{FF2B5EF4-FFF2-40B4-BE49-F238E27FC236}">
                  <a16:creationId xmlns:a16="http://schemas.microsoft.com/office/drawing/2014/main" id="{6638585B-7C4B-725D-FEB6-8ED97EDF1137}"/>
                </a:ext>
              </a:extLst>
            </p:cNvPr>
            <p:cNvSpPr/>
            <p:nvPr/>
          </p:nvSpPr>
          <p:spPr>
            <a:xfrm>
              <a:off x="6247290" y="-4361"/>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Liturgia Eucarística</a:t>
              </a:r>
              <a:endParaRPr lang="es-ES" sz="2400">
                <a:solidFill>
                  <a:schemeClr val="tx1">
                    <a:lumMod val="49000"/>
                    <a:lumOff val="51000"/>
                  </a:schemeClr>
                </a:solidFill>
                <a:ea typeface="Calibri"/>
                <a:cs typeface="Calibri"/>
              </a:endParaRPr>
            </a:p>
          </p:txBody>
        </p:sp>
        <p:sp>
          <p:nvSpPr>
            <p:cNvPr id="8" name="Rectángulo 7">
              <a:extLst>
                <a:ext uri="{FF2B5EF4-FFF2-40B4-BE49-F238E27FC236}">
                  <a16:creationId xmlns:a16="http://schemas.microsoft.com/office/drawing/2014/main" id="{461B244A-FCC3-DA55-1461-49886E6DBF15}"/>
                </a:ext>
              </a:extLst>
            </p:cNvPr>
            <p:cNvSpPr/>
            <p:nvPr/>
          </p:nvSpPr>
          <p:spPr>
            <a:xfrm>
              <a:off x="9372455" y="-4360"/>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Rito de Conclusión</a:t>
              </a:r>
              <a:endParaRPr lang="es-ES">
                <a:solidFill>
                  <a:schemeClr val="tx1">
                    <a:lumMod val="49000"/>
                    <a:lumOff val="51000"/>
                  </a:schemeClr>
                </a:solidFill>
                <a:ea typeface="Calibri"/>
                <a:cs typeface="Calibri"/>
              </a:endParaRPr>
            </a:p>
          </p:txBody>
        </p:sp>
        <p:sp>
          <p:nvSpPr>
            <p:cNvPr id="9" name="Rectángulo 8">
              <a:extLst>
                <a:ext uri="{FF2B5EF4-FFF2-40B4-BE49-F238E27FC236}">
                  <a16:creationId xmlns:a16="http://schemas.microsoft.com/office/drawing/2014/main" id="{82AEB93B-DA6E-A561-6F07-2092B549B694}"/>
                </a:ext>
              </a:extLst>
            </p:cNvPr>
            <p:cNvSpPr/>
            <p:nvPr/>
          </p:nvSpPr>
          <p:spPr>
            <a:xfrm>
              <a:off x="1057" y="-4361"/>
              <a:ext cx="3121595" cy="517821"/>
            </a:xfrm>
            <a:prstGeom prst="rect">
              <a:avLst/>
            </a:prstGeom>
            <a:solidFill>
              <a:schemeClr val="accent1"/>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800" b="1">
                  <a:solidFill>
                    <a:schemeClr val="tx1"/>
                  </a:solidFill>
                  <a:ea typeface="Calibri"/>
                  <a:cs typeface="Calibri"/>
                </a:rPr>
                <a:t>Ritos Iniciales</a:t>
              </a:r>
              <a:endParaRPr lang="es-ES" sz="2800">
                <a:solidFill>
                  <a:schemeClr val="tx1"/>
                </a:solidFill>
                <a:ea typeface="Calibri"/>
                <a:cs typeface="Calibri"/>
              </a:endParaRPr>
            </a:p>
          </p:txBody>
        </p:sp>
      </p:grpSp>
    </p:spTree>
    <p:extLst>
      <p:ext uri="{BB962C8B-B14F-4D97-AF65-F5344CB8AC3E}">
        <p14:creationId xmlns:p14="http://schemas.microsoft.com/office/powerpoint/2010/main" val="3599943884"/>
      </p:ext>
    </p:extLst>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sld>
</file>

<file path=ppt/slides/slide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10BA3D6C-F6C0-0CFE-B9C4-4E940B54932E}"/>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A0BD76B6-20CD-9924-1C4D-E43A2D7B57EF}"/>
              </a:ext>
            </a:extLst>
          </p:cNvPr>
          <p:cNvSpPr>
            <a:spLocks noGrp="1"/>
          </p:cNvSpPr>
          <p:nvPr>
            <p:ph type="title" idx="4294967295"/>
          </p:nvPr>
        </p:nvSpPr>
        <p:spPr>
          <a:xfrm>
            <a:off x="205451" y="503963"/>
            <a:ext cx="7848600" cy="755650"/>
          </a:xfrm>
        </p:spPr>
        <p:txBody>
          <a:bodyPr/>
          <a:lstStyle/>
          <a:p>
            <a:pPr algn="ctr"/>
            <a:r>
              <a:rPr lang="es-ES"/>
              <a:t>Al encuentro voy</a:t>
            </a:r>
          </a:p>
        </p:txBody>
      </p:sp>
      <p:sp>
        <p:nvSpPr>
          <p:cNvPr id="3" name="Marcador de contenido 2">
            <a:extLst>
              <a:ext uri="{FF2B5EF4-FFF2-40B4-BE49-F238E27FC236}">
                <a16:creationId xmlns:a16="http://schemas.microsoft.com/office/drawing/2014/main" id="{67767C90-C811-2190-6B69-EC1ECD0A9020}"/>
              </a:ext>
            </a:extLst>
          </p:cNvPr>
          <p:cNvSpPr>
            <a:spLocks noGrp="1"/>
          </p:cNvSpPr>
          <p:nvPr>
            <p:ph sz="half" idx="4294967295"/>
          </p:nvPr>
        </p:nvSpPr>
        <p:spPr>
          <a:xfrm>
            <a:off x="1524001" y="1131888"/>
            <a:ext cx="6049963" cy="5510212"/>
          </a:xfrm>
        </p:spPr>
        <p:txBody>
          <a:bodyPr>
            <a:normAutofit/>
          </a:bodyPr>
          <a:lstStyle/>
          <a:p>
            <a:pPr marL="0" indent="0">
              <a:buNone/>
            </a:pPr>
            <a:endParaRPr lang="es-ES"/>
          </a:p>
          <a:p>
            <a:pPr marL="0" indent="0">
              <a:buNone/>
            </a:pPr>
            <a:endParaRPr lang="es-ES"/>
          </a:p>
          <a:p>
            <a:pPr marL="0" indent="0">
              <a:buNone/>
            </a:pPr>
            <a:endParaRPr lang="es-ES"/>
          </a:p>
        </p:txBody>
      </p:sp>
      <p:sp>
        <p:nvSpPr>
          <p:cNvPr id="6" name="2 Marcador de contenido">
            <a:extLst>
              <a:ext uri="{FF2B5EF4-FFF2-40B4-BE49-F238E27FC236}">
                <a16:creationId xmlns:a16="http://schemas.microsoft.com/office/drawing/2014/main" id="{415D8D62-0ACB-0CD2-A46D-7C63C29DD11A}"/>
              </a:ext>
            </a:extLst>
          </p:cNvPr>
          <p:cNvSpPr txBox="1">
            <a:spLocks/>
          </p:cNvSpPr>
          <p:nvPr/>
        </p:nvSpPr>
        <p:spPr>
          <a:xfrm>
            <a:off x="235190" y="1347028"/>
            <a:ext cx="9950505" cy="5510973"/>
          </a:xfrm>
          <a:prstGeom prst="rect">
            <a:avLst/>
          </a:prstGeom>
        </p:spPr>
        <p:txBody>
          <a:bodyPr lIns="91440" tIns="45720" rIns="91440" bIns="45720" numCol="2" anchor="t">
            <a:norm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bg1"/>
                </a:solidFill>
                <a:latin typeface="Maiandra GD" panose="020E0502030308020204" pitchFamily="34" charset="0"/>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bg1"/>
                </a:solidFill>
                <a:latin typeface="Maiandra GD" panose="020E0502030308020204" pitchFamily="34" charset="0"/>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bg1"/>
                </a:solidFill>
                <a:latin typeface="Maiandra GD" panose="020E0502030308020204" pitchFamily="34" charset="0"/>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bg1"/>
                </a:solidFill>
                <a:latin typeface="Maiandra GD" panose="020E0502030308020204" pitchFamily="34" charset="0"/>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bg1"/>
                </a:solidFill>
                <a:latin typeface="Maiandra GD" panose="020E0502030308020204" pitchFamily="34" charset="0"/>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a:buNone/>
            </a:pPr>
            <a:r>
              <a:rPr lang="es-ES" sz="2000">
                <a:solidFill>
                  <a:schemeClr val="tx1"/>
                </a:solidFill>
                <a:latin typeface="+mn-lt"/>
                <a:cs typeface="Calibri"/>
              </a:rPr>
              <a:t>En una tarde, el Señor</a:t>
            </a:r>
            <a:endParaRPr lang="es-ES">
              <a:solidFill>
                <a:schemeClr val="tx1"/>
              </a:solidFill>
              <a:cs typeface="Calibri"/>
            </a:endParaRPr>
          </a:p>
          <a:p>
            <a:pPr>
              <a:buNone/>
            </a:pPr>
            <a:r>
              <a:rPr lang="es-ES" sz="2000">
                <a:solidFill>
                  <a:schemeClr val="tx1"/>
                </a:solidFill>
                <a:latin typeface="+mn-lt"/>
                <a:cs typeface="Calibri"/>
              </a:rPr>
              <a:t>reunió a sus seguidores</a:t>
            </a:r>
            <a:endParaRPr lang="es-ES">
              <a:solidFill>
                <a:schemeClr val="tx1"/>
              </a:solidFill>
              <a:cs typeface="Calibri"/>
            </a:endParaRPr>
          </a:p>
          <a:p>
            <a:pPr>
              <a:buNone/>
            </a:pPr>
            <a:r>
              <a:rPr lang="es-ES" sz="2000">
                <a:solidFill>
                  <a:schemeClr val="tx1"/>
                </a:solidFill>
                <a:latin typeface="+mn-lt"/>
                <a:cs typeface="Calibri"/>
              </a:rPr>
              <a:t>para decirles a todos</a:t>
            </a:r>
            <a:endParaRPr lang="es-ES">
              <a:solidFill>
                <a:schemeClr val="tx1"/>
              </a:solidFill>
              <a:cs typeface="Calibri"/>
            </a:endParaRPr>
          </a:p>
          <a:p>
            <a:pPr>
              <a:buNone/>
            </a:pPr>
            <a:r>
              <a:rPr lang="es-ES" sz="2000">
                <a:solidFill>
                  <a:schemeClr val="tx1"/>
                </a:solidFill>
                <a:latin typeface="+mn-lt"/>
                <a:cs typeface="Calibri"/>
              </a:rPr>
              <a:t>que se iba de los hombres,</a:t>
            </a:r>
            <a:endParaRPr lang="es-ES">
              <a:solidFill>
                <a:schemeClr val="tx1"/>
              </a:solidFill>
              <a:cs typeface="Calibri"/>
            </a:endParaRPr>
          </a:p>
          <a:p>
            <a:pPr>
              <a:buNone/>
            </a:pPr>
            <a:r>
              <a:rPr lang="es-ES" sz="2000">
                <a:solidFill>
                  <a:schemeClr val="tx1"/>
                </a:solidFill>
                <a:latin typeface="+mn-lt"/>
                <a:cs typeface="Calibri"/>
              </a:rPr>
              <a:t>que su paso por la tierra</a:t>
            </a:r>
            <a:endParaRPr lang="es-ES">
              <a:solidFill>
                <a:schemeClr val="tx1"/>
              </a:solidFill>
              <a:cs typeface="Calibri"/>
            </a:endParaRPr>
          </a:p>
          <a:p>
            <a:pPr>
              <a:buNone/>
            </a:pPr>
            <a:r>
              <a:rPr lang="es-ES" sz="2000">
                <a:solidFill>
                  <a:schemeClr val="tx1"/>
                </a:solidFill>
                <a:latin typeface="+mn-lt"/>
                <a:cs typeface="Calibri"/>
              </a:rPr>
              <a:t>tocando estaba a su fin,</a:t>
            </a:r>
            <a:endParaRPr lang="es-ES">
              <a:solidFill>
                <a:schemeClr val="tx1"/>
              </a:solidFill>
              <a:cs typeface="Calibri"/>
            </a:endParaRPr>
          </a:p>
          <a:p>
            <a:pPr>
              <a:buNone/>
            </a:pPr>
            <a:r>
              <a:rPr lang="es-ES" sz="2000">
                <a:solidFill>
                  <a:schemeClr val="tx1"/>
                </a:solidFill>
                <a:latin typeface="+mn-lt"/>
                <a:cs typeface="Calibri"/>
              </a:rPr>
              <a:t>y aquellos que le seguían</a:t>
            </a:r>
            <a:endParaRPr lang="es-ES">
              <a:solidFill>
                <a:schemeClr val="tx1"/>
              </a:solidFill>
              <a:cs typeface="Calibri"/>
            </a:endParaRPr>
          </a:p>
          <a:p>
            <a:pPr>
              <a:buNone/>
            </a:pPr>
            <a:r>
              <a:rPr lang="es-ES" sz="2000">
                <a:solidFill>
                  <a:schemeClr val="tx1"/>
                </a:solidFill>
                <a:latin typeface="+mn-lt"/>
                <a:cs typeface="Calibri"/>
              </a:rPr>
              <a:t>le oyeron hablar así. </a:t>
            </a:r>
            <a:endParaRPr lang="es-ES">
              <a:solidFill>
                <a:schemeClr val="tx1"/>
              </a:solidFill>
            </a:endParaRPr>
          </a:p>
          <a:p>
            <a:pPr>
              <a:buFont typeface="Arial" panose="020B0604020202020204" pitchFamily="34" charset="0"/>
              <a:buNone/>
            </a:pPr>
            <a:endParaRPr lang="es-ES" sz="2000">
              <a:solidFill>
                <a:schemeClr val="tx1"/>
              </a:solidFill>
              <a:latin typeface="+mn-lt"/>
              <a:cs typeface="Calibri" panose="020F0502020204030204" pitchFamily="34" charset="0"/>
            </a:endParaRPr>
          </a:p>
          <a:p>
            <a:pPr>
              <a:buNone/>
            </a:pPr>
            <a:r>
              <a:rPr lang="es-ES" sz="2000">
                <a:solidFill>
                  <a:schemeClr val="tx1"/>
                </a:solidFill>
                <a:latin typeface="+mn-lt"/>
                <a:cs typeface="Calibri"/>
              </a:rPr>
              <a:t>AL ENCUENTRO VOY</a:t>
            </a:r>
            <a:endParaRPr lang="es-ES" sz="2000">
              <a:solidFill>
                <a:schemeClr val="tx1"/>
              </a:solidFill>
              <a:latin typeface="Calibri"/>
              <a:ea typeface="Calibri"/>
              <a:cs typeface="Calibri"/>
            </a:endParaRPr>
          </a:p>
          <a:p>
            <a:pPr>
              <a:buNone/>
            </a:pPr>
            <a:r>
              <a:rPr lang="es-ES" sz="2000">
                <a:solidFill>
                  <a:schemeClr val="tx1"/>
                </a:solidFill>
                <a:latin typeface="+mn-lt"/>
                <a:ea typeface="Calibri"/>
                <a:cs typeface="Calibri"/>
              </a:rPr>
              <a:t>CON EL DIOS DE LA VIDA,</a:t>
            </a:r>
          </a:p>
          <a:p>
            <a:pPr>
              <a:buNone/>
            </a:pPr>
            <a:r>
              <a:rPr lang="es-ES" sz="2000">
                <a:solidFill>
                  <a:schemeClr val="tx1"/>
                </a:solidFill>
                <a:latin typeface="+mn-lt"/>
                <a:ea typeface="Calibri"/>
                <a:cs typeface="Calibri"/>
              </a:rPr>
              <a:t>TENGO QUE MORIR</a:t>
            </a:r>
            <a:endParaRPr lang="es-ES" sz="2000">
              <a:solidFill>
                <a:schemeClr val="tx1"/>
              </a:solidFill>
              <a:latin typeface="+mn-lt"/>
              <a:ea typeface="Calibri"/>
              <a:cs typeface="Calibri" panose="020F0502020204030204" pitchFamily="34" charset="0"/>
            </a:endParaRPr>
          </a:p>
          <a:p>
            <a:pPr>
              <a:buNone/>
            </a:pPr>
            <a:r>
              <a:rPr lang="es-ES" sz="2000">
                <a:solidFill>
                  <a:schemeClr val="tx1"/>
                </a:solidFill>
                <a:latin typeface="+mn-lt"/>
                <a:ea typeface="Calibri"/>
                <a:cs typeface="Calibri"/>
              </a:rPr>
              <a:t>PARA QUE OTROS VIVAN,</a:t>
            </a:r>
            <a:endParaRPr lang="es-ES" sz="2000">
              <a:solidFill>
                <a:schemeClr val="tx1"/>
              </a:solidFill>
              <a:latin typeface="+mn-lt"/>
              <a:ea typeface="Calibri"/>
              <a:cs typeface="Calibri" panose="020F0502020204030204" pitchFamily="34" charset="0"/>
            </a:endParaRPr>
          </a:p>
          <a:p>
            <a:pPr>
              <a:buNone/>
            </a:pPr>
            <a:r>
              <a:rPr lang="es-ES" sz="2000">
                <a:solidFill>
                  <a:schemeClr val="tx1"/>
                </a:solidFill>
                <a:latin typeface="+mn-lt"/>
                <a:ea typeface="Calibri"/>
                <a:cs typeface="Calibri"/>
              </a:rPr>
              <a:t>PERO MORIR NO ES MORIR</a:t>
            </a:r>
          </a:p>
          <a:p>
            <a:pPr>
              <a:buNone/>
            </a:pPr>
            <a:r>
              <a:rPr lang="es-ES" sz="2000">
                <a:solidFill>
                  <a:schemeClr val="tx1"/>
                </a:solidFill>
                <a:latin typeface="+mn-lt"/>
                <a:ea typeface="Calibri"/>
                <a:cs typeface="Calibri"/>
              </a:rPr>
              <a:t>COMO LA GENTE ENTIENDE:</a:t>
            </a:r>
          </a:p>
          <a:p>
            <a:pPr>
              <a:buNone/>
            </a:pPr>
            <a:r>
              <a:rPr lang="es-ES" sz="2000">
                <a:solidFill>
                  <a:schemeClr val="tx1"/>
                </a:solidFill>
                <a:latin typeface="+mn-lt"/>
                <a:ea typeface="Calibri"/>
                <a:cs typeface="Calibri"/>
              </a:rPr>
              <a:t>SI MORIMOS A LA TIERRA</a:t>
            </a:r>
          </a:p>
          <a:p>
            <a:pPr>
              <a:buNone/>
            </a:pPr>
            <a:r>
              <a:rPr lang="es-ES" sz="2000">
                <a:solidFill>
                  <a:schemeClr val="tx1"/>
                </a:solidFill>
                <a:latin typeface="+mn-lt"/>
                <a:ea typeface="Calibri"/>
                <a:cs typeface="Calibri"/>
              </a:rPr>
              <a:t>EL DIOS DE LA VIDA VUELVE.</a:t>
            </a:r>
          </a:p>
          <a:p>
            <a:pPr>
              <a:buNone/>
            </a:pPr>
            <a:endParaRPr lang="es-ES" sz="2000">
              <a:solidFill>
                <a:schemeClr val="tx1"/>
              </a:solidFill>
              <a:latin typeface="+mn-lt"/>
              <a:cs typeface="Calibri" panose="020F0502020204030204" pitchFamily="34" charset="0"/>
            </a:endParaRPr>
          </a:p>
          <a:p>
            <a:pPr>
              <a:buNone/>
            </a:pPr>
            <a:r>
              <a:rPr lang="es-ES" sz="2000">
                <a:solidFill>
                  <a:schemeClr val="tx1"/>
                </a:solidFill>
                <a:latin typeface="+mn-lt"/>
                <a:cs typeface="Calibri"/>
              </a:rPr>
              <a:t>Al Cenáculo voy,</a:t>
            </a:r>
            <a:endParaRPr lang="es-ES">
              <a:solidFill>
                <a:schemeClr val="tx1"/>
              </a:solidFill>
              <a:cs typeface="Calibri"/>
            </a:endParaRPr>
          </a:p>
          <a:p>
            <a:pPr>
              <a:buNone/>
            </a:pPr>
            <a:r>
              <a:rPr lang="es-ES" sz="2000">
                <a:solidFill>
                  <a:schemeClr val="tx1"/>
                </a:solidFill>
                <a:latin typeface="+mn-lt"/>
                <a:cs typeface="Calibri"/>
              </a:rPr>
              <a:t>voy en busca de alimentos</a:t>
            </a:r>
            <a:endParaRPr lang="es-ES">
              <a:solidFill>
                <a:schemeClr val="tx1"/>
              </a:solidFill>
              <a:cs typeface="Calibri"/>
            </a:endParaRPr>
          </a:p>
          <a:p>
            <a:pPr>
              <a:buNone/>
            </a:pPr>
            <a:r>
              <a:rPr lang="es-ES" sz="2000">
                <a:solidFill>
                  <a:schemeClr val="tx1"/>
                </a:solidFill>
                <a:latin typeface="+mn-lt"/>
                <a:cs typeface="Calibri"/>
              </a:rPr>
              <a:t>que me harten y me hablen</a:t>
            </a:r>
            <a:endParaRPr lang="es-ES">
              <a:solidFill>
                <a:schemeClr val="tx1"/>
              </a:solidFill>
              <a:cs typeface="Calibri"/>
            </a:endParaRPr>
          </a:p>
          <a:p>
            <a:pPr>
              <a:buNone/>
            </a:pPr>
            <a:r>
              <a:rPr lang="es-ES" sz="2000">
                <a:solidFill>
                  <a:schemeClr val="tx1"/>
                </a:solidFill>
                <a:latin typeface="+mn-lt"/>
                <a:cs typeface="Calibri"/>
              </a:rPr>
              <a:t>de que Dios aún no ha muerto.</a:t>
            </a:r>
            <a:endParaRPr lang="es-ES">
              <a:solidFill>
                <a:schemeClr val="tx1"/>
              </a:solidFill>
              <a:cs typeface="Calibri"/>
            </a:endParaRPr>
          </a:p>
          <a:p>
            <a:pPr>
              <a:buNone/>
            </a:pPr>
            <a:r>
              <a:rPr lang="es-ES" sz="2000">
                <a:solidFill>
                  <a:schemeClr val="tx1"/>
                </a:solidFill>
                <a:latin typeface="+mn-lt"/>
                <a:cs typeface="Calibri"/>
              </a:rPr>
              <a:t>Tengo que matar a mi yo</a:t>
            </a:r>
            <a:endParaRPr lang="es-ES">
              <a:solidFill>
                <a:schemeClr val="tx1"/>
              </a:solidFill>
              <a:cs typeface="Calibri"/>
            </a:endParaRPr>
          </a:p>
          <a:p>
            <a:pPr>
              <a:buNone/>
            </a:pPr>
            <a:r>
              <a:rPr lang="es-ES" sz="2000">
                <a:solidFill>
                  <a:schemeClr val="tx1"/>
                </a:solidFill>
                <a:latin typeface="+mn-lt"/>
                <a:cs typeface="Calibri"/>
              </a:rPr>
              <a:t>y saber que esto es fiesta,</a:t>
            </a:r>
            <a:endParaRPr lang="es-ES">
              <a:solidFill>
                <a:schemeClr val="tx1"/>
              </a:solidFill>
              <a:cs typeface="Calibri"/>
            </a:endParaRPr>
          </a:p>
          <a:p>
            <a:pPr>
              <a:buNone/>
            </a:pPr>
            <a:r>
              <a:rPr lang="es-ES" sz="2000">
                <a:solidFill>
                  <a:schemeClr val="tx1"/>
                </a:solidFill>
                <a:latin typeface="+mn-lt"/>
                <a:cs typeface="Calibri"/>
              </a:rPr>
              <a:t>es la fiesta del Señor,</a:t>
            </a:r>
            <a:endParaRPr lang="es-ES">
              <a:solidFill>
                <a:schemeClr val="tx1"/>
              </a:solidFill>
              <a:cs typeface="Calibri"/>
            </a:endParaRPr>
          </a:p>
          <a:p>
            <a:pPr>
              <a:buNone/>
            </a:pPr>
            <a:r>
              <a:rPr lang="es-ES" sz="2000">
                <a:solidFill>
                  <a:schemeClr val="tx1"/>
                </a:solidFill>
                <a:latin typeface="+mn-lt"/>
                <a:cs typeface="Calibri"/>
              </a:rPr>
              <a:t>donde aquel que muere entra.</a:t>
            </a:r>
            <a:endParaRPr lang="es-ES">
              <a:solidFill>
                <a:schemeClr val="tx1"/>
              </a:solidFill>
            </a:endParaRPr>
          </a:p>
          <a:p>
            <a:pPr>
              <a:buFont typeface="Arial" panose="020B0604020202020204" pitchFamily="34" charset="0"/>
              <a:buNone/>
            </a:pPr>
            <a:r>
              <a:rPr lang="es-ES">
                <a:solidFill>
                  <a:schemeClr val="tx1"/>
                </a:solidFill>
                <a:effectLst>
                  <a:outerShdw blurRad="38100" dist="38100" dir="2700000" algn="tl">
                    <a:srgbClr val="000000">
                      <a:alpha val="43137"/>
                    </a:srgbClr>
                  </a:outerShdw>
                </a:effectLst>
                <a:latin typeface="+mn-lt"/>
                <a:cs typeface="Calibri" panose="020F0502020204030204" pitchFamily="34" charset="0"/>
              </a:rPr>
              <a:t> </a:t>
            </a:r>
          </a:p>
          <a:p>
            <a:pPr>
              <a:buFont typeface="Arial" panose="020B0604020202020204" pitchFamily="34" charset="0"/>
              <a:buNone/>
            </a:pPr>
            <a:endParaRPr lang="es-ES">
              <a:solidFill>
                <a:schemeClr val="tx1"/>
              </a:solidFill>
              <a:effectLst>
                <a:outerShdw blurRad="38100" dist="38100" dir="2700000" algn="tl">
                  <a:srgbClr val="000000">
                    <a:alpha val="43137"/>
                  </a:srgbClr>
                </a:outerShdw>
              </a:effectLst>
              <a:latin typeface="+mn-lt"/>
              <a:cs typeface="Calibri" panose="020F0502020204030204" pitchFamily="34" charset="0"/>
            </a:endParaRPr>
          </a:p>
        </p:txBody>
      </p:sp>
      <p:pic>
        <p:nvPicPr>
          <p:cNvPr id="1026" name="Picture 2" descr="38 ideas de Dibujos de Dios | dibujos de jesús, historias de la biblia para  niños, biblia para niños">
            <a:extLst>
              <a:ext uri="{FF2B5EF4-FFF2-40B4-BE49-F238E27FC236}">
                <a16:creationId xmlns:a16="http://schemas.microsoft.com/office/drawing/2014/main" id="{93EDD97F-D63E-D7B8-8F78-BD73FB8A52B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781201" y="1631226"/>
            <a:ext cx="2800503" cy="3587027"/>
          </a:xfrm>
          <a:prstGeom prst="rect">
            <a:avLst/>
          </a:prstGeom>
          <a:noFill/>
          <a:extLst>
            <a:ext uri="{909E8E84-426E-40DD-AFC4-6F175D3DCCD1}">
              <a14:hiddenFill xmlns:a14="http://schemas.microsoft.com/office/drawing/2010/main">
                <a:solidFill>
                  <a:srgbClr val="FFFFFF"/>
                </a:solidFill>
              </a14:hiddenFill>
            </a:ext>
          </a:extLst>
        </p:spPr>
      </p:pic>
      <p:grpSp>
        <p:nvGrpSpPr>
          <p:cNvPr id="10" name="Grupo 9">
            <a:extLst>
              <a:ext uri="{FF2B5EF4-FFF2-40B4-BE49-F238E27FC236}">
                <a16:creationId xmlns:a16="http://schemas.microsoft.com/office/drawing/2014/main" id="{D48819A5-6281-5F96-E388-0E2648696D1F}"/>
              </a:ext>
            </a:extLst>
          </p:cNvPr>
          <p:cNvGrpSpPr/>
          <p:nvPr/>
        </p:nvGrpSpPr>
        <p:grpSpPr>
          <a:xfrm>
            <a:off x="1057" y="-4361"/>
            <a:ext cx="12190282" cy="517821"/>
            <a:chOff x="1057" y="-4361"/>
            <a:chExt cx="12503431" cy="517821"/>
          </a:xfrm>
        </p:grpSpPr>
        <p:sp>
          <p:nvSpPr>
            <p:cNvPr id="5" name="Rectángulo 4">
              <a:extLst>
                <a:ext uri="{FF2B5EF4-FFF2-40B4-BE49-F238E27FC236}">
                  <a16:creationId xmlns:a16="http://schemas.microsoft.com/office/drawing/2014/main" id="{6533B2F6-76B5-0631-16F1-9298B38F9B3F}"/>
                </a:ext>
              </a:extLst>
            </p:cNvPr>
            <p:cNvSpPr/>
            <p:nvPr/>
          </p:nvSpPr>
          <p:spPr>
            <a:xfrm>
              <a:off x="3122126" y="-4360"/>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Liturgia de la Palabra</a:t>
              </a:r>
              <a:endParaRPr lang="es-ES" sz="2400">
                <a:solidFill>
                  <a:schemeClr val="tx1">
                    <a:lumMod val="49000"/>
                    <a:lumOff val="51000"/>
                  </a:schemeClr>
                </a:solidFill>
                <a:ea typeface="Calibri"/>
                <a:cs typeface="Calibri"/>
              </a:endParaRPr>
            </a:p>
          </p:txBody>
        </p:sp>
        <p:sp>
          <p:nvSpPr>
            <p:cNvPr id="7" name="Rectángulo 6">
              <a:extLst>
                <a:ext uri="{FF2B5EF4-FFF2-40B4-BE49-F238E27FC236}">
                  <a16:creationId xmlns:a16="http://schemas.microsoft.com/office/drawing/2014/main" id="{0E4957CE-6F06-E919-3E15-2696EB8016AA}"/>
                </a:ext>
              </a:extLst>
            </p:cNvPr>
            <p:cNvSpPr/>
            <p:nvPr/>
          </p:nvSpPr>
          <p:spPr>
            <a:xfrm>
              <a:off x="6247290" y="-4361"/>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Liturgia Eucarística</a:t>
              </a:r>
              <a:endParaRPr lang="es-ES" sz="2400">
                <a:solidFill>
                  <a:schemeClr val="tx1">
                    <a:lumMod val="49000"/>
                    <a:lumOff val="51000"/>
                  </a:schemeClr>
                </a:solidFill>
                <a:ea typeface="Calibri"/>
                <a:cs typeface="Calibri"/>
              </a:endParaRPr>
            </a:p>
          </p:txBody>
        </p:sp>
        <p:sp>
          <p:nvSpPr>
            <p:cNvPr id="8" name="Rectángulo 7">
              <a:extLst>
                <a:ext uri="{FF2B5EF4-FFF2-40B4-BE49-F238E27FC236}">
                  <a16:creationId xmlns:a16="http://schemas.microsoft.com/office/drawing/2014/main" id="{3CE12BD6-9832-C1A3-D976-09AA781231AA}"/>
                </a:ext>
              </a:extLst>
            </p:cNvPr>
            <p:cNvSpPr/>
            <p:nvPr/>
          </p:nvSpPr>
          <p:spPr>
            <a:xfrm>
              <a:off x="9372455" y="-4360"/>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Rito de Conclusión</a:t>
              </a:r>
              <a:endParaRPr lang="es-ES">
                <a:solidFill>
                  <a:schemeClr val="tx1">
                    <a:lumMod val="49000"/>
                    <a:lumOff val="51000"/>
                  </a:schemeClr>
                </a:solidFill>
                <a:ea typeface="Calibri"/>
                <a:cs typeface="Calibri"/>
              </a:endParaRPr>
            </a:p>
          </p:txBody>
        </p:sp>
        <p:sp>
          <p:nvSpPr>
            <p:cNvPr id="9" name="Rectángulo 8">
              <a:extLst>
                <a:ext uri="{FF2B5EF4-FFF2-40B4-BE49-F238E27FC236}">
                  <a16:creationId xmlns:a16="http://schemas.microsoft.com/office/drawing/2014/main" id="{849813A0-6D68-40CD-30A9-8033062291FD}"/>
                </a:ext>
              </a:extLst>
            </p:cNvPr>
            <p:cNvSpPr/>
            <p:nvPr/>
          </p:nvSpPr>
          <p:spPr>
            <a:xfrm>
              <a:off x="1057" y="-4361"/>
              <a:ext cx="3121595" cy="517821"/>
            </a:xfrm>
            <a:prstGeom prst="rect">
              <a:avLst/>
            </a:prstGeom>
            <a:solidFill>
              <a:schemeClr val="accent1"/>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800" b="1">
                  <a:solidFill>
                    <a:schemeClr val="tx1"/>
                  </a:solidFill>
                  <a:ea typeface="Calibri"/>
                  <a:cs typeface="Calibri"/>
                </a:rPr>
                <a:t>Ritos Iniciales</a:t>
              </a:r>
              <a:endParaRPr lang="es-ES" sz="2800">
                <a:solidFill>
                  <a:schemeClr val="tx1"/>
                </a:solidFill>
                <a:ea typeface="Calibri"/>
                <a:cs typeface="Calibri"/>
              </a:endParaRPr>
            </a:p>
          </p:txBody>
        </p:sp>
      </p:grpSp>
    </p:spTree>
    <p:extLst>
      <p:ext uri="{BB962C8B-B14F-4D97-AF65-F5344CB8AC3E}">
        <p14:creationId xmlns:p14="http://schemas.microsoft.com/office/powerpoint/2010/main" val="1120319908"/>
      </p:ext>
    </p:extLst>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sld>
</file>

<file path=ppt/slides/slide7.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p:cNvGrpSpPr/>
        <p:nvPr/>
      </p:nvGrpSpPr>
      <p:grpSpPr>
        <a:xfrm>
          <a:off x="0" y="0"/>
          <a:ext cx="0" cy="0"/>
          <a:chOff x="0" y="0"/>
          <a:chExt cx="0" cy="0"/>
        </a:xfrm>
      </p:grpSpPr>
      <p:sp useBgFill="1">
        <p:nvSpPr>
          <p:cNvPr id="9" name="Slide Background">
            <a:extLst>
              <a:ext uri="{FF2B5EF4-FFF2-40B4-BE49-F238E27FC236}">
                <a16:creationId xmlns:a16="http://schemas.microsoft.com/office/drawing/2014/main" id="{9F7D5CDA-D291-4307-BF55-1381FED29634}"/>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92000"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ítulo 1">
            <a:extLst>
              <a:ext uri="{FF2B5EF4-FFF2-40B4-BE49-F238E27FC236}">
                <a16:creationId xmlns:a16="http://schemas.microsoft.com/office/drawing/2014/main" id="{BEEFB80F-A5E3-F74B-8FFC-99E73EFFB86F}"/>
              </a:ext>
            </a:extLst>
          </p:cNvPr>
          <p:cNvSpPr>
            <a:spLocks noGrp="1"/>
          </p:cNvSpPr>
          <p:nvPr>
            <p:ph type="title"/>
          </p:nvPr>
        </p:nvSpPr>
        <p:spPr>
          <a:xfrm>
            <a:off x="447475" y="0"/>
            <a:ext cx="5334197" cy="1708242"/>
          </a:xfrm>
        </p:spPr>
        <p:txBody>
          <a:bodyPr anchor="ctr">
            <a:normAutofit/>
          </a:bodyPr>
          <a:lstStyle/>
          <a:p>
            <a:r>
              <a:rPr lang="es-ES" sz="4000">
                <a:latin typeface="Bradley Hand" pitchFamily="2" charset="77"/>
              </a:rPr>
              <a:t>Dios está aquí</a:t>
            </a:r>
          </a:p>
        </p:txBody>
      </p:sp>
      <p:sp>
        <p:nvSpPr>
          <p:cNvPr id="3" name="Marcador de contenido 2">
            <a:extLst>
              <a:ext uri="{FF2B5EF4-FFF2-40B4-BE49-F238E27FC236}">
                <a16:creationId xmlns:a16="http://schemas.microsoft.com/office/drawing/2014/main" id="{4EA5CDE1-21D1-6040-A2EA-3212012934AB}"/>
              </a:ext>
            </a:extLst>
          </p:cNvPr>
          <p:cNvSpPr>
            <a:spLocks noGrp="1"/>
          </p:cNvSpPr>
          <p:nvPr>
            <p:ph idx="1"/>
          </p:nvPr>
        </p:nvSpPr>
        <p:spPr>
          <a:xfrm>
            <a:off x="271464" y="1314449"/>
            <a:ext cx="7033806" cy="5114925"/>
          </a:xfrm>
        </p:spPr>
        <p:txBody>
          <a:bodyPr numCol="2" anchor="ctr">
            <a:normAutofit fontScale="85000" lnSpcReduction="20000"/>
          </a:bodyPr>
          <a:lstStyle/>
          <a:p>
            <a:pPr marL="0" indent="0">
              <a:spcBef>
                <a:spcPts val="0"/>
              </a:spcBef>
              <a:buNone/>
            </a:pPr>
            <a:r>
              <a:rPr lang="es-ES" sz="3000">
                <a:cs typeface="Dubai" panose="020B0604020202020204" pitchFamily="34" charset="-78"/>
              </a:rPr>
              <a:t>Dios está aquí</a:t>
            </a:r>
          </a:p>
          <a:p>
            <a:pPr marL="0" indent="0">
              <a:spcBef>
                <a:spcPts val="0"/>
              </a:spcBef>
              <a:buNone/>
            </a:pPr>
            <a:r>
              <a:rPr lang="es-ES" sz="3000">
                <a:cs typeface="Dubai" panose="020B0604020202020204" pitchFamily="34" charset="-78"/>
              </a:rPr>
              <a:t>tan cierto como el aire que respiro,</a:t>
            </a:r>
          </a:p>
          <a:p>
            <a:pPr marL="0" indent="0">
              <a:spcBef>
                <a:spcPts val="0"/>
              </a:spcBef>
              <a:buNone/>
            </a:pPr>
            <a:r>
              <a:rPr lang="es-ES" sz="3000">
                <a:cs typeface="Dubai" panose="020B0604020202020204" pitchFamily="34" charset="-78"/>
              </a:rPr>
              <a:t>tan cierto como la mañana se levanta,</a:t>
            </a:r>
          </a:p>
          <a:p>
            <a:pPr marL="0" indent="0">
              <a:spcBef>
                <a:spcPts val="0"/>
              </a:spcBef>
              <a:buNone/>
            </a:pPr>
            <a:r>
              <a:rPr lang="es-ES" sz="3000">
                <a:cs typeface="Dubai" panose="020B0604020202020204" pitchFamily="34" charset="-78"/>
              </a:rPr>
              <a:t>tan cierto como que este canto lo puedes oír.</a:t>
            </a:r>
          </a:p>
          <a:p>
            <a:pPr marL="0" indent="0">
              <a:spcBef>
                <a:spcPts val="0"/>
              </a:spcBef>
              <a:buNone/>
            </a:pPr>
            <a:endParaRPr lang="es-ES" sz="3000">
              <a:cs typeface="Dubai" panose="020B0604020202020204" pitchFamily="34" charset="-78"/>
            </a:endParaRPr>
          </a:p>
          <a:p>
            <a:pPr marL="0" indent="0">
              <a:spcBef>
                <a:spcPts val="0"/>
              </a:spcBef>
              <a:buNone/>
            </a:pPr>
            <a:r>
              <a:rPr lang="es-ES" sz="3000">
                <a:cs typeface="Dubai" panose="020B0604020202020204" pitchFamily="34" charset="-78"/>
              </a:rPr>
              <a:t>Lo puedes oír</a:t>
            </a:r>
          </a:p>
          <a:p>
            <a:pPr marL="0" indent="0">
              <a:spcBef>
                <a:spcPts val="0"/>
              </a:spcBef>
              <a:buNone/>
            </a:pPr>
            <a:r>
              <a:rPr lang="es-ES" sz="3000">
                <a:cs typeface="Dubai" panose="020B0604020202020204" pitchFamily="34" charset="-78"/>
              </a:rPr>
              <a:t>moviéndose entre los que aman,</a:t>
            </a:r>
          </a:p>
          <a:p>
            <a:pPr marL="0" indent="0">
              <a:spcBef>
                <a:spcPts val="0"/>
              </a:spcBef>
              <a:buNone/>
            </a:pPr>
            <a:r>
              <a:rPr lang="es-ES" sz="3000">
                <a:cs typeface="Dubai" panose="020B0604020202020204" pitchFamily="34" charset="-78"/>
              </a:rPr>
              <a:t>lo puedes oír</a:t>
            </a:r>
          </a:p>
          <a:p>
            <a:pPr marL="0" indent="0">
              <a:spcBef>
                <a:spcPts val="0"/>
              </a:spcBef>
              <a:buNone/>
            </a:pPr>
            <a:r>
              <a:rPr lang="es-ES" sz="3000">
                <a:cs typeface="Dubai" panose="020B0604020202020204" pitchFamily="34" charset="-78"/>
              </a:rPr>
              <a:t>cantando con nosotros aquí.</a:t>
            </a:r>
          </a:p>
          <a:p>
            <a:pPr marL="0" indent="0">
              <a:spcBef>
                <a:spcPts val="0"/>
              </a:spcBef>
              <a:buNone/>
            </a:pPr>
            <a:endParaRPr lang="es-ES" sz="3000">
              <a:cs typeface="Dubai" panose="020B0604020202020204" pitchFamily="34" charset="-78"/>
            </a:endParaRPr>
          </a:p>
          <a:p>
            <a:pPr marL="0" indent="0">
              <a:spcBef>
                <a:spcPts val="0"/>
              </a:spcBef>
              <a:buNone/>
            </a:pPr>
            <a:endParaRPr lang="es-ES" sz="3000">
              <a:cs typeface="Dubai" panose="020B0604020202020204" pitchFamily="34" charset="-78"/>
            </a:endParaRPr>
          </a:p>
          <a:p>
            <a:pPr marL="0" indent="0">
              <a:spcBef>
                <a:spcPts val="0"/>
              </a:spcBef>
              <a:buNone/>
            </a:pPr>
            <a:endParaRPr lang="es-ES" sz="3000">
              <a:cs typeface="Dubai" panose="020B0604020202020204" pitchFamily="34" charset="-78"/>
            </a:endParaRPr>
          </a:p>
          <a:p>
            <a:pPr marL="0" indent="0">
              <a:spcBef>
                <a:spcPts val="0"/>
              </a:spcBef>
              <a:buNone/>
            </a:pPr>
            <a:endParaRPr lang="es-ES" sz="3000">
              <a:cs typeface="Dubai" panose="020B0604020202020204" pitchFamily="34" charset="-78"/>
            </a:endParaRPr>
          </a:p>
          <a:p>
            <a:pPr marL="0" indent="0">
              <a:spcBef>
                <a:spcPts val="0"/>
              </a:spcBef>
              <a:buNone/>
            </a:pPr>
            <a:r>
              <a:rPr lang="es-ES" sz="3000">
                <a:cs typeface="Dubai" panose="020B0604020202020204" pitchFamily="34" charset="-78"/>
              </a:rPr>
              <a:t>Lo puedes llevar</a:t>
            </a:r>
          </a:p>
          <a:p>
            <a:pPr marL="0" indent="0">
              <a:spcBef>
                <a:spcPts val="0"/>
              </a:spcBef>
              <a:buNone/>
            </a:pPr>
            <a:r>
              <a:rPr lang="es-ES" sz="3000">
                <a:cs typeface="Dubai" panose="020B0604020202020204" pitchFamily="34" charset="-78"/>
              </a:rPr>
              <a:t>cuando por esta puerta salgas,</a:t>
            </a:r>
          </a:p>
          <a:p>
            <a:pPr marL="0" indent="0">
              <a:spcBef>
                <a:spcPts val="0"/>
              </a:spcBef>
              <a:buNone/>
            </a:pPr>
            <a:r>
              <a:rPr lang="es-ES" sz="3000">
                <a:cs typeface="Dubai" panose="020B0604020202020204" pitchFamily="34" charset="-78"/>
              </a:rPr>
              <a:t>lo puedes guardar </a:t>
            </a:r>
          </a:p>
          <a:p>
            <a:pPr marL="0" indent="0">
              <a:spcBef>
                <a:spcPts val="0"/>
              </a:spcBef>
              <a:buNone/>
            </a:pPr>
            <a:r>
              <a:rPr lang="es-ES" sz="3000">
                <a:cs typeface="Dubai" panose="020B0604020202020204" pitchFamily="34" charset="-78"/>
              </a:rPr>
              <a:t>para siempre en tu corazón.</a:t>
            </a:r>
          </a:p>
          <a:p>
            <a:pPr marL="0" indent="0">
              <a:spcBef>
                <a:spcPts val="0"/>
              </a:spcBef>
              <a:buNone/>
            </a:pPr>
            <a:endParaRPr lang="es-ES" sz="3000">
              <a:cs typeface="Dubai" panose="020B0604020202020204" pitchFamily="34" charset="-78"/>
            </a:endParaRPr>
          </a:p>
          <a:p>
            <a:pPr marL="0" indent="0">
              <a:spcBef>
                <a:spcPts val="0"/>
              </a:spcBef>
              <a:buNone/>
            </a:pPr>
            <a:r>
              <a:rPr lang="es-ES" sz="3000">
                <a:cs typeface="Dubai" panose="020B0604020202020204" pitchFamily="34" charset="-78"/>
              </a:rPr>
              <a:t>Dios está aquí</a:t>
            </a:r>
          </a:p>
          <a:p>
            <a:pPr marL="0" indent="0">
              <a:spcBef>
                <a:spcPts val="0"/>
              </a:spcBef>
              <a:buNone/>
            </a:pPr>
            <a:r>
              <a:rPr lang="es-ES" sz="3000">
                <a:cs typeface="Dubai" panose="020B0604020202020204" pitchFamily="34" charset="-78"/>
              </a:rPr>
              <a:t>tan cierto como el aire que respiro,</a:t>
            </a:r>
          </a:p>
          <a:p>
            <a:pPr marL="0" indent="0">
              <a:spcBef>
                <a:spcPts val="0"/>
              </a:spcBef>
              <a:buNone/>
            </a:pPr>
            <a:r>
              <a:rPr lang="es-ES" sz="3000">
                <a:cs typeface="Dubai" panose="020B0604020202020204" pitchFamily="34" charset="-78"/>
              </a:rPr>
              <a:t>tan cierto como la mañana se levanta,</a:t>
            </a:r>
          </a:p>
          <a:p>
            <a:pPr marL="0" indent="0">
              <a:spcBef>
                <a:spcPts val="0"/>
              </a:spcBef>
              <a:buNone/>
            </a:pPr>
            <a:r>
              <a:rPr lang="es-ES" sz="3000">
                <a:cs typeface="Dubai" panose="020B0604020202020204" pitchFamily="34" charset="-78"/>
              </a:rPr>
              <a:t>tan cierto como que este canto lo puedes oír.</a:t>
            </a:r>
          </a:p>
          <a:p>
            <a:pPr marL="0" indent="0">
              <a:spcBef>
                <a:spcPts val="0"/>
              </a:spcBef>
              <a:buNone/>
            </a:pPr>
            <a:endParaRPr lang="es-ES" sz="1400">
              <a:cs typeface="Dubai" panose="020B0604020202020204" pitchFamily="34" charset="-78"/>
            </a:endParaRPr>
          </a:p>
          <a:p>
            <a:pPr marL="0" indent="0">
              <a:buNone/>
            </a:pPr>
            <a:endParaRPr lang="es-ES" sz="1400" b="1">
              <a:effectLst>
                <a:outerShdw blurRad="38100" dist="38100" dir="2700000" algn="tl">
                  <a:srgbClr val="000000">
                    <a:alpha val="43137"/>
                  </a:srgbClr>
                </a:outerShdw>
              </a:effectLst>
              <a:cs typeface="Calibri" panose="020F0502020204030204" pitchFamily="34" charset="0"/>
            </a:endParaRPr>
          </a:p>
          <a:p>
            <a:pPr marL="0" indent="0">
              <a:buNone/>
            </a:pPr>
            <a:endParaRPr lang="es-ES" sz="1400"/>
          </a:p>
        </p:txBody>
      </p:sp>
      <p:pic>
        <p:nvPicPr>
          <p:cNvPr id="5" name="Picture 4" descr="Mano elevada hacia el sol">
            <a:extLst>
              <a:ext uri="{FF2B5EF4-FFF2-40B4-BE49-F238E27FC236}">
                <a16:creationId xmlns:a16="http://schemas.microsoft.com/office/drawing/2014/main" id="{59916C20-2B27-8742-9F32-73BE63DDA230}"/>
              </a:ext>
            </a:extLst>
          </p:cNvPr>
          <p:cNvPicPr>
            <a:picLocks noChangeAspect="1"/>
          </p:cNvPicPr>
          <p:nvPr/>
        </p:nvPicPr>
        <p:blipFill>
          <a:blip r:embed="rId2"/>
          <a:srcRect l="33179" r="14790" b="-1"/>
          <a:stretch/>
        </p:blipFill>
        <p:spPr>
          <a:xfrm>
            <a:off x="7305271" y="-10886"/>
            <a:ext cx="4886730" cy="6868886"/>
          </a:xfrm>
          <a:prstGeom prst="rect">
            <a:avLst/>
          </a:prstGeom>
          <a:effectLst>
            <a:outerShdw blurRad="127000" dist="50800" dir="10800000" sx="99000" sy="99000" algn="r" rotWithShape="0">
              <a:prstClr val="black">
                <a:alpha val="40000"/>
              </a:prstClr>
            </a:outerShdw>
          </a:effectLst>
        </p:spPr>
      </p:pic>
    </p:spTree>
    <p:extLst>
      <p:ext uri="{BB962C8B-B14F-4D97-AF65-F5344CB8AC3E}">
        <p14:creationId xmlns:p14="http://schemas.microsoft.com/office/powerpoint/2010/main" val="4146380755"/>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124"/>
        <p:cNvGrpSpPr/>
        <p:nvPr/>
      </p:nvGrpSpPr>
      <p:grpSpPr>
        <a:xfrm>
          <a:off x="0" y="0"/>
          <a:ext cx="0" cy="0"/>
          <a:chOff x="0" y="0"/>
          <a:chExt cx="0" cy="0"/>
        </a:xfrm>
      </p:grpSpPr>
      <p:sp>
        <p:nvSpPr>
          <p:cNvPr id="125" name="Google Shape;125;p5"/>
          <p:cNvSpPr txBox="1">
            <a:spLocks noGrp="1"/>
          </p:cNvSpPr>
          <p:nvPr>
            <p:ph type="title"/>
          </p:nvPr>
        </p:nvSpPr>
        <p:spPr>
          <a:xfrm>
            <a:off x="739751" y="391396"/>
            <a:ext cx="9316690" cy="969318"/>
          </a:xfrm>
          <a:prstGeom prst="rect">
            <a:avLst/>
          </a:prstGeom>
          <a:noFill/>
          <a:ln>
            <a:noFill/>
          </a:ln>
        </p:spPr>
        <p:txBody>
          <a:bodyPr spcFirstLastPara="1" vert="horz" wrap="square" lIns="91425" tIns="45700" rIns="91425" bIns="45700" rtlCol="0" anchor="ctr" anchorCtr="0">
            <a:normAutofit/>
          </a:bodyPr>
          <a:lstStyle/>
          <a:p>
            <a:pPr>
              <a:spcBef>
                <a:spcPts val="0"/>
              </a:spcBef>
              <a:buClr>
                <a:schemeClr val="lt1"/>
              </a:buClr>
              <a:buSzPts val="3300"/>
            </a:pPr>
            <a:r>
              <a:rPr lang="es-ES" sz="5400" b="1"/>
              <a:t>He Venido a Servir</a:t>
            </a:r>
            <a:endParaRPr sz="5400" b="1"/>
          </a:p>
        </p:txBody>
      </p:sp>
      <p:sp>
        <p:nvSpPr>
          <p:cNvPr id="126" name="Google Shape;126;p5"/>
          <p:cNvSpPr txBox="1">
            <a:spLocks noGrp="1"/>
          </p:cNvSpPr>
          <p:nvPr>
            <p:ph type="body" idx="1"/>
          </p:nvPr>
        </p:nvSpPr>
        <p:spPr>
          <a:xfrm>
            <a:off x="4942183" y="1163952"/>
            <a:ext cx="6510067" cy="4962167"/>
          </a:xfrm>
          <a:prstGeom prst="rect">
            <a:avLst/>
          </a:prstGeom>
          <a:noFill/>
          <a:ln>
            <a:noFill/>
          </a:ln>
        </p:spPr>
        <p:txBody>
          <a:bodyPr spcFirstLastPara="1" vert="horz" wrap="square" lIns="91425" tIns="45700" rIns="91425" bIns="45700" rtlCol="0" anchor="t" anchorCtr="0">
            <a:normAutofit/>
          </a:bodyPr>
          <a:lstStyle/>
          <a:p>
            <a:pPr marL="0" indent="0" algn="r">
              <a:spcBef>
                <a:spcPts val="0"/>
              </a:spcBef>
              <a:buClr>
                <a:schemeClr val="lt1"/>
              </a:buClr>
              <a:buSzPts val="2400"/>
              <a:buNone/>
            </a:pPr>
            <a:r>
              <a:rPr lang="es-ES" sz="3200"/>
              <a:t>Quien quiera ser grande,</a:t>
            </a:r>
            <a:endParaRPr sz="3600"/>
          </a:p>
          <a:p>
            <a:pPr marL="0" indent="0" algn="r">
              <a:spcBef>
                <a:spcPts val="750"/>
              </a:spcBef>
              <a:buClr>
                <a:schemeClr val="lt1"/>
              </a:buClr>
              <a:buSzPts val="2400"/>
              <a:buNone/>
            </a:pPr>
            <a:r>
              <a:rPr lang="es-ES" sz="3200"/>
              <a:t>quien quiera ser el primero,</a:t>
            </a:r>
            <a:endParaRPr sz="3600"/>
          </a:p>
          <a:p>
            <a:pPr marL="0" indent="0" algn="r">
              <a:spcBef>
                <a:spcPts val="750"/>
              </a:spcBef>
              <a:buClr>
                <a:schemeClr val="lt1"/>
              </a:buClr>
              <a:buSzPts val="2400"/>
              <a:buNone/>
            </a:pPr>
            <a:r>
              <a:rPr lang="es-ES" sz="3200"/>
              <a:t>sea el esclavo de todos,</a:t>
            </a:r>
            <a:endParaRPr sz="3600"/>
          </a:p>
          <a:p>
            <a:pPr marL="0" indent="0" algn="r">
              <a:spcBef>
                <a:spcPts val="750"/>
              </a:spcBef>
              <a:buClr>
                <a:schemeClr val="lt1"/>
              </a:buClr>
              <a:buSzPts val="2400"/>
              <a:buNone/>
            </a:pPr>
            <a:r>
              <a:rPr lang="es-ES" sz="3200"/>
              <a:t>sea el más pequeño.</a:t>
            </a:r>
            <a:endParaRPr sz="3600"/>
          </a:p>
          <a:p>
            <a:pPr marL="0" indent="0" algn="r">
              <a:spcBef>
                <a:spcPts val="750"/>
              </a:spcBef>
              <a:buClr>
                <a:schemeClr val="lt1"/>
              </a:buClr>
              <a:buSzPts val="2400"/>
              <a:buNone/>
            </a:pPr>
            <a:r>
              <a:rPr lang="es-ES" sz="3200"/>
              <a:t>No he venido a ser servido,</a:t>
            </a:r>
            <a:endParaRPr sz="3600"/>
          </a:p>
          <a:p>
            <a:pPr marL="0" indent="0" algn="r">
              <a:spcBef>
                <a:spcPts val="750"/>
              </a:spcBef>
              <a:buClr>
                <a:schemeClr val="lt1"/>
              </a:buClr>
              <a:buSzPts val="2400"/>
              <a:buNone/>
            </a:pPr>
            <a:r>
              <a:rPr lang="es-ES" sz="3200"/>
              <a:t>que he venido a servir</a:t>
            </a:r>
            <a:endParaRPr sz="3600"/>
          </a:p>
          <a:p>
            <a:pPr marL="0" indent="0" algn="r">
              <a:spcBef>
                <a:spcPts val="750"/>
              </a:spcBef>
              <a:buClr>
                <a:schemeClr val="lt1"/>
              </a:buClr>
              <a:buSzPts val="2400"/>
              <a:buNone/>
            </a:pPr>
            <a:r>
              <a:rPr lang="es-ES" sz="3200"/>
              <a:t>y a dar la vida por todos</a:t>
            </a:r>
            <a:endParaRPr sz="3600"/>
          </a:p>
          <a:p>
            <a:pPr marL="0" indent="0" algn="r">
              <a:spcBef>
                <a:spcPts val="750"/>
              </a:spcBef>
              <a:buClr>
                <a:schemeClr val="lt1"/>
              </a:buClr>
              <a:buSzPts val="2400"/>
              <a:buNone/>
            </a:pPr>
            <a:r>
              <a:rPr lang="es-ES" sz="3200"/>
              <a:t>para que todos puedan vivir (2)</a:t>
            </a:r>
            <a:endParaRPr sz="3600"/>
          </a:p>
          <a:p>
            <a:pPr marL="0" indent="0" algn="r">
              <a:spcBef>
                <a:spcPts val="750"/>
              </a:spcBef>
              <a:buClr>
                <a:schemeClr val="lt1"/>
              </a:buClr>
              <a:buSzPts val="2400"/>
              <a:buNone/>
            </a:pPr>
            <a:r>
              <a:rPr lang="es-ES" sz="3200"/>
              <a:t>en plenitud (3).</a:t>
            </a:r>
            <a:endParaRPr sz="3600"/>
          </a:p>
        </p:txBody>
      </p:sp>
      <p:pic>
        <p:nvPicPr>
          <p:cNvPr id="127" name="Google Shape;127;p5" descr="Resultado de imagen de fano servir"/>
          <p:cNvPicPr preferRelativeResize="0">
            <a:picLocks noChangeAspect="1"/>
          </p:cNvPicPr>
          <p:nvPr/>
        </p:nvPicPr>
        <p:blipFill rotWithShape="1">
          <a:blip r:embed="rId3">
            <a:alphaModFix/>
          </a:blip>
          <a:srcRect/>
          <a:stretch/>
        </p:blipFill>
        <p:spPr>
          <a:xfrm>
            <a:off x="739750" y="1151349"/>
            <a:ext cx="5392256" cy="5706651"/>
          </a:xfrm>
          <a:prstGeom prst="rect">
            <a:avLst/>
          </a:prstGeom>
          <a:noFill/>
          <a:ln>
            <a:noFill/>
          </a:ln>
        </p:spPr>
      </p:pic>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9.xml><?xml version="1.0" encoding="utf-8"?>
<p:sld xmlns:a="http://schemas.openxmlformats.org/drawingml/2006/main" xmlns:r="http://schemas.openxmlformats.org/officeDocument/2006/relationships" xmlns:p="http://schemas.openxmlformats.org/presentationml/2006/main" show="0">
  <p:cSld>
    <p:spTree>
      <p:nvGrpSpPr>
        <p:cNvPr id="1" name="Shape 124">
          <a:extLst>
            <a:ext uri="{FF2B5EF4-FFF2-40B4-BE49-F238E27FC236}">
              <a16:creationId xmlns:a16="http://schemas.microsoft.com/office/drawing/2014/main" id="{9E91785A-4818-157C-1F83-A179FF1B1CF4}"/>
            </a:ext>
          </a:extLst>
        </p:cNvPr>
        <p:cNvGrpSpPr/>
        <p:nvPr/>
      </p:nvGrpSpPr>
      <p:grpSpPr>
        <a:xfrm>
          <a:off x="0" y="0"/>
          <a:ext cx="0" cy="0"/>
          <a:chOff x="0" y="0"/>
          <a:chExt cx="0" cy="0"/>
        </a:xfrm>
      </p:grpSpPr>
      <p:sp>
        <p:nvSpPr>
          <p:cNvPr id="125" name="Google Shape;125;p5">
            <a:extLst>
              <a:ext uri="{FF2B5EF4-FFF2-40B4-BE49-F238E27FC236}">
                <a16:creationId xmlns:a16="http://schemas.microsoft.com/office/drawing/2014/main" id="{93826818-3D46-5C7F-F8F0-DE9EEBCE7C82}"/>
              </a:ext>
            </a:extLst>
          </p:cNvPr>
          <p:cNvSpPr txBox="1">
            <a:spLocks noGrp="1"/>
          </p:cNvSpPr>
          <p:nvPr>
            <p:ph type="title"/>
          </p:nvPr>
        </p:nvSpPr>
        <p:spPr>
          <a:xfrm>
            <a:off x="739751" y="506218"/>
            <a:ext cx="9316690" cy="969318"/>
          </a:xfrm>
          <a:prstGeom prst="rect">
            <a:avLst/>
          </a:prstGeom>
          <a:noFill/>
          <a:ln>
            <a:noFill/>
          </a:ln>
        </p:spPr>
        <p:txBody>
          <a:bodyPr spcFirstLastPara="1" vert="horz" wrap="square" lIns="91425" tIns="45700" rIns="91425" bIns="45700" rtlCol="0" anchor="ctr" anchorCtr="0">
            <a:normAutofit/>
          </a:bodyPr>
          <a:lstStyle/>
          <a:p>
            <a:pPr>
              <a:spcBef>
                <a:spcPts val="0"/>
              </a:spcBef>
              <a:buClr>
                <a:schemeClr val="lt1"/>
              </a:buClr>
              <a:buSzPts val="3300"/>
            </a:pPr>
            <a:r>
              <a:rPr lang="es-ES" sz="5400" b="1"/>
              <a:t>Yo celebraré</a:t>
            </a:r>
            <a:endParaRPr sz="5400" b="1"/>
          </a:p>
        </p:txBody>
      </p:sp>
      <p:sp>
        <p:nvSpPr>
          <p:cNvPr id="126" name="Google Shape;126;p5">
            <a:extLst>
              <a:ext uri="{FF2B5EF4-FFF2-40B4-BE49-F238E27FC236}">
                <a16:creationId xmlns:a16="http://schemas.microsoft.com/office/drawing/2014/main" id="{2FB6206F-6B1C-740E-C197-B1349A646A0D}"/>
              </a:ext>
            </a:extLst>
          </p:cNvPr>
          <p:cNvSpPr txBox="1">
            <a:spLocks noGrp="1"/>
          </p:cNvSpPr>
          <p:nvPr>
            <p:ph type="body" idx="1"/>
          </p:nvPr>
        </p:nvSpPr>
        <p:spPr>
          <a:xfrm>
            <a:off x="5601209" y="1153655"/>
            <a:ext cx="6201149" cy="4962167"/>
          </a:xfrm>
          <a:prstGeom prst="rect">
            <a:avLst/>
          </a:prstGeom>
          <a:noFill/>
          <a:ln>
            <a:noFill/>
          </a:ln>
        </p:spPr>
        <p:txBody>
          <a:bodyPr spcFirstLastPara="1" vert="horz" wrap="square" lIns="91425" tIns="45700" rIns="91425" bIns="45700" rtlCol="0" anchor="t" anchorCtr="0">
            <a:normAutofit/>
          </a:bodyPr>
          <a:lstStyle/>
          <a:p>
            <a:pPr marL="0" indent="0">
              <a:spcBef>
                <a:spcPts val="0"/>
              </a:spcBef>
              <a:buNone/>
            </a:pPr>
            <a:r>
              <a:rPr lang="es-ES" sz="4800"/>
              <a:t>Yo celebraré,</a:t>
            </a:r>
            <a:r>
              <a:rPr lang="es-ES" sz="4800">
                <a:ea typeface="Calibri"/>
                <a:cs typeface="Calibri"/>
              </a:rPr>
              <a:t> </a:t>
            </a:r>
            <a:endParaRPr lang="es-ES">
              <a:ea typeface="Calibri" panose="020F0502020204030204"/>
              <a:cs typeface="Calibri" panose="020F0502020204030204"/>
            </a:endParaRPr>
          </a:p>
          <a:p>
            <a:pPr marL="0" indent="0">
              <a:spcBef>
                <a:spcPts val="0"/>
              </a:spcBef>
              <a:buNone/>
            </a:pPr>
            <a:r>
              <a:rPr lang="es-ES" sz="4800">
                <a:ea typeface="Calibri"/>
                <a:cs typeface="Calibri"/>
              </a:rPr>
              <a:t>delante del Señor, cantaré un canto nuevo. (Bis)</a:t>
            </a:r>
            <a:endParaRPr lang="es-ES">
              <a:ea typeface="Calibri" panose="020F0502020204030204"/>
              <a:cs typeface="Calibri" panose="020F0502020204030204"/>
            </a:endParaRPr>
          </a:p>
          <a:p>
            <a:pPr marL="0" indent="0">
              <a:spcBef>
                <a:spcPts val="0"/>
              </a:spcBef>
              <a:buNone/>
            </a:pPr>
            <a:r>
              <a:rPr lang="es-ES" sz="4800">
                <a:ea typeface="Calibri"/>
                <a:cs typeface="Calibri"/>
              </a:rPr>
              <a:t>Yo le alabaré </a:t>
            </a:r>
          </a:p>
          <a:p>
            <a:pPr marL="0" indent="0">
              <a:spcBef>
                <a:spcPts val="0"/>
              </a:spcBef>
              <a:buNone/>
            </a:pPr>
            <a:r>
              <a:rPr lang="es-ES" sz="4800">
                <a:ea typeface="Calibri"/>
                <a:cs typeface="Calibri"/>
              </a:rPr>
              <a:t>porque Él ha hecho grandes cosas. (Bis)</a:t>
            </a:r>
            <a:endParaRPr lang="es-ES">
              <a:ea typeface="Calibri" panose="020F0502020204030204"/>
              <a:cs typeface="Calibri" panose="020F0502020204030204"/>
            </a:endParaRPr>
          </a:p>
        </p:txBody>
      </p:sp>
      <p:pic>
        <p:nvPicPr>
          <p:cNvPr id="127" name="Google Shape;127;p5" descr="Resultado de imagen de fano servir">
            <a:extLst>
              <a:ext uri="{FF2B5EF4-FFF2-40B4-BE49-F238E27FC236}">
                <a16:creationId xmlns:a16="http://schemas.microsoft.com/office/drawing/2014/main" id="{6AFD0570-19A2-17B3-1CC6-8B3690DAB338}"/>
              </a:ext>
            </a:extLst>
          </p:cNvPr>
          <p:cNvPicPr preferRelativeResize="0">
            <a:picLocks noChangeAspect="1"/>
          </p:cNvPicPr>
          <p:nvPr/>
        </p:nvPicPr>
        <p:blipFill rotWithShape="1">
          <a:blip r:embed="rId3">
            <a:alphaModFix/>
          </a:blip>
          <a:srcRect/>
          <a:stretch/>
        </p:blipFill>
        <p:spPr>
          <a:xfrm>
            <a:off x="-187007" y="996890"/>
            <a:ext cx="5392256" cy="5706651"/>
          </a:xfrm>
          <a:prstGeom prst="rect">
            <a:avLst/>
          </a:prstGeom>
          <a:noFill/>
          <a:ln>
            <a:noFill/>
          </a:ln>
        </p:spPr>
      </p:pic>
      <p:grpSp>
        <p:nvGrpSpPr>
          <p:cNvPr id="7" name="Grupo 6">
            <a:extLst>
              <a:ext uri="{FF2B5EF4-FFF2-40B4-BE49-F238E27FC236}">
                <a16:creationId xmlns:a16="http://schemas.microsoft.com/office/drawing/2014/main" id="{1967FD2F-8F24-563A-5C88-F776A3F061EB}"/>
              </a:ext>
            </a:extLst>
          </p:cNvPr>
          <p:cNvGrpSpPr/>
          <p:nvPr/>
        </p:nvGrpSpPr>
        <p:grpSpPr>
          <a:xfrm>
            <a:off x="1057" y="-4361"/>
            <a:ext cx="12190281" cy="517821"/>
            <a:chOff x="1057" y="-4361"/>
            <a:chExt cx="12503431" cy="517821"/>
          </a:xfrm>
        </p:grpSpPr>
        <p:sp>
          <p:nvSpPr>
            <p:cNvPr id="3" name="Rectángulo 2">
              <a:extLst>
                <a:ext uri="{FF2B5EF4-FFF2-40B4-BE49-F238E27FC236}">
                  <a16:creationId xmlns:a16="http://schemas.microsoft.com/office/drawing/2014/main" id="{944100F2-3897-DE5B-3053-F3772ABB6715}"/>
                </a:ext>
              </a:extLst>
            </p:cNvPr>
            <p:cNvSpPr/>
            <p:nvPr/>
          </p:nvSpPr>
          <p:spPr>
            <a:xfrm>
              <a:off x="3122126" y="-4360"/>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Liturgia de la Palabra</a:t>
              </a:r>
              <a:endParaRPr lang="es-ES" sz="2400">
                <a:solidFill>
                  <a:schemeClr val="tx1">
                    <a:lumMod val="49000"/>
                    <a:lumOff val="51000"/>
                  </a:schemeClr>
                </a:solidFill>
                <a:ea typeface="Calibri"/>
                <a:cs typeface="Calibri"/>
              </a:endParaRPr>
            </a:p>
          </p:txBody>
        </p:sp>
        <p:sp>
          <p:nvSpPr>
            <p:cNvPr id="4" name="Rectángulo 3">
              <a:extLst>
                <a:ext uri="{FF2B5EF4-FFF2-40B4-BE49-F238E27FC236}">
                  <a16:creationId xmlns:a16="http://schemas.microsoft.com/office/drawing/2014/main" id="{F7B78EC1-FDFB-7E0B-FF58-8261382275E2}"/>
                </a:ext>
              </a:extLst>
            </p:cNvPr>
            <p:cNvSpPr/>
            <p:nvPr/>
          </p:nvSpPr>
          <p:spPr>
            <a:xfrm>
              <a:off x="6247290" y="-4361"/>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Liturgia Eucarística</a:t>
              </a:r>
              <a:endParaRPr lang="es-ES" sz="2400">
                <a:solidFill>
                  <a:schemeClr val="tx1">
                    <a:lumMod val="49000"/>
                    <a:lumOff val="51000"/>
                  </a:schemeClr>
                </a:solidFill>
                <a:ea typeface="Calibri"/>
                <a:cs typeface="Calibri"/>
              </a:endParaRPr>
            </a:p>
          </p:txBody>
        </p:sp>
        <p:sp>
          <p:nvSpPr>
            <p:cNvPr id="5" name="Rectángulo 4">
              <a:extLst>
                <a:ext uri="{FF2B5EF4-FFF2-40B4-BE49-F238E27FC236}">
                  <a16:creationId xmlns:a16="http://schemas.microsoft.com/office/drawing/2014/main" id="{35F1DCD2-302B-2883-B6F5-3AA316D0228B}"/>
                </a:ext>
              </a:extLst>
            </p:cNvPr>
            <p:cNvSpPr/>
            <p:nvPr/>
          </p:nvSpPr>
          <p:spPr>
            <a:xfrm>
              <a:off x="9372455" y="-4360"/>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Rito de Conclusión</a:t>
              </a:r>
              <a:endParaRPr lang="es-ES">
                <a:solidFill>
                  <a:schemeClr val="tx1">
                    <a:lumMod val="49000"/>
                    <a:lumOff val="51000"/>
                  </a:schemeClr>
                </a:solidFill>
                <a:ea typeface="Calibri"/>
                <a:cs typeface="Calibri"/>
              </a:endParaRPr>
            </a:p>
          </p:txBody>
        </p:sp>
        <p:sp>
          <p:nvSpPr>
            <p:cNvPr id="6" name="Rectángulo 5">
              <a:extLst>
                <a:ext uri="{FF2B5EF4-FFF2-40B4-BE49-F238E27FC236}">
                  <a16:creationId xmlns:a16="http://schemas.microsoft.com/office/drawing/2014/main" id="{F0380F31-5A6F-EF4E-EE22-F8F3EB8BEAF7}"/>
                </a:ext>
              </a:extLst>
            </p:cNvPr>
            <p:cNvSpPr/>
            <p:nvPr/>
          </p:nvSpPr>
          <p:spPr>
            <a:xfrm>
              <a:off x="1057" y="-4361"/>
              <a:ext cx="3121595" cy="517821"/>
            </a:xfrm>
            <a:prstGeom prst="rect">
              <a:avLst/>
            </a:prstGeom>
            <a:solidFill>
              <a:schemeClr val="accent1"/>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800" b="1">
                  <a:solidFill>
                    <a:schemeClr val="tx1"/>
                  </a:solidFill>
                  <a:ea typeface="Calibri"/>
                  <a:cs typeface="Calibri"/>
                </a:rPr>
                <a:t>Ritos Iniciales</a:t>
              </a:r>
              <a:endParaRPr lang="es-ES" sz="2800">
                <a:solidFill>
                  <a:schemeClr val="tx1"/>
                </a:solidFill>
                <a:ea typeface="Calibri"/>
                <a:cs typeface="Calibri"/>
              </a:endParaRPr>
            </a:p>
          </p:txBody>
        </p:sp>
      </p:grpSp>
    </p:spTree>
    <p:extLst>
      <p:ext uri="{BB962C8B-B14F-4D97-AF65-F5344CB8AC3E}">
        <p14:creationId xmlns:p14="http://schemas.microsoft.com/office/powerpoint/2010/main" val="361878947"/>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7A5524D-973D-3BB2-5A28-13F6D4CF0973}"/>
            </a:ext>
          </a:extLst>
        </p:cNvPr>
        <p:cNvGrpSpPr/>
        <p:nvPr/>
      </p:nvGrpSpPr>
      <p:grpSpPr>
        <a:xfrm>
          <a:off x="0" y="0"/>
          <a:ext cx="0" cy="0"/>
          <a:chOff x="0" y="0"/>
          <a:chExt cx="0" cy="0"/>
        </a:xfrm>
      </p:grpSpPr>
      <p:sp>
        <p:nvSpPr>
          <p:cNvPr id="2" name="1 Título">
            <a:extLst>
              <a:ext uri="{FF2B5EF4-FFF2-40B4-BE49-F238E27FC236}">
                <a16:creationId xmlns:a16="http://schemas.microsoft.com/office/drawing/2014/main" id="{8C96F502-86D8-7030-7D42-D00EA8C39ABC}"/>
              </a:ext>
            </a:extLst>
          </p:cNvPr>
          <p:cNvSpPr>
            <a:spLocks noGrp="1"/>
          </p:cNvSpPr>
          <p:nvPr>
            <p:ph type="ctrTitle" idx="4294967295"/>
          </p:nvPr>
        </p:nvSpPr>
        <p:spPr>
          <a:xfrm>
            <a:off x="1781176" y="476251"/>
            <a:ext cx="8886825" cy="576263"/>
          </a:xfrm>
        </p:spPr>
        <p:txBody>
          <a:bodyPr>
            <a:normAutofit fontScale="90000"/>
          </a:bodyPr>
          <a:lstStyle/>
          <a:p>
            <a:pPr algn="ctr"/>
            <a:r>
              <a:rPr lang="es-ES_tradnl"/>
              <a:t>Al calor de la palabra</a:t>
            </a:r>
            <a:endParaRPr lang="es-ES">
              <a:ea typeface="Tahoma" pitchFamily="34" charset="0"/>
              <a:cs typeface="Vijaya" panose="020B0604020202020204" pitchFamily="34" charset="0"/>
            </a:endParaRPr>
          </a:p>
        </p:txBody>
      </p:sp>
      <p:pic>
        <p:nvPicPr>
          <p:cNvPr id="5" name="Picture 4" descr="http://jovenessanildefonsojaen.files.wordpress.com/2013/03/fano-alegria-inagotable.jpg">
            <a:extLst>
              <a:ext uri="{FF2B5EF4-FFF2-40B4-BE49-F238E27FC236}">
                <a16:creationId xmlns:a16="http://schemas.microsoft.com/office/drawing/2014/main" id="{66DE438D-94C3-2F25-5247-99D60D9A74CE}"/>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779204" y="3858014"/>
            <a:ext cx="2114550" cy="2657475"/>
          </a:xfrm>
          <a:prstGeom prst="roundRect">
            <a:avLst>
              <a:gd name="adj" fmla="val 16667"/>
            </a:avLst>
          </a:prstGeom>
          <a:ln>
            <a:noFill/>
          </a:ln>
          <a:effectLst>
            <a:outerShdw blurRad="76200" dist="38100" dir="7800000" algn="tl" rotWithShape="0">
              <a:srgbClr val="000000">
                <a:alpha val="40000"/>
              </a:srgbClr>
            </a:outerShdw>
          </a:effectLst>
          <a:scene3d>
            <a:camera prst="orthographicFront"/>
            <a:lightRig rig="contrasting" dir="t">
              <a:rot lat="0" lon="0" rev="4200000"/>
            </a:lightRig>
          </a:scene3d>
          <a:sp3d prstMaterial="plastic">
            <a:bevelT w="381000" h="114300" prst="relaxedInset"/>
            <a:contourClr>
              <a:srgbClr val="969696"/>
            </a:contourClr>
          </a:sp3d>
          <a:extLst>
            <a:ext uri="{909E8E84-426E-40DD-AFC4-6F175D3DCCD1}">
              <a14:hiddenFill xmlns:a14="http://schemas.microsoft.com/office/drawing/2010/main">
                <a:solidFill>
                  <a:srgbClr val="FFFFFF"/>
                </a:solidFill>
              </a14:hiddenFill>
            </a:ext>
          </a:extLst>
        </p:spPr>
      </p:pic>
      <p:sp>
        <p:nvSpPr>
          <p:cNvPr id="7" name="Marcador de contenido 3">
            <a:extLst>
              <a:ext uri="{FF2B5EF4-FFF2-40B4-BE49-F238E27FC236}">
                <a16:creationId xmlns:a16="http://schemas.microsoft.com/office/drawing/2014/main" id="{A2A4A5A3-F67D-DC32-B2A3-BECC172EAC9C}"/>
              </a:ext>
            </a:extLst>
          </p:cNvPr>
          <p:cNvSpPr txBox="1">
            <a:spLocks/>
          </p:cNvSpPr>
          <p:nvPr/>
        </p:nvSpPr>
        <p:spPr>
          <a:xfrm>
            <a:off x="7093403" y="1396479"/>
            <a:ext cx="4129768" cy="2038564"/>
          </a:xfrm>
          <a:prstGeom prst="rect">
            <a:avLst/>
          </a:prstGeom>
        </p:spPr>
        <p:txBody>
          <a:bodyPr vert="horz" lIns="91440" tIns="45720" rIns="91440" bIns="45720" rtlCol="0">
            <a:noAutofit/>
          </a:bodyPr>
          <a:lstStyle>
            <a:lvl1pPr marL="228600" indent="-228600" algn="l" defTabSz="914400" rtl="0" eaLnBrk="1" latinLnBrk="0" hangingPunct="1">
              <a:lnSpc>
                <a:spcPct val="120000"/>
              </a:lnSpc>
              <a:spcBef>
                <a:spcPts val="1000"/>
              </a:spcBef>
              <a:buFont typeface="Arial" panose="020B0604020202020204" pitchFamily="34" charset="0"/>
              <a:buChar char="•"/>
              <a:defRPr sz="2000" kern="1200">
                <a:solidFill>
                  <a:schemeClr val="tx1"/>
                </a:solidFill>
                <a:effectLst>
                  <a:outerShdw blurRad="50800" dist="38100" dir="2700000" algn="tl" rotWithShape="0">
                    <a:srgbClr val="000000">
                      <a:alpha val="48000"/>
                    </a:srgbClr>
                  </a:outerShdw>
                </a:effectLst>
                <a:latin typeface="+mn-lt"/>
                <a:ea typeface="+mn-ea"/>
                <a:cs typeface="+mn-cs"/>
              </a:defRPr>
            </a:lvl1pPr>
            <a:lvl2pPr marL="685800" indent="-228600" algn="l" defTabSz="914400" rtl="0" eaLnBrk="1" latinLnBrk="0" hangingPunct="1">
              <a:lnSpc>
                <a:spcPct val="120000"/>
              </a:lnSpc>
              <a:spcBef>
                <a:spcPts val="500"/>
              </a:spcBef>
              <a:buFont typeface="Arial" panose="020B0604020202020204" pitchFamily="34" charset="0"/>
              <a:buChar char="•"/>
              <a:defRPr sz="1800" kern="1200">
                <a:solidFill>
                  <a:schemeClr val="tx1"/>
                </a:solidFill>
                <a:effectLst>
                  <a:outerShdw blurRad="50800" dist="38100" dir="2700000" algn="tl" rotWithShape="0">
                    <a:srgbClr val="000000">
                      <a:alpha val="48000"/>
                    </a:srgbClr>
                  </a:outerShdw>
                </a:effectLst>
                <a:latin typeface="+mn-lt"/>
                <a:ea typeface="+mn-ea"/>
                <a:cs typeface="+mn-cs"/>
              </a:defRPr>
            </a:lvl2pPr>
            <a:lvl3pPr marL="1143000" indent="-228600" algn="l" defTabSz="914400" rtl="0" eaLnBrk="1" latinLnBrk="0" hangingPunct="1">
              <a:lnSpc>
                <a:spcPct val="120000"/>
              </a:lnSpc>
              <a:spcBef>
                <a:spcPts val="500"/>
              </a:spcBef>
              <a:buFont typeface="Arial" panose="020B0604020202020204" pitchFamily="34" charset="0"/>
              <a:buChar char="•"/>
              <a:defRPr sz="1600" kern="1200">
                <a:solidFill>
                  <a:schemeClr val="tx1"/>
                </a:solidFill>
                <a:effectLst>
                  <a:outerShdw blurRad="50800" dist="38100" dir="2700000" algn="tl" rotWithShape="0">
                    <a:srgbClr val="000000">
                      <a:alpha val="48000"/>
                    </a:srgbClr>
                  </a:outerShdw>
                </a:effectLst>
                <a:latin typeface="+mn-lt"/>
                <a:ea typeface="+mn-ea"/>
                <a:cs typeface="+mn-cs"/>
              </a:defRPr>
            </a:lvl3pPr>
            <a:lvl4pPr marL="16002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effectLst>
                  <a:outerShdw blurRad="50800" dist="38100" dir="2700000" algn="tl" rotWithShape="0">
                    <a:srgbClr val="000000">
                      <a:alpha val="48000"/>
                    </a:srgbClr>
                  </a:outerShdw>
                </a:effectLst>
                <a:latin typeface="+mn-lt"/>
                <a:ea typeface="+mn-ea"/>
                <a:cs typeface="+mn-cs"/>
              </a:defRPr>
            </a:lvl4pPr>
            <a:lvl5pPr marL="2057400" indent="-228600" algn="l" defTabSz="914400" rtl="0" eaLnBrk="1" latinLnBrk="0" hangingPunct="1">
              <a:lnSpc>
                <a:spcPct val="120000"/>
              </a:lnSpc>
              <a:spcBef>
                <a:spcPts val="500"/>
              </a:spcBef>
              <a:buFont typeface="Arial" panose="020B0604020202020204" pitchFamily="34" charset="0"/>
              <a:buChar char="•"/>
              <a:defRPr sz="1200" kern="1200">
                <a:solidFill>
                  <a:schemeClr val="tx1"/>
                </a:solidFill>
                <a:effectLst>
                  <a:outerShdw blurRad="50800" dist="38100" dir="2700000" algn="tl" rotWithShape="0">
                    <a:srgbClr val="000000">
                      <a:alpha val="48000"/>
                    </a:srgbClr>
                  </a:outerShdw>
                </a:effectLst>
                <a:latin typeface="+mn-lt"/>
                <a:ea typeface="+mn-ea"/>
                <a:cs typeface="+mn-cs"/>
              </a:defRPr>
            </a:lvl5pPr>
            <a:lvl6pPr marL="2514600" indent="-228600" algn="l" defTabSz="914400" rtl="0" eaLnBrk="1" latinLnBrk="0" hangingPunct="1">
              <a:lnSpc>
                <a:spcPct val="120000"/>
              </a:lnSpc>
              <a:spcBef>
                <a:spcPts val="500"/>
              </a:spcBef>
              <a:buFont typeface="Arial" panose="020B0604020202020204" pitchFamily="34" charset="0"/>
              <a:buChar char="•"/>
              <a:defRPr sz="1200" kern="1200">
                <a:solidFill>
                  <a:schemeClr val="tx1"/>
                </a:solidFill>
                <a:effectLst>
                  <a:outerShdw blurRad="50800" dist="38100" dir="2700000" algn="tl" rotWithShape="0">
                    <a:srgbClr val="000000">
                      <a:alpha val="48000"/>
                    </a:srgbClr>
                  </a:outerShdw>
                </a:effectLst>
                <a:latin typeface="+mn-lt"/>
                <a:ea typeface="+mn-ea"/>
                <a:cs typeface="+mn-cs"/>
              </a:defRPr>
            </a:lvl6pPr>
            <a:lvl7pPr marL="2971800" indent="-228600" algn="l" defTabSz="914400" rtl="0" eaLnBrk="1" latinLnBrk="0" hangingPunct="1">
              <a:lnSpc>
                <a:spcPct val="120000"/>
              </a:lnSpc>
              <a:spcBef>
                <a:spcPts val="500"/>
              </a:spcBef>
              <a:buFont typeface="Arial" panose="020B0604020202020204" pitchFamily="34" charset="0"/>
              <a:buChar char="•"/>
              <a:defRPr sz="1200" kern="1200">
                <a:solidFill>
                  <a:schemeClr val="tx1"/>
                </a:solidFill>
                <a:effectLst>
                  <a:outerShdw blurRad="50800" dist="38100" dir="2700000" algn="tl" rotWithShape="0">
                    <a:srgbClr val="000000">
                      <a:alpha val="48000"/>
                    </a:srgbClr>
                  </a:outerShdw>
                </a:effectLst>
                <a:latin typeface="+mn-lt"/>
                <a:ea typeface="+mn-ea"/>
                <a:cs typeface="+mn-cs"/>
              </a:defRPr>
            </a:lvl7pPr>
            <a:lvl8pPr marL="3429000" indent="-228600" algn="l" defTabSz="914400" rtl="0" eaLnBrk="1" latinLnBrk="0" hangingPunct="1">
              <a:lnSpc>
                <a:spcPct val="120000"/>
              </a:lnSpc>
              <a:spcBef>
                <a:spcPts val="500"/>
              </a:spcBef>
              <a:buFont typeface="Arial" panose="020B0604020202020204" pitchFamily="34" charset="0"/>
              <a:buChar char="•"/>
              <a:defRPr sz="1200" kern="1200">
                <a:solidFill>
                  <a:schemeClr val="tx1"/>
                </a:solidFill>
                <a:effectLst>
                  <a:outerShdw blurRad="50800" dist="38100" dir="2700000" algn="tl" rotWithShape="0">
                    <a:srgbClr val="000000">
                      <a:alpha val="48000"/>
                    </a:srgbClr>
                  </a:outerShdw>
                </a:effectLst>
                <a:latin typeface="+mn-lt"/>
                <a:ea typeface="+mn-ea"/>
                <a:cs typeface="+mn-cs"/>
              </a:defRPr>
            </a:lvl8pPr>
            <a:lvl9pPr marL="3886200" indent="-228600" algn="l" defTabSz="914400" rtl="0" eaLnBrk="1" latinLnBrk="0" hangingPunct="1">
              <a:lnSpc>
                <a:spcPct val="120000"/>
              </a:lnSpc>
              <a:spcBef>
                <a:spcPts val="500"/>
              </a:spcBef>
              <a:buFont typeface="Arial" panose="020B0604020202020204" pitchFamily="34" charset="0"/>
              <a:buChar char="•"/>
              <a:defRPr sz="1200" kern="1200">
                <a:solidFill>
                  <a:schemeClr val="tx1"/>
                </a:solidFill>
                <a:effectLst>
                  <a:outerShdw blurRad="50800" dist="38100" dir="2700000" algn="tl" rotWithShape="0">
                    <a:srgbClr val="000000">
                      <a:alpha val="48000"/>
                    </a:srgbClr>
                  </a:outerShdw>
                </a:effectLst>
                <a:latin typeface="+mn-lt"/>
                <a:ea typeface="+mn-ea"/>
                <a:cs typeface="+mn-cs"/>
              </a:defRPr>
            </a:lvl9pPr>
          </a:lstStyle>
          <a:p>
            <a:pPr marL="68580" indent="0">
              <a:buNone/>
            </a:pPr>
            <a:r>
              <a:rPr lang="es-ES" sz="2400" b="1">
                <a:effectLst>
                  <a:outerShdw blurRad="38100" dist="38100" dir="2700000" algn="tl">
                    <a:srgbClr val="000000">
                      <a:alpha val="43137"/>
                    </a:srgbClr>
                  </a:outerShdw>
                </a:effectLst>
                <a:ea typeface="Tahoma" pitchFamily="34" charset="0"/>
                <a:cs typeface="Calibri" panose="020F0502020204030204" pitchFamily="34" charset="0"/>
              </a:rPr>
              <a:t>A NADA, NADA, </a:t>
            </a:r>
            <a:br>
              <a:rPr lang="es-ES" sz="2400" b="1">
                <a:effectLst>
                  <a:outerShdw blurRad="38100" dist="38100" dir="2700000" algn="tl">
                    <a:srgbClr val="000000">
                      <a:alpha val="43137"/>
                    </a:srgbClr>
                  </a:outerShdw>
                </a:effectLst>
                <a:ea typeface="Tahoma" pitchFamily="34" charset="0"/>
                <a:cs typeface="Calibri" panose="020F0502020204030204" pitchFamily="34" charset="0"/>
              </a:rPr>
            </a:br>
            <a:r>
              <a:rPr lang="es-ES" sz="2400" b="1">
                <a:effectLst>
                  <a:outerShdw blurRad="38100" dist="38100" dir="2700000" algn="tl">
                    <a:srgbClr val="000000">
                      <a:alpha val="43137"/>
                    </a:srgbClr>
                  </a:outerShdw>
                </a:effectLst>
                <a:ea typeface="Tahoma" pitchFamily="34" charset="0"/>
                <a:cs typeface="Calibri" panose="020F0502020204030204" pitchFamily="34" charset="0"/>
              </a:rPr>
              <a:t>NUNCA HE DE TEMER; </a:t>
            </a:r>
            <a:br>
              <a:rPr lang="es-ES" sz="2400" b="1">
                <a:effectLst>
                  <a:outerShdw blurRad="38100" dist="38100" dir="2700000" algn="tl">
                    <a:srgbClr val="000000">
                      <a:alpha val="43137"/>
                    </a:srgbClr>
                  </a:outerShdw>
                </a:effectLst>
                <a:ea typeface="Tahoma" pitchFamily="34" charset="0"/>
                <a:cs typeface="Calibri" panose="020F0502020204030204" pitchFamily="34" charset="0"/>
              </a:rPr>
            </a:br>
            <a:r>
              <a:rPr lang="es-ES" sz="2400" b="1">
                <a:effectLst>
                  <a:outerShdw blurRad="38100" dist="38100" dir="2700000" algn="tl">
                    <a:srgbClr val="000000">
                      <a:alpha val="43137"/>
                    </a:srgbClr>
                  </a:outerShdw>
                </a:effectLst>
                <a:ea typeface="Tahoma" pitchFamily="34" charset="0"/>
                <a:cs typeface="Calibri" panose="020F0502020204030204" pitchFamily="34" charset="0"/>
              </a:rPr>
              <a:t>YENDO JUNTO A TI, </a:t>
            </a:r>
            <a:br>
              <a:rPr lang="es-ES" sz="2400" b="1">
                <a:effectLst>
                  <a:outerShdw blurRad="38100" dist="38100" dir="2700000" algn="tl">
                    <a:srgbClr val="000000">
                      <a:alpha val="43137"/>
                    </a:srgbClr>
                  </a:outerShdw>
                </a:effectLst>
                <a:ea typeface="Tahoma" pitchFamily="34" charset="0"/>
                <a:cs typeface="Calibri" panose="020F0502020204030204" pitchFamily="34" charset="0"/>
              </a:rPr>
            </a:br>
            <a:r>
              <a:rPr lang="es-ES" sz="2400" b="1">
                <a:effectLst>
                  <a:outerShdw blurRad="38100" dist="38100" dir="2700000" algn="tl">
                    <a:srgbClr val="000000">
                      <a:alpha val="43137"/>
                    </a:srgbClr>
                  </a:outerShdw>
                </a:effectLst>
                <a:ea typeface="Tahoma" pitchFamily="34" charset="0"/>
                <a:cs typeface="Calibri" panose="020F0502020204030204" pitchFamily="34" charset="0"/>
              </a:rPr>
              <a:t>CON TUS OJOS DE FE, </a:t>
            </a:r>
            <a:br>
              <a:rPr lang="es-ES" sz="2400" b="1">
                <a:effectLst>
                  <a:outerShdw blurRad="38100" dist="38100" dir="2700000" algn="tl">
                    <a:srgbClr val="000000">
                      <a:alpha val="43137"/>
                    </a:srgbClr>
                  </a:outerShdw>
                </a:effectLst>
                <a:ea typeface="Tahoma" pitchFamily="34" charset="0"/>
                <a:cs typeface="Calibri" panose="020F0502020204030204" pitchFamily="34" charset="0"/>
              </a:rPr>
            </a:br>
            <a:r>
              <a:rPr lang="es-ES" sz="2400" b="1">
                <a:effectLst>
                  <a:outerShdw blurRad="38100" dist="38100" dir="2700000" algn="tl">
                    <a:srgbClr val="000000">
                      <a:alpha val="43137"/>
                    </a:srgbClr>
                  </a:outerShdw>
                </a:effectLst>
                <a:ea typeface="Tahoma" pitchFamily="34" charset="0"/>
                <a:cs typeface="Calibri" panose="020F0502020204030204" pitchFamily="34" charset="0"/>
              </a:rPr>
              <a:t>NUNCA HE DE TEMER. (BIS)</a:t>
            </a:r>
            <a:r>
              <a:rPr lang="es-ES" sz="2400" b="1">
                <a:effectLst>
                  <a:outerShdw blurRad="38100" dist="38100" dir="2700000" algn="tl">
                    <a:srgbClr val="000000">
                      <a:alpha val="43137"/>
                    </a:srgbClr>
                  </a:outerShdw>
                </a:effectLst>
                <a:latin typeface="Calibri" panose="020F0502020204030204" pitchFamily="34" charset="0"/>
                <a:ea typeface="Tahoma" pitchFamily="34" charset="0"/>
                <a:cs typeface="Calibri" panose="020F0502020204030204" pitchFamily="34" charset="0"/>
              </a:rPr>
              <a:t> </a:t>
            </a:r>
          </a:p>
          <a:p>
            <a:pPr marL="0" indent="0">
              <a:buNone/>
            </a:pPr>
            <a:endParaRPr lang="es-ES" b="1">
              <a:solidFill>
                <a:schemeClr val="bg1"/>
              </a:solidFill>
              <a:effectLst>
                <a:outerShdw blurRad="38100" dist="38100" dir="2700000" algn="tl">
                  <a:srgbClr val="000000">
                    <a:alpha val="43137"/>
                  </a:srgbClr>
                </a:outerShdw>
              </a:effectLst>
            </a:endParaRPr>
          </a:p>
        </p:txBody>
      </p:sp>
      <p:sp>
        <p:nvSpPr>
          <p:cNvPr id="9" name="CuadroTexto 8">
            <a:extLst>
              <a:ext uri="{FF2B5EF4-FFF2-40B4-BE49-F238E27FC236}">
                <a16:creationId xmlns:a16="http://schemas.microsoft.com/office/drawing/2014/main" id="{FAB4403D-8F75-D121-D047-30A1084B4C56}"/>
              </a:ext>
            </a:extLst>
          </p:cNvPr>
          <p:cNvSpPr txBox="1"/>
          <p:nvPr/>
        </p:nvSpPr>
        <p:spPr>
          <a:xfrm>
            <a:off x="1149804" y="1257300"/>
            <a:ext cx="6043613" cy="5410712"/>
          </a:xfrm>
          <a:prstGeom prst="rect">
            <a:avLst/>
          </a:prstGeom>
          <a:noFill/>
        </p:spPr>
        <p:txBody>
          <a:bodyPr wrap="square" rtlCol="0">
            <a:spAutoFit/>
          </a:bodyPr>
          <a:lstStyle/>
          <a:p>
            <a:pPr marL="68580">
              <a:lnSpc>
                <a:spcPct val="120000"/>
              </a:lnSpc>
            </a:pPr>
            <a:r>
              <a:rPr lang="es-ES">
                <a:latin typeface="Calibri" panose="020F0502020204030204" pitchFamily="34" charset="0"/>
                <a:ea typeface="Tahoma" pitchFamily="34" charset="0"/>
                <a:cs typeface="Calibri" panose="020F0502020204030204" pitchFamily="34" charset="0"/>
              </a:rPr>
              <a:t>Cerca del hogar que calienta mi alma  </a:t>
            </a:r>
            <a:br>
              <a:rPr lang="es-ES">
                <a:latin typeface="Calibri" panose="020F0502020204030204" pitchFamily="34" charset="0"/>
                <a:ea typeface="Tahoma" pitchFamily="34" charset="0"/>
                <a:cs typeface="Calibri" panose="020F0502020204030204" pitchFamily="34" charset="0"/>
              </a:rPr>
            </a:br>
            <a:r>
              <a:rPr lang="es-ES">
                <a:latin typeface="Calibri" panose="020F0502020204030204" pitchFamily="34" charset="0"/>
                <a:ea typeface="Tahoma" pitchFamily="34" charset="0"/>
                <a:cs typeface="Calibri" panose="020F0502020204030204" pitchFamily="34" charset="0"/>
              </a:rPr>
              <a:t>quiero yo saber lo que en comunidad Tú quieres de mí.</a:t>
            </a:r>
            <a:br>
              <a:rPr lang="es-ES">
                <a:latin typeface="Calibri" panose="020F0502020204030204" pitchFamily="34" charset="0"/>
                <a:ea typeface="Tahoma" pitchFamily="34" charset="0"/>
                <a:cs typeface="Calibri" panose="020F0502020204030204" pitchFamily="34" charset="0"/>
              </a:rPr>
            </a:br>
            <a:r>
              <a:rPr lang="es-ES">
                <a:latin typeface="Calibri" panose="020F0502020204030204" pitchFamily="34" charset="0"/>
                <a:ea typeface="Tahoma" pitchFamily="34" charset="0"/>
                <a:cs typeface="Calibri" panose="020F0502020204030204" pitchFamily="34" charset="0"/>
              </a:rPr>
              <a:t>Sintiendo el calor que me da tu Palabra, </a:t>
            </a:r>
            <a:br>
              <a:rPr lang="es-ES">
                <a:latin typeface="Calibri" panose="020F0502020204030204" pitchFamily="34" charset="0"/>
                <a:ea typeface="Tahoma" pitchFamily="34" charset="0"/>
                <a:cs typeface="Calibri" panose="020F0502020204030204" pitchFamily="34" charset="0"/>
              </a:rPr>
            </a:br>
            <a:r>
              <a:rPr lang="es-ES">
                <a:latin typeface="Calibri" panose="020F0502020204030204" pitchFamily="34" charset="0"/>
                <a:ea typeface="Tahoma" pitchFamily="34" charset="0"/>
                <a:cs typeface="Calibri" panose="020F0502020204030204" pitchFamily="34" charset="0"/>
              </a:rPr>
              <a:t>quiero responder a lo que me pides  </a:t>
            </a:r>
            <a:br>
              <a:rPr lang="es-ES">
                <a:latin typeface="Calibri" panose="020F0502020204030204" pitchFamily="34" charset="0"/>
                <a:ea typeface="Tahoma" pitchFamily="34" charset="0"/>
                <a:cs typeface="Calibri" panose="020F0502020204030204" pitchFamily="34" charset="0"/>
              </a:rPr>
            </a:br>
            <a:r>
              <a:rPr lang="es-ES">
                <a:latin typeface="Calibri" panose="020F0502020204030204" pitchFamily="34" charset="0"/>
                <a:ea typeface="Tahoma" pitchFamily="34" charset="0"/>
                <a:cs typeface="Calibri" panose="020F0502020204030204" pitchFamily="34" charset="0"/>
              </a:rPr>
              <a:t>sin que a nada yo pueda temer. </a:t>
            </a:r>
            <a:br>
              <a:rPr lang="es-ES">
                <a:effectLst>
                  <a:outerShdw blurRad="38100" dist="38100" dir="2700000" algn="tl">
                    <a:srgbClr val="000000">
                      <a:alpha val="43137"/>
                    </a:srgbClr>
                  </a:outerShdw>
                </a:effectLst>
                <a:latin typeface="Calibri" panose="020F0502020204030204" pitchFamily="34" charset="0"/>
                <a:ea typeface="Tahoma" pitchFamily="34" charset="0"/>
                <a:cs typeface="Calibri" panose="020F0502020204030204" pitchFamily="34" charset="0"/>
              </a:rPr>
            </a:br>
            <a:endParaRPr lang="es-ES">
              <a:effectLst>
                <a:outerShdw blurRad="38100" dist="38100" dir="2700000" algn="tl">
                  <a:srgbClr val="000000">
                    <a:alpha val="43137"/>
                  </a:srgbClr>
                </a:outerShdw>
              </a:effectLst>
              <a:latin typeface="Calibri" panose="020F0502020204030204" pitchFamily="34" charset="0"/>
              <a:ea typeface="Tahoma" pitchFamily="34" charset="0"/>
              <a:cs typeface="Calibri" panose="020F0502020204030204" pitchFamily="34" charset="0"/>
            </a:endParaRPr>
          </a:p>
          <a:p>
            <a:pPr marL="68580"/>
            <a:r>
              <a:rPr lang="es-ES">
                <a:latin typeface="Calibri" panose="020F0502020204030204" pitchFamily="34" charset="0"/>
                <a:ea typeface="Tahoma" pitchFamily="34" charset="0"/>
                <a:cs typeface="Calibri" panose="020F0502020204030204" pitchFamily="34" charset="0"/>
              </a:rPr>
              <a:t>Sólo he de beber de tu fuente de agua, </a:t>
            </a:r>
            <a:br>
              <a:rPr lang="es-ES">
                <a:latin typeface="Calibri" panose="020F0502020204030204" pitchFamily="34" charset="0"/>
                <a:ea typeface="Tahoma" pitchFamily="34" charset="0"/>
                <a:cs typeface="Calibri" panose="020F0502020204030204" pitchFamily="34" charset="0"/>
              </a:rPr>
            </a:br>
            <a:r>
              <a:rPr lang="es-ES">
                <a:latin typeface="Calibri" panose="020F0502020204030204" pitchFamily="34" charset="0"/>
                <a:ea typeface="Tahoma" pitchFamily="34" charset="0"/>
                <a:cs typeface="Calibri" panose="020F0502020204030204" pitchFamily="34" charset="0"/>
              </a:rPr>
              <a:t>sé que sólo ella será la que sacie mi hambre y mi sed.</a:t>
            </a:r>
            <a:br>
              <a:rPr lang="es-ES">
                <a:latin typeface="Calibri" panose="020F0502020204030204" pitchFamily="34" charset="0"/>
                <a:ea typeface="Tahoma" pitchFamily="34" charset="0"/>
                <a:cs typeface="Calibri" panose="020F0502020204030204" pitchFamily="34" charset="0"/>
              </a:rPr>
            </a:br>
            <a:r>
              <a:rPr lang="es-ES">
                <a:latin typeface="Calibri" panose="020F0502020204030204" pitchFamily="34" charset="0"/>
                <a:ea typeface="Tahoma" pitchFamily="34" charset="0"/>
                <a:cs typeface="Calibri" panose="020F0502020204030204" pitchFamily="34" charset="0"/>
              </a:rPr>
              <a:t>Tú eres el Señor que alimenta mi alma,</a:t>
            </a:r>
            <a:br>
              <a:rPr lang="es-ES">
                <a:latin typeface="Calibri" panose="020F0502020204030204" pitchFamily="34" charset="0"/>
                <a:ea typeface="Tahoma" pitchFamily="34" charset="0"/>
                <a:cs typeface="Calibri" panose="020F0502020204030204" pitchFamily="34" charset="0"/>
              </a:rPr>
            </a:br>
            <a:r>
              <a:rPr lang="es-ES">
                <a:latin typeface="Calibri" panose="020F0502020204030204" pitchFamily="34" charset="0"/>
                <a:ea typeface="Tahoma" pitchFamily="34" charset="0"/>
                <a:cs typeface="Calibri" panose="020F0502020204030204" pitchFamily="34" charset="0"/>
              </a:rPr>
              <a:t>y si hago mi opción,  por seguirte a Ti</a:t>
            </a:r>
            <a:br>
              <a:rPr lang="es-ES">
                <a:latin typeface="Calibri" panose="020F0502020204030204" pitchFamily="34" charset="0"/>
                <a:ea typeface="Tahoma" pitchFamily="34" charset="0"/>
                <a:cs typeface="Calibri" panose="020F0502020204030204" pitchFamily="34" charset="0"/>
              </a:rPr>
            </a:br>
            <a:r>
              <a:rPr lang="es-ES">
                <a:latin typeface="Calibri" panose="020F0502020204030204" pitchFamily="34" charset="0"/>
                <a:ea typeface="Tahoma" pitchFamily="34" charset="0"/>
                <a:cs typeface="Calibri" panose="020F0502020204030204" pitchFamily="34" charset="0"/>
              </a:rPr>
              <a:t>nunca jamás yo temeré. </a:t>
            </a:r>
            <a:br>
              <a:rPr lang="es-ES">
                <a:latin typeface="Calibri" panose="020F0502020204030204" pitchFamily="34" charset="0"/>
                <a:ea typeface="Tahoma" pitchFamily="34" charset="0"/>
                <a:cs typeface="Calibri" panose="020F0502020204030204" pitchFamily="34" charset="0"/>
              </a:rPr>
            </a:br>
            <a:endParaRPr lang="es-ES">
              <a:latin typeface="Calibri" panose="020F0502020204030204" pitchFamily="34" charset="0"/>
              <a:ea typeface="Tahoma" pitchFamily="34" charset="0"/>
              <a:cs typeface="Calibri" panose="020F0502020204030204" pitchFamily="34" charset="0"/>
            </a:endParaRPr>
          </a:p>
          <a:p>
            <a:pPr marL="68580"/>
            <a:r>
              <a:rPr lang="es-ES">
                <a:latin typeface="Calibri" panose="020F0502020204030204" pitchFamily="34" charset="0"/>
                <a:ea typeface="Tahoma" pitchFamily="34" charset="0"/>
                <a:cs typeface="Calibri" panose="020F0502020204030204" pitchFamily="34" charset="0"/>
              </a:rPr>
              <a:t>Llegan hasta mi momentos sin calma, </a:t>
            </a:r>
            <a:br>
              <a:rPr lang="es-ES">
                <a:latin typeface="Calibri" panose="020F0502020204030204" pitchFamily="34" charset="0"/>
                <a:ea typeface="Tahoma" pitchFamily="34" charset="0"/>
                <a:cs typeface="Calibri" panose="020F0502020204030204" pitchFamily="34" charset="0"/>
              </a:rPr>
            </a:br>
            <a:r>
              <a:rPr lang="es-ES">
                <a:latin typeface="Calibri" panose="020F0502020204030204" pitchFamily="34" charset="0"/>
                <a:ea typeface="Tahoma" pitchFamily="34" charset="0"/>
                <a:cs typeface="Calibri" panose="020F0502020204030204" pitchFamily="34" charset="0"/>
              </a:rPr>
              <a:t>que me hacen dudar de si mi camino se orienta hacia Ti.</a:t>
            </a:r>
            <a:br>
              <a:rPr lang="es-ES">
                <a:latin typeface="Calibri" panose="020F0502020204030204" pitchFamily="34" charset="0"/>
                <a:ea typeface="Tahoma" pitchFamily="34" charset="0"/>
                <a:cs typeface="Calibri" panose="020F0502020204030204" pitchFamily="34" charset="0"/>
              </a:rPr>
            </a:br>
            <a:r>
              <a:rPr lang="es-ES">
                <a:latin typeface="Calibri" panose="020F0502020204030204" pitchFamily="34" charset="0"/>
                <a:ea typeface="Tahoma" pitchFamily="34" charset="0"/>
                <a:cs typeface="Calibri" panose="020F0502020204030204" pitchFamily="34" charset="0"/>
              </a:rPr>
              <a:t>Comienza a faltar la paz en mi alma</a:t>
            </a:r>
            <a:br>
              <a:rPr lang="es-ES">
                <a:latin typeface="Calibri" panose="020F0502020204030204" pitchFamily="34" charset="0"/>
                <a:ea typeface="Tahoma" pitchFamily="34" charset="0"/>
                <a:cs typeface="Calibri" panose="020F0502020204030204" pitchFamily="34" charset="0"/>
              </a:rPr>
            </a:br>
            <a:r>
              <a:rPr lang="es-ES">
                <a:latin typeface="Calibri" panose="020F0502020204030204" pitchFamily="34" charset="0"/>
                <a:ea typeface="Tahoma" pitchFamily="34" charset="0"/>
                <a:cs typeface="Calibri" panose="020F0502020204030204" pitchFamily="34" charset="0"/>
              </a:rPr>
              <a:t>y sin esperarlo apareces Tú haciéndome ver</a:t>
            </a:r>
            <a:br>
              <a:rPr lang="es-ES">
                <a:latin typeface="Calibri" panose="020F0502020204030204" pitchFamily="34" charset="0"/>
                <a:ea typeface="Tahoma" pitchFamily="34" charset="0"/>
                <a:cs typeface="Calibri" panose="020F0502020204030204" pitchFamily="34" charset="0"/>
              </a:rPr>
            </a:br>
            <a:r>
              <a:rPr lang="es-ES">
                <a:latin typeface="Calibri" panose="020F0502020204030204" pitchFamily="34" charset="0"/>
                <a:ea typeface="Tahoma" pitchFamily="34" charset="0"/>
                <a:cs typeface="Calibri" panose="020F0502020204030204" pitchFamily="34" charset="0"/>
              </a:rPr>
              <a:t>que a nada he de temer.</a:t>
            </a:r>
            <a:endParaRPr lang="es-ES">
              <a:latin typeface="Calibri" panose="020F0502020204030204" pitchFamily="34" charset="0"/>
              <a:cs typeface="Calibri" panose="020F0502020204030204" pitchFamily="34" charset="0"/>
            </a:endParaRPr>
          </a:p>
          <a:p>
            <a:endParaRPr lang="es-ES">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6221080"/>
      </p:ext>
    </p:extLst>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FAF52DB-1722-A6CB-C6F8-6BDF6135DBE0}"/>
            </a:ext>
          </a:extLst>
        </p:cNvPr>
        <p:cNvGrpSpPr/>
        <p:nvPr/>
      </p:nvGrpSpPr>
      <p:grpSpPr>
        <a:xfrm>
          <a:off x="0" y="0"/>
          <a:ext cx="0" cy="0"/>
          <a:chOff x="0" y="0"/>
          <a:chExt cx="0" cy="0"/>
        </a:xfrm>
      </p:grpSpPr>
      <p:pic>
        <p:nvPicPr>
          <p:cNvPr id="9" name="Imagen 8" descr="Imagen de la pantalla de un video juego&#10;&#10;Descripción generada automáticamente con confianza media">
            <a:extLst>
              <a:ext uri="{FF2B5EF4-FFF2-40B4-BE49-F238E27FC236}">
                <a16:creationId xmlns:a16="http://schemas.microsoft.com/office/drawing/2014/main" id="{5D1DA7D3-C2E9-ACC8-448A-94FCC50610D8}"/>
              </a:ext>
            </a:extLst>
          </p:cNvPr>
          <p:cNvPicPr>
            <a:picLocks noChangeAspect="1"/>
          </p:cNvPicPr>
          <p:nvPr/>
        </p:nvPicPr>
        <p:blipFill rotWithShape="1">
          <a:blip r:embed="rId2"/>
          <a:srcRect l="26283" t="-1" r="26846" b="3309"/>
          <a:stretch/>
        </p:blipFill>
        <p:spPr>
          <a:xfrm>
            <a:off x="5012891" y="0"/>
            <a:ext cx="8634855" cy="6858000"/>
          </a:xfrm>
          <a:prstGeom prst="rect">
            <a:avLst/>
          </a:prstGeom>
        </p:spPr>
      </p:pic>
      <p:sp>
        <p:nvSpPr>
          <p:cNvPr id="12" name="Llamada de nube 11">
            <a:extLst>
              <a:ext uri="{FF2B5EF4-FFF2-40B4-BE49-F238E27FC236}">
                <a16:creationId xmlns:a16="http://schemas.microsoft.com/office/drawing/2014/main" id="{655DB63D-084E-D929-B284-A721761BADB3}"/>
              </a:ext>
            </a:extLst>
          </p:cNvPr>
          <p:cNvSpPr/>
          <p:nvPr/>
        </p:nvSpPr>
        <p:spPr>
          <a:xfrm>
            <a:off x="3088371" y="0"/>
            <a:ext cx="3423754" cy="6858000"/>
          </a:xfrm>
          <a:prstGeom prst="cloudCallou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3" name="Imagen 2" descr="Un dibujo de un perro&#10;&#10;Descripción generada automáticamente con confianza media">
            <a:extLst>
              <a:ext uri="{FF2B5EF4-FFF2-40B4-BE49-F238E27FC236}">
                <a16:creationId xmlns:a16="http://schemas.microsoft.com/office/drawing/2014/main" id="{56BAC2DC-9AA5-75DE-16FC-E868A0076147}"/>
              </a:ext>
            </a:extLst>
          </p:cNvPr>
          <p:cNvPicPr>
            <a:picLocks noChangeAspect="1"/>
          </p:cNvPicPr>
          <p:nvPr/>
        </p:nvPicPr>
        <p:blipFill>
          <a:blip r:embed="rId3">
            <a:clrChange>
              <a:clrFrom>
                <a:srgbClr val="FFFFFF"/>
              </a:clrFrom>
              <a:clrTo>
                <a:srgbClr val="FFFFFF">
                  <a:alpha val="0"/>
                </a:srgbClr>
              </a:clrTo>
            </a:clrChange>
          </a:blip>
          <a:stretch>
            <a:fillRect/>
          </a:stretch>
        </p:blipFill>
        <p:spPr>
          <a:xfrm>
            <a:off x="3089" y="2356243"/>
            <a:ext cx="6232014" cy="2782120"/>
          </a:xfrm>
          <a:prstGeom prst="rect">
            <a:avLst/>
          </a:prstGeom>
        </p:spPr>
      </p:pic>
      <p:pic>
        <p:nvPicPr>
          <p:cNvPr id="2" name="Imagen 1" descr="Imagen que contiene Escala de tiempo&#10;&#10;El contenido generado por IA puede ser incorrecto.">
            <a:extLst>
              <a:ext uri="{FF2B5EF4-FFF2-40B4-BE49-F238E27FC236}">
                <a16:creationId xmlns:a16="http://schemas.microsoft.com/office/drawing/2014/main" id="{F0F817AF-634F-0133-FDC9-960FAC00C19F}"/>
              </a:ext>
            </a:extLst>
          </p:cNvPr>
          <p:cNvPicPr>
            <a:picLocks noChangeAspect="1"/>
          </p:cNvPicPr>
          <p:nvPr/>
        </p:nvPicPr>
        <p:blipFill>
          <a:blip r:embed="rId4"/>
          <a:stretch>
            <a:fillRect/>
          </a:stretch>
        </p:blipFill>
        <p:spPr>
          <a:xfrm>
            <a:off x="169297" y="598240"/>
            <a:ext cx="1541821" cy="1487436"/>
          </a:xfrm>
          <a:prstGeom prst="rect">
            <a:avLst/>
          </a:prstGeom>
        </p:spPr>
      </p:pic>
      <p:grpSp>
        <p:nvGrpSpPr>
          <p:cNvPr id="17" name="Grupo 16">
            <a:extLst>
              <a:ext uri="{FF2B5EF4-FFF2-40B4-BE49-F238E27FC236}">
                <a16:creationId xmlns:a16="http://schemas.microsoft.com/office/drawing/2014/main" id="{9F9ED166-6F11-1FB3-DC66-637D63EE7925}"/>
              </a:ext>
            </a:extLst>
          </p:cNvPr>
          <p:cNvGrpSpPr/>
          <p:nvPr/>
        </p:nvGrpSpPr>
        <p:grpSpPr>
          <a:xfrm>
            <a:off x="1057" y="-4361"/>
            <a:ext cx="12190281" cy="517821"/>
            <a:chOff x="1057" y="-4361"/>
            <a:chExt cx="12503431" cy="517821"/>
          </a:xfrm>
        </p:grpSpPr>
        <p:sp>
          <p:nvSpPr>
            <p:cNvPr id="13" name="Rectángulo 12">
              <a:extLst>
                <a:ext uri="{FF2B5EF4-FFF2-40B4-BE49-F238E27FC236}">
                  <a16:creationId xmlns:a16="http://schemas.microsoft.com/office/drawing/2014/main" id="{CE902CF5-DEE4-DE4D-7754-9E5E82A109D0}"/>
                </a:ext>
              </a:extLst>
            </p:cNvPr>
            <p:cNvSpPr/>
            <p:nvPr/>
          </p:nvSpPr>
          <p:spPr>
            <a:xfrm>
              <a:off x="3122126" y="-4360"/>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Liturgia de la Palabra</a:t>
              </a:r>
              <a:endParaRPr lang="es-ES" sz="2400">
                <a:solidFill>
                  <a:schemeClr val="tx1">
                    <a:lumMod val="49000"/>
                    <a:lumOff val="51000"/>
                  </a:schemeClr>
                </a:solidFill>
                <a:ea typeface="Calibri"/>
                <a:cs typeface="Calibri"/>
              </a:endParaRPr>
            </a:p>
          </p:txBody>
        </p:sp>
        <p:sp>
          <p:nvSpPr>
            <p:cNvPr id="14" name="Rectángulo 13">
              <a:extLst>
                <a:ext uri="{FF2B5EF4-FFF2-40B4-BE49-F238E27FC236}">
                  <a16:creationId xmlns:a16="http://schemas.microsoft.com/office/drawing/2014/main" id="{59B779F0-486E-518C-0D26-898022A75549}"/>
                </a:ext>
              </a:extLst>
            </p:cNvPr>
            <p:cNvSpPr/>
            <p:nvPr/>
          </p:nvSpPr>
          <p:spPr>
            <a:xfrm>
              <a:off x="6247290" y="-4361"/>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Liturgia Eucarística</a:t>
              </a:r>
              <a:endParaRPr lang="es-ES" sz="2400">
                <a:solidFill>
                  <a:schemeClr val="tx1">
                    <a:lumMod val="49000"/>
                    <a:lumOff val="51000"/>
                  </a:schemeClr>
                </a:solidFill>
                <a:ea typeface="Calibri"/>
                <a:cs typeface="Calibri"/>
              </a:endParaRPr>
            </a:p>
          </p:txBody>
        </p:sp>
        <p:sp>
          <p:nvSpPr>
            <p:cNvPr id="15" name="Rectángulo 14">
              <a:extLst>
                <a:ext uri="{FF2B5EF4-FFF2-40B4-BE49-F238E27FC236}">
                  <a16:creationId xmlns:a16="http://schemas.microsoft.com/office/drawing/2014/main" id="{B200E0D5-B2B4-A165-88EF-034DA84D28BC}"/>
                </a:ext>
              </a:extLst>
            </p:cNvPr>
            <p:cNvSpPr/>
            <p:nvPr/>
          </p:nvSpPr>
          <p:spPr>
            <a:xfrm>
              <a:off x="9372455" y="-4360"/>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Rito de Conclusión</a:t>
              </a:r>
              <a:endParaRPr lang="es-ES">
                <a:solidFill>
                  <a:schemeClr val="tx1">
                    <a:lumMod val="49000"/>
                    <a:lumOff val="51000"/>
                  </a:schemeClr>
                </a:solidFill>
                <a:ea typeface="Calibri"/>
                <a:cs typeface="Calibri"/>
              </a:endParaRPr>
            </a:p>
          </p:txBody>
        </p:sp>
        <p:sp>
          <p:nvSpPr>
            <p:cNvPr id="16" name="Rectángulo 15">
              <a:extLst>
                <a:ext uri="{FF2B5EF4-FFF2-40B4-BE49-F238E27FC236}">
                  <a16:creationId xmlns:a16="http://schemas.microsoft.com/office/drawing/2014/main" id="{D68C4C43-C565-CAE7-683E-A600358B6EEA}"/>
                </a:ext>
              </a:extLst>
            </p:cNvPr>
            <p:cNvSpPr/>
            <p:nvPr/>
          </p:nvSpPr>
          <p:spPr>
            <a:xfrm>
              <a:off x="1057" y="-4361"/>
              <a:ext cx="3121595" cy="517821"/>
            </a:xfrm>
            <a:prstGeom prst="rect">
              <a:avLst/>
            </a:prstGeom>
            <a:solidFill>
              <a:schemeClr val="accent1"/>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800" b="1">
                  <a:solidFill>
                    <a:schemeClr val="tx1"/>
                  </a:solidFill>
                  <a:ea typeface="Calibri"/>
                  <a:cs typeface="Calibri"/>
                </a:rPr>
                <a:t>Ritos Iniciales</a:t>
              </a:r>
              <a:endParaRPr lang="es-ES" sz="2800">
                <a:solidFill>
                  <a:schemeClr val="tx1"/>
                </a:solidFill>
                <a:ea typeface="Calibri"/>
                <a:cs typeface="Calibri"/>
              </a:endParaRPr>
            </a:p>
          </p:txBody>
        </p:sp>
      </p:grpSp>
    </p:spTree>
    <p:extLst>
      <p:ext uri="{BB962C8B-B14F-4D97-AF65-F5344CB8AC3E}">
        <p14:creationId xmlns:p14="http://schemas.microsoft.com/office/powerpoint/2010/main" val="2592846057"/>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4" name="Imagen 3"/>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3679371" y="196467"/>
            <a:ext cx="8423626" cy="6486385"/>
          </a:xfrm>
          <a:prstGeom prst="rect">
            <a:avLst/>
          </a:prstGeom>
        </p:spPr>
      </p:pic>
      <p:sp>
        <p:nvSpPr>
          <p:cNvPr id="2" name="1 Título"/>
          <p:cNvSpPr>
            <a:spLocks noGrp="1"/>
          </p:cNvSpPr>
          <p:nvPr>
            <p:ph type="title"/>
          </p:nvPr>
        </p:nvSpPr>
        <p:spPr>
          <a:xfrm>
            <a:off x="1225284" y="288074"/>
            <a:ext cx="7024744" cy="1143000"/>
          </a:xfrm>
        </p:spPr>
        <p:txBody>
          <a:bodyPr>
            <a:normAutofit/>
          </a:bodyPr>
          <a:lstStyle/>
          <a:p>
            <a:pPr algn="ctr"/>
            <a:r>
              <a:rPr lang="es-ES" sz="4800">
                <a:cs typeface="Andalus" panose="02020603050405020304" pitchFamily="18" charset="-78"/>
              </a:rPr>
              <a:t>AGUA LÁVAME</a:t>
            </a:r>
          </a:p>
        </p:txBody>
      </p:sp>
      <p:sp>
        <p:nvSpPr>
          <p:cNvPr id="7" name="Marcador de contenido 6">
            <a:extLst>
              <a:ext uri="{FF2B5EF4-FFF2-40B4-BE49-F238E27FC236}">
                <a16:creationId xmlns:a16="http://schemas.microsoft.com/office/drawing/2014/main" id="{E65792C7-A8DF-4083-909E-BC567C9832D9}"/>
              </a:ext>
            </a:extLst>
          </p:cNvPr>
          <p:cNvSpPr>
            <a:spLocks noGrp="1"/>
          </p:cNvSpPr>
          <p:nvPr>
            <p:ph idx="1"/>
          </p:nvPr>
        </p:nvSpPr>
        <p:spPr>
          <a:xfrm>
            <a:off x="2488604" y="1807164"/>
            <a:ext cx="7511472" cy="3825798"/>
          </a:xfrm>
        </p:spPr>
        <p:txBody>
          <a:bodyPr wrap="none" anchor="t" anchorCtr="0">
            <a:noAutofit/>
          </a:bodyPr>
          <a:lstStyle/>
          <a:p>
            <a:pPr marL="0" indent="0">
              <a:buNone/>
            </a:pPr>
            <a:r>
              <a:rPr lang="es-ES" sz="2400" b="1"/>
              <a:t>AGUA LÁVAME, </a:t>
            </a:r>
          </a:p>
          <a:p>
            <a:pPr marL="0" indent="0">
              <a:buNone/>
            </a:pPr>
            <a:r>
              <a:rPr lang="es-ES" sz="2400" b="1"/>
              <a:t>PURIFÍCAME.</a:t>
            </a:r>
          </a:p>
          <a:p>
            <a:pPr marL="0" indent="0">
              <a:buNone/>
            </a:pPr>
            <a:r>
              <a:rPr lang="es-ES" sz="2400" b="1"/>
              <a:t>DAME AGUA, TU ESPÍRITU; </a:t>
            </a:r>
          </a:p>
          <a:p>
            <a:pPr marL="0" indent="0">
              <a:buNone/>
            </a:pPr>
            <a:r>
              <a:rPr lang="es-ES" sz="2400" b="1"/>
              <a:t>AGUA LÁVAME.</a:t>
            </a:r>
            <a:endParaRPr lang="es-ES"/>
          </a:p>
        </p:txBody>
      </p:sp>
    </p:spTree>
    <p:extLst>
      <p:ext uri="{BB962C8B-B14F-4D97-AF65-F5344CB8AC3E}">
        <p14:creationId xmlns:p14="http://schemas.microsoft.com/office/powerpoint/2010/main" val="2412211975"/>
      </p:ext>
    </p:extLst>
  </p:cSld>
  <p:clrMapOvr>
    <a:masterClrMapping/>
  </p:clrMapOvr>
  <mc:AlternateContent xmlns:mc="http://schemas.openxmlformats.org/markup-compatibility/2006" xmlns:p159="http://schemas.microsoft.com/office/powerpoint/2015/09/main">
    <mc:Choice Requires="p159">
      <p:transition xmlns:p14="http://schemas.microsoft.com/office/powerpoint/2010/main" spd="slow" p14:dur="2000">
        <p159:morph option="byObject"/>
      </p:transition>
    </mc:Choice>
    <mc:Fallback xmlns="">
      <p:transition spd="slow">
        <p:fade/>
      </p:transition>
    </mc:Fallback>
  </mc:AlternateContent>
</p:sld>
</file>

<file path=ppt/slides/slide1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76F3A91F-E3B1-E969-9EDC-98A544D52FA4}"/>
            </a:ext>
          </a:extLst>
        </p:cNvPr>
        <p:cNvGrpSpPr/>
        <p:nvPr/>
      </p:nvGrpSpPr>
      <p:grpSpPr>
        <a:xfrm>
          <a:off x="0" y="0"/>
          <a:ext cx="0" cy="0"/>
          <a:chOff x="0" y="0"/>
          <a:chExt cx="0" cy="0"/>
        </a:xfrm>
      </p:grpSpPr>
      <p:sp>
        <p:nvSpPr>
          <p:cNvPr id="2" name="1 Título">
            <a:extLst>
              <a:ext uri="{FF2B5EF4-FFF2-40B4-BE49-F238E27FC236}">
                <a16:creationId xmlns:a16="http://schemas.microsoft.com/office/drawing/2014/main" id="{8DD3706B-AC00-3675-9735-17D6D9C96FD3}"/>
              </a:ext>
            </a:extLst>
          </p:cNvPr>
          <p:cNvSpPr>
            <a:spLocks noGrp="1"/>
          </p:cNvSpPr>
          <p:nvPr>
            <p:ph type="title" idx="4294967295"/>
          </p:nvPr>
        </p:nvSpPr>
        <p:spPr>
          <a:xfrm>
            <a:off x="2819400" y="242888"/>
            <a:ext cx="7848600" cy="1098550"/>
          </a:xfrm>
        </p:spPr>
        <p:txBody>
          <a:bodyPr>
            <a:normAutofit/>
          </a:bodyPr>
          <a:lstStyle/>
          <a:p>
            <a:pPr algn="ctr"/>
            <a:r>
              <a:rPr lang="es-ES" sz="3600"/>
              <a:t>EN MI DEBILIDAD</a:t>
            </a:r>
          </a:p>
        </p:txBody>
      </p:sp>
      <p:sp>
        <p:nvSpPr>
          <p:cNvPr id="3" name="2 Marcador de contenido">
            <a:extLst>
              <a:ext uri="{FF2B5EF4-FFF2-40B4-BE49-F238E27FC236}">
                <a16:creationId xmlns:a16="http://schemas.microsoft.com/office/drawing/2014/main" id="{EA5FF7C6-A689-60BD-AADF-8F60DD09984E}"/>
              </a:ext>
            </a:extLst>
          </p:cNvPr>
          <p:cNvSpPr>
            <a:spLocks noGrp="1"/>
          </p:cNvSpPr>
          <p:nvPr>
            <p:ph idx="4294967295"/>
          </p:nvPr>
        </p:nvSpPr>
        <p:spPr>
          <a:xfrm>
            <a:off x="1524000" y="1341439"/>
            <a:ext cx="4573588" cy="4751387"/>
          </a:xfrm>
        </p:spPr>
        <p:txBody>
          <a:bodyPr>
            <a:noAutofit/>
          </a:bodyPr>
          <a:lstStyle/>
          <a:p>
            <a:pPr marL="0" indent="0">
              <a:buNone/>
            </a:pPr>
            <a:r>
              <a:rPr lang="es-ES" sz="2600" b="1"/>
              <a:t>En mi debilidad, </a:t>
            </a:r>
          </a:p>
          <a:p>
            <a:pPr marL="0" indent="0">
              <a:buNone/>
            </a:pPr>
            <a:r>
              <a:rPr lang="es-ES" sz="2600" b="1"/>
              <a:t>me haces fuerte </a:t>
            </a:r>
          </a:p>
          <a:p>
            <a:pPr marL="0" indent="0">
              <a:buNone/>
            </a:pPr>
            <a:r>
              <a:rPr lang="es-ES" sz="2600" b="1"/>
              <a:t>en mi debilidad, </a:t>
            </a:r>
          </a:p>
          <a:p>
            <a:pPr marL="0" indent="0">
              <a:buNone/>
            </a:pPr>
            <a:r>
              <a:rPr lang="es-ES" sz="2600" b="1"/>
              <a:t>me haces fuerte </a:t>
            </a:r>
          </a:p>
          <a:p>
            <a:pPr marL="0" indent="0">
              <a:buNone/>
            </a:pPr>
            <a:r>
              <a:rPr lang="es-ES" sz="2600" b="1"/>
              <a:t>solo en tu amor, </a:t>
            </a:r>
          </a:p>
          <a:p>
            <a:pPr marL="0" indent="0">
              <a:buNone/>
            </a:pPr>
            <a:r>
              <a:rPr lang="es-ES" sz="2600" b="1"/>
              <a:t>me haces fuerte </a:t>
            </a:r>
          </a:p>
          <a:p>
            <a:pPr marL="0" indent="0">
              <a:buNone/>
            </a:pPr>
            <a:r>
              <a:rPr lang="es-ES" sz="2600" b="1"/>
              <a:t>solo en tu vida </a:t>
            </a:r>
          </a:p>
          <a:p>
            <a:pPr marL="0" indent="0">
              <a:buNone/>
            </a:pPr>
            <a:r>
              <a:rPr lang="es-ES" sz="2600" b="1"/>
              <a:t>me haces fuerte. </a:t>
            </a:r>
          </a:p>
          <a:p>
            <a:pPr marL="0" indent="0">
              <a:buNone/>
            </a:pPr>
            <a:r>
              <a:rPr lang="es-ES" sz="2600" b="1"/>
              <a:t>En mi debilidad, </a:t>
            </a:r>
          </a:p>
          <a:p>
            <a:pPr marL="0" indent="0">
              <a:buNone/>
            </a:pPr>
            <a:r>
              <a:rPr lang="es-ES" sz="2600" b="1"/>
              <a:t>te haces fuerte en mí. </a:t>
            </a:r>
          </a:p>
        </p:txBody>
      </p:sp>
      <p:sp>
        <p:nvSpPr>
          <p:cNvPr id="8" name="CuadroTexto 7">
            <a:extLst>
              <a:ext uri="{FF2B5EF4-FFF2-40B4-BE49-F238E27FC236}">
                <a16:creationId xmlns:a16="http://schemas.microsoft.com/office/drawing/2014/main" id="{AF0BEED6-03D7-A87D-A967-A923BE38EB15}"/>
              </a:ext>
            </a:extLst>
          </p:cNvPr>
          <p:cNvSpPr txBox="1"/>
          <p:nvPr/>
        </p:nvSpPr>
        <p:spPr>
          <a:xfrm rot="16200000">
            <a:off x="344121" y="1528868"/>
            <a:ext cx="3203675" cy="523220"/>
          </a:xfrm>
          <a:prstGeom prst="rect">
            <a:avLst/>
          </a:prstGeom>
          <a:noFill/>
        </p:spPr>
        <p:txBody>
          <a:bodyPr vert="horz" wrap="square" rtlCol="0">
            <a:spAutoFit/>
          </a:bodyPr>
          <a:lstStyle/>
          <a:p>
            <a:endParaRPr lang="es-ES" sz="2800" b="1" i="1">
              <a:ln w="10160">
                <a:solidFill>
                  <a:srgbClr val="C00000"/>
                </a:solidFill>
                <a:prstDash val="solid"/>
              </a:ln>
              <a:solidFill>
                <a:srgbClr val="FF0000"/>
              </a:solidFill>
              <a:effectLst>
                <a:outerShdw blurRad="38100" dist="38100" dir="2700000" algn="tl">
                  <a:srgbClr val="000000">
                    <a:alpha val="43137"/>
                  </a:srgbClr>
                </a:outerShdw>
              </a:effectLst>
              <a:latin typeface="Calibri" panose="020F0502020204030204" pitchFamily="34" charset="0"/>
              <a:ea typeface="Open Sans Extrabold" panose="020B0906030804020204" pitchFamily="34" charset="0"/>
              <a:cs typeface="Calibri" panose="020F0502020204030204" pitchFamily="34" charset="0"/>
            </a:endParaRPr>
          </a:p>
        </p:txBody>
      </p:sp>
      <p:pic>
        <p:nvPicPr>
          <p:cNvPr id="10" name="Imagen 9" descr="Imagen que contiene Diagrama&#10;&#10;Descripción generada automáticamente">
            <a:extLst>
              <a:ext uri="{FF2B5EF4-FFF2-40B4-BE49-F238E27FC236}">
                <a16:creationId xmlns:a16="http://schemas.microsoft.com/office/drawing/2014/main" id="{AE3FA1DC-5691-CC99-AC3C-18BE2971287C}"/>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096001" y="1485900"/>
            <a:ext cx="3960439" cy="4957763"/>
          </a:xfrm>
          <a:prstGeom prst="rect">
            <a:avLst/>
          </a:prstGeom>
        </p:spPr>
      </p:pic>
    </p:spTree>
    <p:extLst>
      <p:ext uri="{BB962C8B-B14F-4D97-AF65-F5344CB8AC3E}">
        <p14:creationId xmlns:p14="http://schemas.microsoft.com/office/powerpoint/2010/main" val="883028630"/>
      </p:ext>
    </p:extLst>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sld>
</file>

<file path=ppt/slides/slide14.xml><?xml version="1.0" encoding="utf-8"?>
<p:sld xmlns:a="http://schemas.openxmlformats.org/drawingml/2006/main" xmlns:r="http://schemas.openxmlformats.org/officeDocument/2006/relationships" xmlns:p="http://schemas.openxmlformats.org/presentationml/2006/main" show="0">
  <p:cSld>
    <p:spTree>
      <p:nvGrpSpPr>
        <p:cNvPr id="1" name="Shape 145"/>
        <p:cNvGrpSpPr/>
        <p:nvPr/>
      </p:nvGrpSpPr>
      <p:grpSpPr>
        <a:xfrm>
          <a:off x="0" y="0"/>
          <a:ext cx="0" cy="0"/>
          <a:chOff x="0" y="0"/>
          <a:chExt cx="0" cy="0"/>
        </a:xfrm>
      </p:grpSpPr>
      <p:sp>
        <p:nvSpPr>
          <p:cNvPr id="146" name="Google Shape;146;p8"/>
          <p:cNvSpPr txBox="1">
            <a:spLocks noGrp="1"/>
          </p:cNvSpPr>
          <p:nvPr>
            <p:ph type="title"/>
          </p:nvPr>
        </p:nvSpPr>
        <p:spPr>
          <a:xfrm>
            <a:off x="2747141" y="143293"/>
            <a:ext cx="6589199" cy="1280890"/>
          </a:xfrm>
          <a:prstGeom prst="rect">
            <a:avLst/>
          </a:prstGeom>
          <a:noFill/>
          <a:ln>
            <a:noFill/>
          </a:ln>
        </p:spPr>
        <p:txBody>
          <a:bodyPr spcFirstLastPara="1" vert="horz" wrap="square" lIns="91425" tIns="45700" rIns="91425" bIns="45700" rtlCol="0" anchor="ctr" anchorCtr="0">
            <a:normAutofit/>
          </a:bodyPr>
          <a:lstStyle/>
          <a:p>
            <a:pPr algn="ctr">
              <a:spcBef>
                <a:spcPts val="0"/>
              </a:spcBef>
              <a:buClr>
                <a:schemeClr val="lt1"/>
              </a:buClr>
              <a:buSzPts val="4000"/>
            </a:pPr>
            <a:r>
              <a:rPr lang="es-ES" sz="4000"/>
              <a:t>Necesito de Ti</a:t>
            </a:r>
            <a:endParaRPr/>
          </a:p>
        </p:txBody>
      </p:sp>
      <p:sp>
        <p:nvSpPr>
          <p:cNvPr id="147" name="Google Shape;147;p8"/>
          <p:cNvSpPr txBox="1">
            <a:spLocks noGrp="1"/>
          </p:cNvSpPr>
          <p:nvPr>
            <p:ph type="body" idx="1"/>
          </p:nvPr>
        </p:nvSpPr>
        <p:spPr>
          <a:xfrm>
            <a:off x="2063552" y="1196752"/>
            <a:ext cx="8352928" cy="5301208"/>
          </a:xfrm>
          <a:prstGeom prst="rect">
            <a:avLst/>
          </a:prstGeom>
          <a:noFill/>
          <a:ln>
            <a:noFill/>
          </a:ln>
        </p:spPr>
        <p:txBody>
          <a:bodyPr spcFirstLastPara="1" vert="horz" wrap="square" lIns="91425" tIns="45700" rIns="91425" bIns="45700" rtlCol="0" anchor="t" anchorCtr="0">
            <a:normAutofit/>
          </a:bodyPr>
          <a:lstStyle/>
          <a:p>
            <a:pPr marL="171450" indent="-171450">
              <a:spcBef>
                <a:spcPts val="0"/>
              </a:spcBef>
              <a:buClr>
                <a:schemeClr val="lt1"/>
              </a:buClr>
              <a:buSzPts val="2100"/>
              <a:buNone/>
            </a:pPr>
            <a:r>
              <a:rPr lang="es-ES"/>
              <a:t>Tú, eternamente conmigo y yo</a:t>
            </a:r>
            <a:endParaRPr/>
          </a:p>
          <a:p>
            <a:pPr marL="171450" indent="-171450">
              <a:spcBef>
                <a:spcPts val="750"/>
              </a:spcBef>
              <a:buClr>
                <a:schemeClr val="lt1"/>
              </a:buClr>
              <a:buSzPts val="2100"/>
              <a:buNone/>
            </a:pPr>
            <a:r>
              <a:rPr lang="es-ES"/>
              <a:t>Mientras digo que te quiero</a:t>
            </a:r>
            <a:endParaRPr/>
          </a:p>
          <a:p>
            <a:pPr marL="171450" indent="-171450">
              <a:spcBef>
                <a:spcPts val="750"/>
              </a:spcBef>
              <a:buClr>
                <a:schemeClr val="lt1"/>
              </a:buClr>
              <a:buSzPts val="2100"/>
              <a:buNone/>
            </a:pPr>
            <a:r>
              <a:rPr lang="es-ES"/>
              <a:t>En mi soledad te niego.</a:t>
            </a:r>
            <a:endParaRPr/>
          </a:p>
          <a:p>
            <a:pPr marL="171450" indent="-171450">
              <a:spcBef>
                <a:spcPts val="750"/>
              </a:spcBef>
              <a:buClr>
                <a:schemeClr val="lt1"/>
              </a:buClr>
              <a:buSzPts val="2100"/>
              <a:buNone/>
            </a:pPr>
            <a:endParaRPr/>
          </a:p>
          <a:p>
            <a:pPr marL="171450" indent="-171450">
              <a:spcBef>
                <a:spcPts val="750"/>
              </a:spcBef>
              <a:buClr>
                <a:schemeClr val="lt1"/>
              </a:buClr>
              <a:buSzPts val="2100"/>
              <a:buNone/>
            </a:pPr>
            <a:r>
              <a:rPr lang="es-ES"/>
              <a:t>Hoy, comienza un nuevo principio</a:t>
            </a:r>
            <a:endParaRPr/>
          </a:p>
          <a:p>
            <a:pPr marL="171450" indent="-171450">
              <a:spcBef>
                <a:spcPts val="750"/>
              </a:spcBef>
              <a:buClr>
                <a:schemeClr val="lt1"/>
              </a:buClr>
              <a:buSzPts val="2100"/>
              <a:buNone/>
            </a:pPr>
            <a:r>
              <a:rPr lang="es-ES"/>
              <a:t>Y en el sol que me alimenta</a:t>
            </a:r>
            <a:endParaRPr/>
          </a:p>
          <a:p>
            <a:pPr marL="171450" indent="-171450">
              <a:spcBef>
                <a:spcPts val="750"/>
              </a:spcBef>
              <a:buClr>
                <a:schemeClr val="lt1"/>
              </a:buClr>
              <a:buSzPts val="2100"/>
              <a:buNone/>
            </a:pPr>
            <a:r>
              <a:rPr lang="es-ES"/>
              <a:t>Siento tu aliento.</a:t>
            </a:r>
            <a:endParaRPr/>
          </a:p>
          <a:p>
            <a:pPr marL="171450" indent="-171450">
              <a:spcBef>
                <a:spcPts val="750"/>
              </a:spcBef>
              <a:buClr>
                <a:schemeClr val="lt1"/>
              </a:buClr>
              <a:buSzPts val="2100"/>
              <a:buNone/>
            </a:pPr>
            <a:endParaRPr/>
          </a:p>
          <a:p>
            <a:pPr marL="171450" indent="-171450">
              <a:spcBef>
                <a:spcPts val="750"/>
              </a:spcBef>
              <a:buClr>
                <a:schemeClr val="lt1"/>
              </a:buClr>
              <a:buSzPts val="2100"/>
              <a:buNone/>
            </a:pPr>
            <a:r>
              <a:rPr lang="es-ES"/>
              <a:t>No puedo volver a caer</a:t>
            </a:r>
            <a:endParaRPr/>
          </a:p>
          <a:p>
            <a:pPr marL="171450" indent="-171450">
              <a:spcBef>
                <a:spcPts val="750"/>
              </a:spcBef>
              <a:buClr>
                <a:schemeClr val="lt1"/>
              </a:buClr>
              <a:buSzPts val="2100"/>
              <a:buNone/>
            </a:pPr>
            <a:r>
              <a:rPr lang="es-ES"/>
              <a:t>Tal vez mañana caeré. Necesito de Ti.</a:t>
            </a:r>
            <a:endParaRPr/>
          </a:p>
          <a:p>
            <a:pPr marL="171450" indent="-171450">
              <a:spcBef>
                <a:spcPts val="750"/>
              </a:spcBef>
              <a:buClr>
                <a:schemeClr val="lt1"/>
              </a:buClr>
              <a:buSzPts val="2100"/>
              <a:buNone/>
            </a:pPr>
            <a:endParaRPr/>
          </a:p>
          <a:p>
            <a:pPr marL="171450" indent="-171450">
              <a:spcBef>
                <a:spcPts val="750"/>
              </a:spcBef>
              <a:buClr>
                <a:schemeClr val="lt1"/>
              </a:buClr>
              <a:buSzPts val="2100"/>
              <a:buNone/>
            </a:pPr>
            <a:endParaRPr/>
          </a:p>
          <a:p>
            <a:pPr marL="171450" indent="-171450">
              <a:spcBef>
                <a:spcPts val="750"/>
              </a:spcBef>
              <a:buClr>
                <a:schemeClr val="lt1"/>
              </a:buClr>
              <a:buSzPts val="2100"/>
              <a:buNone/>
            </a:pPr>
            <a:endParaRPr/>
          </a:p>
        </p:txBody>
      </p:sp>
      <p:pic>
        <p:nvPicPr>
          <p:cNvPr id="149" name="Google Shape;149;p8" descr="Resultado de imagen de fano necesito"/>
          <p:cNvPicPr preferRelativeResize="0"/>
          <p:nvPr/>
        </p:nvPicPr>
        <p:blipFill rotWithShape="1">
          <a:blip r:embed="rId3">
            <a:alphaModFix/>
          </a:blip>
          <a:srcRect/>
          <a:stretch/>
        </p:blipFill>
        <p:spPr>
          <a:xfrm>
            <a:off x="7262251" y="1122813"/>
            <a:ext cx="4365215" cy="5591894"/>
          </a:xfrm>
          <a:prstGeom prst="rect">
            <a:avLst/>
          </a:prstGeom>
          <a:noFill/>
          <a:ln>
            <a:noFill/>
          </a:ln>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3D7976F7-AE5B-0AA9-53DE-2FD267FBF725}"/>
            </a:ext>
          </a:extLst>
        </p:cNvPr>
        <p:cNvGrpSpPr/>
        <p:nvPr/>
      </p:nvGrpSpPr>
      <p:grpSpPr>
        <a:xfrm>
          <a:off x="0" y="0"/>
          <a:ext cx="0" cy="0"/>
          <a:chOff x="0" y="0"/>
          <a:chExt cx="0" cy="0"/>
        </a:xfrm>
      </p:grpSpPr>
      <p:sp>
        <p:nvSpPr>
          <p:cNvPr id="2" name="1 Título">
            <a:extLst>
              <a:ext uri="{FF2B5EF4-FFF2-40B4-BE49-F238E27FC236}">
                <a16:creationId xmlns:a16="http://schemas.microsoft.com/office/drawing/2014/main" id="{9838099A-AD44-05EE-75A5-7E4F4AE25E1A}"/>
              </a:ext>
            </a:extLst>
          </p:cNvPr>
          <p:cNvSpPr>
            <a:spLocks noGrp="1"/>
          </p:cNvSpPr>
          <p:nvPr>
            <p:ph type="title" idx="4294967295"/>
          </p:nvPr>
        </p:nvSpPr>
        <p:spPr>
          <a:xfrm>
            <a:off x="2819400" y="397217"/>
            <a:ext cx="7848600" cy="1098550"/>
          </a:xfrm>
        </p:spPr>
        <p:txBody>
          <a:bodyPr>
            <a:normAutofit/>
          </a:bodyPr>
          <a:lstStyle/>
          <a:p>
            <a:pPr algn="ctr"/>
            <a:r>
              <a:rPr lang="es-ES" sz="6000" b="1"/>
              <a:t>Perdónanos, Señor</a:t>
            </a:r>
          </a:p>
        </p:txBody>
      </p:sp>
      <p:sp>
        <p:nvSpPr>
          <p:cNvPr id="3" name="2 Marcador de contenido">
            <a:extLst>
              <a:ext uri="{FF2B5EF4-FFF2-40B4-BE49-F238E27FC236}">
                <a16:creationId xmlns:a16="http://schemas.microsoft.com/office/drawing/2014/main" id="{12F52BB3-6936-BFF1-CCE6-DD4105DC02C9}"/>
              </a:ext>
            </a:extLst>
          </p:cNvPr>
          <p:cNvSpPr>
            <a:spLocks noGrp="1"/>
          </p:cNvSpPr>
          <p:nvPr>
            <p:ph idx="4294967295"/>
          </p:nvPr>
        </p:nvSpPr>
        <p:spPr>
          <a:xfrm>
            <a:off x="483974" y="1588444"/>
            <a:ext cx="7065532" cy="4761684"/>
          </a:xfrm>
        </p:spPr>
        <p:txBody>
          <a:bodyPr vert="horz" lIns="91440" tIns="45720" rIns="91440" bIns="45720" rtlCol="0" anchor="t">
            <a:noAutofit/>
          </a:bodyPr>
          <a:lstStyle/>
          <a:p>
            <a:pPr marL="0" indent="0">
              <a:buNone/>
            </a:pPr>
            <a:r>
              <a:rPr lang="es-ES" sz="4000"/>
              <a:t>Perdónanos, Señor, perdónanos,</a:t>
            </a:r>
            <a:endParaRPr lang="es-ES"/>
          </a:p>
          <a:p>
            <a:pPr marL="0" indent="0">
              <a:buNone/>
            </a:pPr>
            <a:r>
              <a:rPr lang="es-ES" sz="4000"/>
              <a:t> siendo Tú marginado</a:t>
            </a:r>
            <a:endParaRPr lang="es-ES">
              <a:ea typeface="Calibri" panose="020F0502020204030204"/>
              <a:cs typeface="Calibri" panose="020F0502020204030204"/>
            </a:endParaRPr>
          </a:p>
          <a:p>
            <a:pPr marL="0" indent="0">
              <a:buNone/>
            </a:pPr>
            <a:r>
              <a:rPr lang="es-ES" sz="4000"/>
              <a:t> se nos olvidó. </a:t>
            </a:r>
            <a:endParaRPr lang="es-ES" sz="4000">
              <a:ea typeface="Calibri"/>
              <a:cs typeface="Calibri"/>
            </a:endParaRPr>
          </a:p>
          <a:p>
            <a:pPr marL="0" indent="0">
              <a:buNone/>
            </a:pPr>
            <a:r>
              <a:rPr lang="es-ES" sz="4000"/>
              <a:t>Por las veces que te olvidamos</a:t>
            </a:r>
            <a:endParaRPr lang="es-ES" sz="4000">
              <a:ea typeface="Calibri"/>
              <a:cs typeface="Calibri"/>
            </a:endParaRPr>
          </a:p>
          <a:p>
            <a:pPr marL="0" indent="0">
              <a:buNone/>
            </a:pPr>
            <a:r>
              <a:rPr lang="es-ES" sz="4000"/>
              <a:t> en cada hermano. </a:t>
            </a:r>
            <a:endParaRPr lang="es-ES" sz="4000">
              <a:ea typeface="Calibri"/>
              <a:cs typeface="Calibri"/>
            </a:endParaRPr>
          </a:p>
          <a:p>
            <a:pPr marL="0" indent="0">
              <a:buNone/>
            </a:pPr>
            <a:r>
              <a:rPr lang="es-ES" sz="4000"/>
              <a:t>Perdónanos, Señor, perdónanos.</a:t>
            </a:r>
            <a:endParaRPr lang="es-ES" sz="4000">
              <a:ea typeface="Calibri"/>
              <a:cs typeface="Calibri"/>
            </a:endParaRPr>
          </a:p>
        </p:txBody>
      </p:sp>
      <p:pic>
        <p:nvPicPr>
          <p:cNvPr id="10" name="Imagen 9" descr="Imagen que contiene Diagrama&#10;&#10;Descripción generada automáticamente">
            <a:extLst>
              <a:ext uri="{FF2B5EF4-FFF2-40B4-BE49-F238E27FC236}">
                <a16:creationId xmlns:a16="http://schemas.microsoft.com/office/drawing/2014/main" id="{4C37AE6A-9A41-640A-25E6-68D44BDFA544}"/>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692082" y="1485770"/>
            <a:ext cx="3960439" cy="4957763"/>
          </a:xfrm>
          <a:prstGeom prst="rect">
            <a:avLst/>
          </a:prstGeom>
        </p:spPr>
      </p:pic>
      <p:grpSp>
        <p:nvGrpSpPr>
          <p:cNvPr id="9" name="Grupo 8">
            <a:extLst>
              <a:ext uri="{FF2B5EF4-FFF2-40B4-BE49-F238E27FC236}">
                <a16:creationId xmlns:a16="http://schemas.microsoft.com/office/drawing/2014/main" id="{101508AC-061C-FF2E-BD2F-17403257F3CB}"/>
              </a:ext>
            </a:extLst>
          </p:cNvPr>
          <p:cNvGrpSpPr/>
          <p:nvPr/>
        </p:nvGrpSpPr>
        <p:grpSpPr>
          <a:xfrm>
            <a:off x="1057" y="-4361"/>
            <a:ext cx="12190282" cy="517821"/>
            <a:chOff x="1057" y="-4361"/>
            <a:chExt cx="12503431" cy="517821"/>
          </a:xfrm>
        </p:grpSpPr>
        <p:sp>
          <p:nvSpPr>
            <p:cNvPr id="5" name="Rectángulo 4">
              <a:extLst>
                <a:ext uri="{FF2B5EF4-FFF2-40B4-BE49-F238E27FC236}">
                  <a16:creationId xmlns:a16="http://schemas.microsoft.com/office/drawing/2014/main" id="{99182F3A-D2A2-72A2-8222-F3EB699205BC}"/>
                </a:ext>
              </a:extLst>
            </p:cNvPr>
            <p:cNvSpPr/>
            <p:nvPr/>
          </p:nvSpPr>
          <p:spPr>
            <a:xfrm>
              <a:off x="3122126" y="-4360"/>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Liturgia de la Palabra</a:t>
              </a:r>
              <a:endParaRPr lang="es-ES" sz="2400">
                <a:solidFill>
                  <a:schemeClr val="tx1">
                    <a:lumMod val="49000"/>
                    <a:lumOff val="51000"/>
                  </a:schemeClr>
                </a:solidFill>
                <a:ea typeface="Calibri"/>
                <a:cs typeface="Calibri"/>
              </a:endParaRPr>
            </a:p>
          </p:txBody>
        </p:sp>
        <p:sp>
          <p:nvSpPr>
            <p:cNvPr id="6" name="Rectángulo 5">
              <a:extLst>
                <a:ext uri="{FF2B5EF4-FFF2-40B4-BE49-F238E27FC236}">
                  <a16:creationId xmlns:a16="http://schemas.microsoft.com/office/drawing/2014/main" id="{F59822CA-866B-7273-B00D-3FC10B5BADBD}"/>
                </a:ext>
              </a:extLst>
            </p:cNvPr>
            <p:cNvSpPr/>
            <p:nvPr/>
          </p:nvSpPr>
          <p:spPr>
            <a:xfrm>
              <a:off x="6247290" y="-4361"/>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Liturgia Eucarística</a:t>
              </a:r>
              <a:endParaRPr lang="es-ES" sz="2400">
                <a:solidFill>
                  <a:schemeClr val="tx1">
                    <a:lumMod val="49000"/>
                    <a:lumOff val="51000"/>
                  </a:schemeClr>
                </a:solidFill>
                <a:ea typeface="Calibri"/>
                <a:cs typeface="Calibri"/>
              </a:endParaRPr>
            </a:p>
          </p:txBody>
        </p:sp>
        <p:sp>
          <p:nvSpPr>
            <p:cNvPr id="7" name="Rectángulo 6">
              <a:extLst>
                <a:ext uri="{FF2B5EF4-FFF2-40B4-BE49-F238E27FC236}">
                  <a16:creationId xmlns:a16="http://schemas.microsoft.com/office/drawing/2014/main" id="{9E38BE03-1948-84C9-4D2F-F263A8120776}"/>
                </a:ext>
              </a:extLst>
            </p:cNvPr>
            <p:cNvSpPr/>
            <p:nvPr/>
          </p:nvSpPr>
          <p:spPr>
            <a:xfrm>
              <a:off x="9372455" y="-4360"/>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Rito de Conclusión</a:t>
              </a:r>
              <a:endParaRPr lang="es-ES">
                <a:solidFill>
                  <a:schemeClr val="tx1">
                    <a:lumMod val="49000"/>
                    <a:lumOff val="51000"/>
                  </a:schemeClr>
                </a:solidFill>
                <a:ea typeface="Calibri"/>
                <a:cs typeface="Calibri"/>
              </a:endParaRPr>
            </a:p>
          </p:txBody>
        </p:sp>
        <p:sp>
          <p:nvSpPr>
            <p:cNvPr id="8" name="Rectángulo 7">
              <a:extLst>
                <a:ext uri="{FF2B5EF4-FFF2-40B4-BE49-F238E27FC236}">
                  <a16:creationId xmlns:a16="http://schemas.microsoft.com/office/drawing/2014/main" id="{A6D450B2-12DA-906E-4859-3192505F50E0}"/>
                </a:ext>
              </a:extLst>
            </p:cNvPr>
            <p:cNvSpPr/>
            <p:nvPr/>
          </p:nvSpPr>
          <p:spPr>
            <a:xfrm>
              <a:off x="1057" y="-4361"/>
              <a:ext cx="3121595" cy="517821"/>
            </a:xfrm>
            <a:prstGeom prst="rect">
              <a:avLst/>
            </a:prstGeom>
            <a:solidFill>
              <a:schemeClr val="accent1"/>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800" b="1">
                  <a:solidFill>
                    <a:schemeClr val="tx1"/>
                  </a:solidFill>
                  <a:ea typeface="Calibri"/>
                  <a:cs typeface="Calibri"/>
                </a:rPr>
                <a:t>Ritos Iniciales</a:t>
              </a:r>
              <a:endParaRPr lang="es-ES" sz="2800">
                <a:solidFill>
                  <a:schemeClr val="tx1"/>
                </a:solidFill>
                <a:ea typeface="Calibri"/>
                <a:cs typeface="Calibri"/>
              </a:endParaRPr>
            </a:p>
          </p:txBody>
        </p:sp>
      </p:grpSp>
    </p:spTree>
    <p:extLst>
      <p:ext uri="{BB962C8B-B14F-4D97-AF65-F5344CB8AC3E}">
        <p14:creationId xmlns:p14="http://schemas.microsoft.com/office/powerpoint/2010/main" val="2885445148"/>
      </p:ext>
    </p:extLst>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sld>
</file>

<file path=ppt/slides/slide1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994DF7E0-817C-1EF4-2DDB-F753BAB722C1}"/>
            </a:ext>
          </a:extLst>
        </p:cNvPr>
        <p:cNvGrpSpPr/>
        <p:nvPr/>
      </p:nvGrpSpPr>
      <p:grpSpPr>
        <a:xfrm>
          <a:off x="0" y="0"/>
          <a:ext cx="0" cy="0"/>
          <a:chOff x="0" y="0"/>
          <a:chExt cx="0" cy="0"/>
        </a:xfrm>
      </p:grpSpPr>
      <p:pic>
        <p:nvPicPr>
          <p:cNvPr id="9" name="Imagen 8" descr="Imagen de la pantalla de un video juego&#10;&#10;Descripción generada automáticamente con confianza media">
            <a:extLst>
              <a:ext uri="{FF2B5EF4-FFF2-40B4-BE49-F238E27FC236}">
                <a16:creationId xmlns:a16="http://schemas.microsoft.com/office/drawing/2014/main" id="{099F0B3A-F8C1-F3D9-F4F1-35514064589B}"/>
              </a:ext>
            </a:extLst>
          </p:cNvPr>
          <p:cNvPicPr>
            <a:picLocks noChangeAspect="1"/>
          </p:cNvPicPr>
          <p:nvPr/>
        </p:nvPicPr>
        <p:blipFill rotWithShape="1">
          <a:blip r:embed="rId2"/>
          <a:srcRect l="26283" t="-1" r="26846" b="3309"/>
          <a:stretch/>
        </p:blipFill>
        <p:spPr>
          <a:xfrm>
            <a:off x="5012891" y="0"/>
            <a:ext cx="8634855" cy="6858000"/>
          </a:xfrm>
          <a:prstGeom prst="rect">
            <a:avLst/>
          </a:prstGeom>
        </p:spPr>
      </p:pic>
      <p:sp>
        <p:nvSpPr>
          <p:cNvPr id="12" name="Llamada de nube 11">
            <a:extLst>
              <a:ext uri="{FF2B5EF4-FFF2-40B4-BE49-F238E27FC236}">
                <a16:creationId xmlns:a16="http://schemas.microsoft.com/office/drawing/2014/main" id="{B657D240-A8D7-9A9D-1DC7-6021A383FE23}"/>
              </a:ext>
            </a:extLst>
          </p:cNvPr>
          <p:cNvSpPr/>
          <p:nvPr/>
        </p:nvSpPr>
        <p:spPr>
          <a:xfrm>
            <a:off x="3088371" y="0"/>
            <a:ext cx="3423754" cy="6858000"/>
          </a:xfrm>
          <a:prstGeom prst="cloudCallou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3" name="Imagen 2" descr="Un dibujo de un perro&#10;&#10;Descripción generada automáticamente con confianza media">
            <a:extLst>
              <a:ext uri="{FF2B5EF4-FFF2-40B4-BE49-F238E27FC236}">
                <a16:creationId xmlns:a16="http://schemas.microsoft.com/office/drawing/2014/main" id="{F8E40F40-0202-D497-7C9D-0079932469E5}"/>
              </a:ext>
            </a:extLst>
          </p:cNvPr>
          <p:cNvPicPr>
            <a:picLocks noChangeAspect="1"/>
          </p:cNvPicPr>
          <p:nvPr/>
        </p:nvPicPr>
        <p:blipFill>
          <a:blip r:embed="rId3">
            <a:clrChange>
              <a:clrFrom>
                <a:srgbClr val="FFFFFF"/>
              </a:clrFrom>
              <a:clrTo>
                <a:srgbClr val="FFFFFF">
                  <a:alpha val="0"/>
                </a:srgbClr>
              </a:clrTo>
            </a:clrChange>
          </a:blip>
          <a:stretch>
            <a:fillRect/>
          </a:stretch>
        </p:blipFill>
        <p:spPr>
          <a:xfrm>
            <a:off x="3089" y="2037939"/>
            <a:ext cx="6232014" cy="2782120"/>
          </a:xfrm>
          <a:prstGeom prst="rect">
            <a:avLst/>
          </a:prstGeom>
        </p:spPr>
      </p:pic>
      <p:pic>
        <p:nvPicPr>
          <p:cNvPr id="2" name="Imagen 1" descr="Imagen que contiene Escala de tiempo&#10;&#10;El contenido generado por IA puede ser incorrecto.">
            <a:extLst>
              <a:ext uri="{FF2B5EF4-FFF2-40B4-BE49-F238E27FC236}">
                <a16:creationId xmlns:a16="http://schemas.microsoft.com/office/drawing/2014/main" id="{9297C044-8B8D-16B5-176C-79FFBCB22D08}"/>
              </a:ext>
            </a:extLst>
          </p:cNvPr>
          <p:cNvPicPr>
            <a:picLocks noChangeAspect="1"/>
          </p:cNvPicPr>
          <p:nvPr/>
        </p:nvPicPr>
        <p:blipFill>
          <a:blip r:embed="rId4"/>
          <a:stretch>
            <a:fillRect/>
          </a:stretch>
        </p:blipFill>
        <p:spPr>
          <a:xfrm>
            <a:off x="169297" y="214928"/>
            <a:ext cx="1541821" cy="1487436"/>
          </a:xfrm>
          <a:prstGeom prst="rect">
            <a:avLst/>
          </a:prstGeom>
        </p:spPr>
      </p:pic>
    </p:spTree>
    <p:extLst>
      <p:ext uri="{BB962C8B-B14F-4D97-AF65-F5344CB8AC3E}">
        <p14:creationId xmlns:p14="http://schemas.microsoft.com/office/powerpoint/2010/main" val="2281955490"/>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55ECF8B-0FE8-049D-2874-88DA0AFE7B79}"/>
              </a:ext>
            </a:extLst>
          </p:cNvPr>
          <p:cNvSpPr>
            <a:spLocks noGrp="1"/>
          </p:cNvSpPr>
          <p:nvPr>
            <p:ph type="title"/>
          </p:nvPr>
        </p:nvSpPr>
        <p:spPr/>
        <p:txBody>
          <a:bodyPr/>
          <a:lstStyle/>
          <a:p>
            <a:r>
              <a:rPr lang="es-ES" b="1"/>
              <a:t>Alabo tu bondad</a:t>
            </a:r>
          </a:p>
        </p:txBody>
      </p:sp>
      <p:sp>
        <p:nvSpPr>
          <p:cNvPr id="3" name="Marcador de contenido 2">
            <a:extLst>
              <a:ext uri="{FF2B5EF4-FFF2-40B4-BE49-F238E27FC236}">
                <a16:creationId xmlns:a16="http://schemas.microsoft.com/office/drawing/2014/main" id="{479554A7-C629-7706-D842-BD57C5F42753}"/>
              </a:ext>
            </a:extLst>
          </p:cNvPr>
          <p:cNvSpPr>
            <a:spLocks noGrp="1"/>
          </p:cNvSpPr>
          <p:nvPr>
            <p:ph idx="1"/>
          </p:nvPr>
        </p:nvSpPr>
        <p:spPr>
          <a:xfrm>
            <a:off x="838200" y="1513114"/>
            <a:ext cx="6705600" cy="5268685"/>
          </a:xfrm>
        </p:spPr>
        <p:txBody>
          <a:bodyPr>
            <a:normAutofit fontScale="70000" lnSpcReduction="20000"/>
          </a:bodyPr>
          <a:lstStyle/>
          <a:p>
            <a:pPr marL="0" indent="0">
              <a:buNone/>
            </a:pPr>
            <a:r>
              <a:rPr lang="es-ES"/>
              <a:t>Todo mi ser canta hoy</a:t>
            </a:r>
          </a:p>
          <a:p>
            <a:pPr marL="0" indent="0">
              <a:buNone/>
            </a:pPr>
            <a:r>
              <a:rPr lang="es-ES"/>
              <a:t>por las cosas que hay en mí.</a:t>
            </a:r>
          </a:p>
          <a:p>
            <a:pPr marL="0" indent="0">
              <a:buNone/>
            </a:pPr>
            <a:r>
              <a:rPr lang="es-ES"/>
              <a:t>Gracias te doy mi Señor,</a:t>
            </a:r>
          </a:p>
          <a:p>
            <a:pPr marL="0" indent="0">
              <a:buNone/>
            </a:pPr>
            <a:r>
              <a:rPr lang="es-ES"/>
              <a:t>Tú me haces tan feliz.</a:t>
            </a:r>
          </a:p>
          <a:p>
            <a:pPr marL="0" indent="0">
              <a:buNone/>
            </a:pPr>
            <a:r>
              <a:rPr lang="es-ES"/>
              <a:t>Tú me has regalado tu amistad,</a:t>
            </a:r>
          </a:p>
          <a:p>
            <a:pPr marL="0" indent="0">
              <a:buNone/>
            </a:pPr>
            <a:r>
              <a:rPr lang="es-ES"/>
              <a:t>confío en ti, me llenas de tu paz.</a:t>
            </a:r>
          </a:p>
          <a:p>
            <a:pPr marL="0" indent="0">
              <a:buNone/>
            </a:pPr>
            <a:r>
              <a:rPr lang="es-ES"/>
              <a:t>Tú me haces sentir tu gran bondad,</a:t>
            </a:r>
          </a:p>
          <a:p>
            <a:pPr marL="0" indent="0">
              <a:buNone/>
            </a:pPr>
            <a:r>
              <a:rPr lang="es-ES"/>
              <a:t>yo cantaré por siempre tu fidelidad.</a:t>
            </a:r>
          </a:p>
          <a:p>
            <a:pPr marL="0" indent="0">
              <a:buNone/>
            </a:pPr>
            <a:endParaRPr lang="es-ES"/>
          </a:p>
          <a:p>
            <a:pPr marL="0" indent="0">
              <a:buNone/>
            </a:pPr>
            <a:r>
              <a:rPr lang="es-ES" b="1"/>
              <a:t>GLORIA A TI, SEÑOR POR TU BONDAD.</a:t>
            </a:r>
          </a:p>
          <a:p>
            <a:pPr marL="0" indent="0">
              <a:buNone/>
            </a:pPr>
            <a:r>
              <a:rPr lang="es-ES" b="1"/>
              <a:t>GLORIA, GLORIA,</a:t>
            </a:r>
          </a:p>
          <a:p>
            <a:pPr marL="0" indent="0">
              <a:buNone/>
            </a:pPr>
            <a:r>
              <a:rPr lang="es-ES" b="1"/>
              <a:t>SIEMPRE CANTARÉ TU FIDELIDAD.</a:t>
            </a:r>
          </a:p>
          <a:p>
            <a:pPr marL="0" indent="0">
              <a:buNone/>
            </a:pPr>
            <a:r>
              <a:rPr lang="es-ES" b="1"/>
              <a:t>GLORIA A TI, SEÑOR POR TU BONDAD.</a:t>
            </a:r>
          </a:p>
          <a:p>
            <a:pPr marL="0" indent="0">
              <a:buNone/>
            </a:pPr>
            <a:r>
              <a:rPr lang="es-ES" b="1"/>
              <a:t>GLORIA, GLORIA,</a:t>
            </a:r>
          </a:p>
          <a:p>
            <a:pPr marL="0" indent="0">
              <a:buNone/>
            </a:pPr>
            <a:r>
              <a:rPr lang="es-ES" b="1"/>
              <a:t>SIEMPRE CANTARÉ TU FIDELIDAD.</a:t>
            </a:r>
          </a:p>
          <a:p>
            <a:endParaRPr lang="es-ES"/>
          </a:p>
        </p:txBody>
      </p:sp>
      <p:pic>
        <p:nvPicPr>
          <p:cNvPr id="216" name="Google Shape;216;p17" descr="http://delamanodemaria.com/wp-content/uploads/2013/10/GRACIAS-PADRE.jpg"/>
          <p:cNvPicPr preferRelativeResize="0">
            <a:picLocks noChangeAspect="1"/>
          </p:cNvPicPr>
          <p:nvPr/>
        </p:nvPicPr>
        <p:blipFill rotWithShape="1">
          <a:blip r:embed="rId2">
            <a:alphaModFix/>
          </a:blip>
          <a:srcRect/>
          <a:stretch/>
        </p:blipFill>
        <p:spPr>
          <a:xfrm>
            <a:off x="6554010" y="517144"/>
            <a:ext cx="5167381" cy="6263365"/>
          </a:xfrm>
          <a:prstGeom prst="rect">
            <a:avLst/>
          </a:prstGeom>
          <a:noFill/>
          <a:ln>
            <a:noFill/>
          </a:ln>
        </p:spPr>
      </p:pic>
      <p:grpSp>
        <p:nvGrpSpPr>
          <p:cNvPr id="9" name="Grupo 8">
            <a:extLst>
              <a:ext uri="{FF2B5EF4-FFF2-40B4-BE49-F238E27FC236}">
                <a16:creationId xmlns:a16="http://schemas.microsoft.com/office/drawing/2014/main" id="{BC575EBE-00DE-586A-CE6B-C117DBF77104}"/>
              </a:ext>
            </a:extLst>
          </p:cNvPr>
          <p:cNvGrpSpPr/>
          <p:nvPr/>
        </p:nvGrpSpPr>
        <p:grpSpPr>
          <a:xfrm>
            <a:off x="1057" y="-4361"/>
            <a:ext cx="12190282" cy="517821"/>
            <a:chOff x="1057" y="-4361"/>
            <a:chExt cx="12503431" cy="517821"/>
          </a:xfrm>
        </p:grpSpPr>
        <p:sp>
          <p:nvSpPr>
            <p:cNvPr id="5" name="Rectángulo 4">
              <a:extLst>
                <a:ext uri="{FF2B5EF4-FFF2-40B4-BE49-F238E27FC236}">
                  <a16:creationId xmlns:a16="http://schemas.microsoft.com/office/drawing/2014/main" id="{1B76D385-7A30-9EB8-EA90-F3728FA4094B}"/>
                </a:ext>
              </a:extLst>
            </p:cNvPr>
            <p:cNvSpPr/>
            <p:nvPr/>
          </p:nvSpPr>
          <p:spPr>
            <a:xfrm>
              <a:off x="3122126" y="-4360"/>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Liturgia de la Palabra</a:t>
              </a:r>
              <a:endParaRPr lang="es-ES" sz="2400">
                <a:solidFill>
                  <a:schemeClr val="tx1">
                    <a:lumMod val="49000"/>
                    <a:lumOff val="51000"/>
                  </a:schemeClr>
                </a:solidFill>
                <a:ea typeface="Calibri"/>
                <a:cs typeface="Calibri"/>
              </a:endParaRPr>
            </a:p>
          </p:txBody>
        </p:sp>
        <p:sp>
          <p:nvSpPr>
            <p:cNvPr id="6" name="Rectángulo 5">
              <a:extLst>
                <a:ext uri="{FF2B5EF4-FFF2-40B4-BE49-F238E27FC236}">
                  <a16:creationId xmlns:a16="http://schemas.microsoft.com/office/drawing/2014/main" id="{F16AFF7F-DAF4-8FA9-A259-8B44F475FC03}"/>
                </a:ext>
              </a:extLst>
            </p:cNvPr>
            <p:cNvSpPr/>
            <p:nvPr/>
          </p:nvSpPr>
          <p:spPr>
            <a:xfrm>
              <a:off x="6247290" y="-4361"/>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Liturgia Eucarística</a:t>
              </a:r>
              <a:endParaRPr lang="es-ES" sz="2400">
                <a:solidFill>
                  <a:schemeClr val="tx1">
                    <a:lumMod val="49000"/>
                    <a:lumOff val="51000"/>
                  </a:schemeClr>
                </a:solidFill>
                <a:ea typeface="Calibri"/>
                <a:cs typeface="Calibri"/>
              </a:endParaRPr>
            </a:p>
          </p:txBody>
        </p:sp>
        <p:sp>
          <p:nvSpPr>
            <p:cNvPr id="7" name="Rectángulo 6">
              <a:extLst>
                <a:ext uri="{FF2B5EF4-FFF2-40B4-BE49-F238E27FC236}">
                  <a16:creationId xmlns:a16="http://schemas.microsoft.com/office/drawing/2014/main" id="{80C1F286-8B54-1754-806E-A4D64A44A6A7}"/>
                </a:ext>
              </a:extLst>
            </p:cNvPr>
            <p:cNvSpPr/>
            <p:nvPr/>
          </p:nvSpPr>
          <p:spPr>
            <a:xfrm>
              <a:off x="9372455" y="-4360"/>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Rito de Conclusión</a:t>
              </a:r>
              <a:endParaRPr lang="es-ES">
                <a:solidFill>
                  <a:schemeClr val="tx1">
                    <a:lumMod val="49000"/>
                    <a:lumOff val="51000"/>
                  </a:schemeClr>
                </a:solidFill>
                <a:ea typeface="Calibri"/>
                <a:cs typeface="Calibri"/>
              </a:endParaRPr>
            </a:p>
          </p:txBody>
        </p:sp>
        <p:sp>
          <p:nvSpPr>
            <p:cNvPr id="8" name="Rectángulo 7">
              <a:extLst>
                <a:ext uri="{FF2B5EF4-FFF2-40B4-BE49-F238E27FC236}">
                  <a16:creationId xmlns:a16="http://schemas.microsoft.com/office/drawing/2014/main" id="{4B0B8A22-E0C6-ED6C-C9CC-603B6F1D390E}"/>
                </a:ext>
              </a:extLst>
            </p:cNvPr>
            <p:cNvSpPr/>
            <p:nvPr/>
          </p:nvSpPr>
          <p:spPr>
            <a:xfrm>
              <a:off x="1057" y="-4361"/>
              <a:ext cx="3121595" cy="517821"/>
            </a:xfrm>
            <a:prstGeom prst="rect">
              <a:avLst/>
            </a:prstGeom>
            <a:solidFill>
              <a:schemeClr val="accent1"/>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800" b="1">
                  <a:solidFill>
                    <a:schemeClr val="tx1"/>
                  </a:solidFill>
                  <a:ea typeface="Calibri"/>
                  <a:cs typeface="Calibri"/>
                </a:rPr>
                <a:t>Ritos Iniciales</a:t>
              </a:r>
              <a:endParaRPr lang="es-ES" sz="2800">
                <a:solidFill>
                  <a:schemeClr val="tx1"/>
                </a:solidFill>
                <a:ea typeface="Calibri"/>
                <a:cs typeface="Calibri"/>
              </a:endParaRPr>
            </a:p>
          </p:txBody>
        </p:sp>
      </p:grpSp>
    </p:spTree>
    <p:extLst>
      <p:ext uri="{BB962C8B-B14F-4D97-AF65-F5344CB8AC3E}">
        <p14:creationId xmlns:p14="http://schemas.microsoft.com/office/powerpoint/2010/main" val="3025525248"/>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55ECF8B-0FE8-049D-2874-88DA0AFE7B79}"/>
              </a:ext>
            </a:extLst>
          </p:cNvPr>
          <p:cNvSpPr>
            <a:spLocks noGrp="1"/>
          </p:cNvSpPr>
          <p:nvPr>
            <p:ph type="title"/>
          </p:nvPr>
        </p:nvSpPr>
        <p:spPr/>
        <p:txBody>
          <a:bodyPr/>
          <a:lstStyle/>
          <a:p>
            <a:r>
              <a:rPr lang="es-ES"/>
              <a:t>Gloria</a:t>
            </a:r>
          </a:p>
        </p:txBody>
      </p:sp>
      <p:sp>
        <p:nvSpPr>
          <p:cNvPr id="3" name="Marcador de contenido 2">
            <a:extLst>
              <a:ext uri="{FF2B5EF4-FFF2-40B4-BE49-F238E27FC236}">
                <a16:creationId xmlns:a16="http://schemas.microsoft.com/office/drawing/2014/main" id="{479554A7-C629-7706-D842-BD57C5F42753}"/>
              </a:ext>
            </a:extLst>
          </p:cNvPr>
          <p:cNvSpPr>
            <a:spLocks noGrp="1"/>
          </p:cNvSpPr>
          <p:nvPr>
            <p:ph idx="1"/>
          </p:nvPr>
        </p:nvSpPr>
        <p:spPr>
          <a:xfrm>
            <a:off x="838200" y="1825625"/>
            <a:ext cx="6265127" cy="4351338"/>
          </a:xfrm>
        </p:spPr>
        <p:txBody>
          <a:bodyPr vert="horz" lIns="91440" tIns="45720" rIns="91440" bIns="45720" rtlCol="0" anchor="t">
            <a:normAutofit fontScale="85000" lnSpcReduction="20000"/>
          </a:bodyPr>
          <a:lstStyle/>
          <a:p>
            <a:pPr marL="0" indent="0">
              <a:buNone/>
            </a:pPr>
            <a:r>
              <a:rPr lang="es-ES"/>
              <a:t>No sé cómo alabarte, ni qué decir, Señor.</a:t>
            </a:r>
            <a:br>
              <a:rPr lang="es-ES"/>
            </a:br>
            <a:r>
              <a:rPr lang="es-ES"/>
              <a:t>Confío en tu mirada, que me abre el corazón.</a:t>
            </a:r>
            <a:br>
              <a:rPr lang="es-ES"/>
            </a:br>
            <a:r>
              <a:rPr lang="es-ES"/>
              <a:t>Toma mi pobre vida, que sencilla ante Ti,</a:t>
            </a:r>
            <a:br>
              <a:rPr lang="es-ES"/>
            </a:br>
            <a:r>
              <a:rPr lang="es-ES"/>
              <a:t>quiere ser alabanza por lo que haces en mí.</a:t>
            </a:r>
          </a:p>
          <a:p>
            <a:pPr marL="0" indent="0">
              <a:buNone/>
            </a:pPr>
            <a:r>
              <a:rPr lang="es-ES" b="1" i="1"/>
              <a:t>Gloria, gloria a Dios.</a:t>
            </a:r>
            <a:br>
              <a:rPr lang="es-ES" b="1" i="1"/>
            </a:br>
            <a:r>
              <a:rPr lang="es-ES" b="1" i="1"/>
              <a:t>Gloria, gloria a Dios.</a:t>
            </a:r>
            <a:br>
              <a:rPr lang="es-ES" b="1" i="1"/>
            </a:br>
            <a:r>
              <a:rPr lang="es-ES" b="1" i="1"/>
              <a:t>Gloria, gloria a Dios.</a:t>
            </a:r>
            <a:br>
              <a:rPr lang="es-ES" b="1" i="1"/>
            </a:br>
            <a:r>
              <a:rPr lang="es-ES" b="1" i="1"/>
              <a:t>Gloria, gloria a Dios. </a:t>
            </a:r>
            <a:endParaRPr lang="es-ES"/>
          </a:p>
          <a:p>
            <a:pPr marL="0" indent="0">
              <a:buNone/>
            </a:pPr>
            <a:r>
              <a:rPr lang="es-ES"/>
              <a:t>Gracias por tu palabra, gracias por el amor.</a:t>
            </a:r>
            <a:br>
              <a:rPr lang="es-ES"/>
            </a:br>
            <a:r>
              <a:rPr lang="es-ES"/>
              <a:t>Gracias por nuestra Madre, </a:t>
            </a:r>
            <a:br>
              <a:rPr lang="es-ES"/>
            </a:br>
            <a:r>
              <a:rPr lang="es-ES"/>
              <a:t>gracias te doy Señor.</a:t>
            </a:r>
            <a:br>
              <a:rPr lang="es-ES"/>
            </a:br>
            <a:r>
              <a:rPr lang="es-ES"/>
              <a:t>Gracias por mis hermanos, </a:t>
            </a:r>
            <a:br>
              <a:rPr lang="es-ES"/>
            </a:br>
            <a:r>
              <a:rPr lang="es-ES"/>
              <a:t>gracias por el perdón,</a:t>
            </a:r>
            <a:br>
              <a:rPr lang="es-ES"/>
            </a:br>
            <a:r>
              <a:rPr lang="es-ES"/>
              <a:t>gracias porque nos quieres juntos en ti Señor</a:t>
            </a:r>
          </a:p>
          <a:p>
            <a:endParaRPr lang="es-ES"/>
          </a:p>
        </p:txBody>
      </p:sp>
      <p:pic>
        <p:nvPicPr>
          <p:cNvPr id="5" name="Imagen 4" descr="Una caricatura de una persona&#10;&#10;Descripción generada automáticamente con confianza media">
            <a:extLst>
              <a:ext uri="{FF2B5EF4-FFF2-40B4-BE49-F238E27FC236}">
                <a16:creationId xmlns:a16="http://schemas.microsoft.com/office/drawing/2014/main" id="{D997C189-4B4C-0727-C437-0434F85982CB}"/>
              </a:ext>
            </a:extLst>
          </p:cNvPr>
          <p:cNvPicPr>
            <a:picLocks noChangeAspect="1"/>
          </p:cNvPicPr>
          <p:nvPr/>
        </p:nvPicPr>
        <p:blipFill>
          <a:blip r:embed="rId2">
            <a:clrChange>
              <a:clrFrom>
                <a:srgbClr val="FFFFFF"/>
              </a:clrFrom>
              <a:clrTo>
                <a:srgbClr val="FFFFFF">
                  <a:alpha val="0"/>
                </a:srgbClr>
              </a:clrTo>
            </a:clrChange>
          </a:blip>
          <a:stretch>
            <a:fillRect/>
          </a:stretch>
        </p:blipFill>
        <p:spPr>
          <a:xfrm>
            <a:off x="6096000" y="0"/>
            <a:ext cx="6614889" cy="6858000"/>
          </a:xfrm>
          <a:prstGeom prst="rect">
            <a:avLst/>
          </a:prstGeom>
        </p:spPr>
      </p:pic>
    </p:spTree>
    <p:extLst>
      <p:ext uri="{BB962C8B-B14F-4D97-AF65-F5344CB8AC3E}">
        <p14:creationId xmlns:p14="http://schemas.microsoft.com/office/powerpoint/2010/main" val="420331888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1 Título"/>
          <p:cNvSpPr>
            <a:spLocks noGrp="1"/>
          </p:cNvSpPr>
          <p:nvPr>
            <p:ph type="title" idx="4294967295"/>
          </p:nvPr>
        </p:nvSpPr>
        <p:spPr>
          <a:xfrm>
            <a:off x="4270075" y="666348"/>
            <a:ext cx="3665538" cy="693738"/>
          </a:xfrm>
        </p:spPr>
        <p:txBody>
          <a:bodyPr>
            <a:noAutofit/>
          </a:bodyPr>
          <a:lstStyle/>
          <a:p>
            <a:pPr algn="ctr"/>
            <a:r>
              <a:rPr lang="es-ES" sz="4800">
                <a:ea typeface="Tahoma"/>
                <a:cs typeface="Calibri"/>
              </a:rPr>
              <a:t>LAUDATO SII</a:t>
            </a:r>
          </a:p>
        </p:txBody>
      </p:sp>
      <p:sp>
        <p:nvSpPr>
          <p:cNvPr id="3" name="2 Marcador de contenido"/>
          <p:cNvSpPr>
            <a:spLocks noGrp="1"/>
          </p:cNvSpPr>
          <p:nvPr>
            <p:ph sz="half" idx="4294967295"/>
          </p:nvPr>
        </p:nvSpPr>
        <p:spPr>
          <a:xfrm>
            <a:off x="227813" y="1513429"/>
            <a:ext cx="4511675" cy="5329237"/>
          </a:xfrm>
          <a:prstGeom prst="rect">
            <a:avLst/>
          </a:prstGeom>
        </p:spPr>
        <p:txBody>
          <a:bodyPr vert="horz" lIns="91440" tIns="45720" rIns="91440" bIns="45720" rtlCol="0" anchor="t">
            <a:noAutofit/>
          </a:bodyPr>
          <a:lstStyle/>
          <a:p>
            <a:pPr marL="68580" indent="0" algn="just">
              <a:lnSpc>
                <a:spcPct val="100000"/>
              </a:lnSpc>
              <a:buNone/>
            </a:pPr>
            <a:r>
              <a:rPr lang="es-ES_tradnl" sz="2400">
                <a:ea typeface="Calibri"/>
                <a:cs typeface="Calibri"/>
              </a:rPr>
              <a:t>LAUDATO</a:t>
            </a:r>
            <a:r>
              <a:rPr lang="es-ES_tradnl" sz="2400">
                <a:ea typeface="+mn-lt"/>
                <a:cs typeface="+mn-lt"/>
              </a:rPr>
              <a:t> SI, O MI SIGNORE;</a:t>
            </a:r>
            <a:endParaRPr lang="es-ES" sz="2400">
              <a:ea typeface="Tahoma" panose="020B0604030504040204" pitchFamily="34" charset="0"/>
              <a:cs typeface="Calibri" panose="020F0502020204030204" pitchFamily="34" charset="0"/>
            </a:endParaRPr>
          </a:p>
          <a:p>
            <a:pPr marL="68580" indent="0" algn="just">
              <a:lnSpc>
                <a:spcPct val="100000"/>
              </a:lnSpc>
              <a:buNone/>
            </a:pPr>
            <a:r>
              <a:rPr lang="es-ES_tradnl" sz="2400">
                <a:ea typeface="+mn-lt"/>
                <a:cs typeface="+mn-lt"/>
              </a:rPr>
              <a:t>LAUDATO SI, O MI SIGNORE; </a:t>
            </a:r>
            <a:endParaRPr lang="es-ES" sz="2400">
              <a:ea typeface="Tahoma" panose="020B0604030504040204" pitchFamily="34" charset="0"/>
              <a:cs typeface="Calibri" panose="020F0502020204030204" pitchFamily="34" charset="0"/>
            </a:endParaRPr>
          </a:p>
          <a:p>
            <a:pPr marL="68580" indent="0" algn="just">
              <a:lnSpc>
                <a:spcPct val="100000"/>
              </a:lnSpc>
              <a:buNone/>
            </a:pPr>
            <a:r>
              <a:rPr lang="es-ES_tradnl" sz="2400">
                <a:ea typeface="+mn-lt"/>
                <a:cs typeface="+mn-lt"/>
              </a:rPr>
              <a:t>LAUDATO SI, O MI SIGNORE; </a:t>
            </a:r>
            <a:endParaRPr lang="es-ES" sz="2400">
              <a:ea typeface="Tahoma" panose="020B0604030504040204" pitchFamily="34" charset="0"/>
              <a:cs typeface="Calibri" panose="020F0502020204030204" pitchFamily="34" charset="0"/>
            </a:endParaRPr>
          </a:p>
          <a:p>
            <a:pPr marL="68580" indent="0" algn="just">
              <a:lnSpc>
                <a:spcPct val="100000"/>
              </a:lnSpc>
              <a:buNone/>
            </a:pPr>
            <a:r>
              <a:rPr lang="es-ES_tradnl" sz="2400">
                <a:ea typeface="+mn-lt"/>
                <a:cs typeface="+mn-lt"/>
              </a:rPr>
              <a:t>LAUDATO SI, O MI SIGNORE. </a:t>
            </a:r>
            <a:endParaRPr lang="es-ES" sz="2400">
              <a:ea typeface="Tahoma" panose="020B0604030504040204" pitchFamily="34" charset="0"/>
              <a:cs typeface="Calibri" panose="020F0502020204030204" pitchFamily="34" charset="0"/>
            </a:endParaRPr>
          </a:p>
          <a:p>
            <a:pPr marL="68580" indent="0" algn="just">
              <a:lnSpc>
                <a:spcPct val="100000"/>
              </a:lnSpc>
              <a:buNone/>
            </a:pPr>
            <a:endParaRPr lang="es-ES" sz="2400">
              <a:ea typeface="Tahoma" panose="020B0604030504040204" pitchFamily="34" charset="0"/>
              <a:cs typeface="Calibri" panose="020F0502020204030204" pitchFamily="34" charset="0"/>
            </a:endParaRPr>
          </a:p>
          <a:p>
            <a:pPr marL="68580" indent="0" algn="just">
              <a:lnSpc>
                <a:spcPct val="100000"/>
              </a:lnSpc>
              <a:buNone/>
            </a:pPr>
            <a:r>
              <a:rPr lang="es-ES_tradnl" sz="2400">
                <a:ea typeface="Calibri"/>
                <a:cs typeface="Calibri"/>
              </a:rPr>
              <a:t>Y</a:t>
            </a:r>
            <a:r>
              <a:rPr lang="es-ES_tradnl" sz="2400">
                <a:ea typeface="+mn-lt"/>
                <a:cs typeface="+mn-lt"/>
              </a:rPr>
              <a:t> por las cosas que has creado</a:t>
            </a:r>
            <a:endParaRPr lang="es-ES_tradnl" sz="2400">
              <a:ea typeface="Calibri"/>
              <a:cs typeface="Calibri" panose="020F0502020204030204" pitchFamily="34" charset="0"/>
            </a:endParaRPr>
          </a:p>
          <a:p>
            <a:pPr marL="68580" indent="0" algn="just">
              <a:lnSpc>
                <a:spcPct val="100000"/>
              </a:lnSpc>
              <a:buNone/>
            </a:pPr>
            <a:r>
              <a:rPr lang="es-ES_tradnl" sz="2400">
                <a:ea typeface="+mn-lt"/>
                <a:cs typeface="+mn-lt"/>
              </a:rPr>
              <a:t>por el sol y por el viento, </a:t>
            </a:r>
            <a:endParaRPr lang="es-ES" sz="2400">
              <a:ea typeface="Tahoma" pitchFamily="34" charset="0"/>
              <a:cs typeface="Calibri" panose="020F0502020204030204" pitchFamily="34" charset="0"/>
            </a:endParaRPr>
          </a:p>
          <a:p>
            <a:pPr marL="68580" indent="0" algn="just">
              <a:lnSpc>
                <a:spcPct val="100000"/>
              </a:lnSpc>
              <a:buNone/>
            </a:pPr>
            <a:r>
              <a:rPr lang="es-ES_tradnl" sz="2400">
                <a:ea typeface="+mn-lt"/>
                <a:cs typeface="+mn-lt"/>
              </a:rPr>
              <a:t>por la luna y las estrellas, </a:t>
            </a:r>
            <a:endParaRPr lang="es-ES" sz="2400">
              <a:ea typeface="Tahoma" pitchFamily="34" charset="0"/>
              <a:cs typeface="Calibri" panose="020F0502020204030204" pitchFamily="34" charset="0"/>
            </a:endParaRPr>
          </a:p>
          <a:p>
            <a:pPr marL="68580" indent="0" algn="just">
              <a:lnSpc>
                <a:spcPct val="100000"/>
              </a:lnSpc>
              <a:buNone/>
            </a:pPr>
            <a:r>
              <a:rPr lang="es-ES_tradnl" sz="2400">
                <a:ea typeface="+mn-lt"/>
                <a:cs typeface="+mn-lt"/>
              </a:rPr>
              <a:t>por el agua y por el fuego.</a:t>
            </a:r>
            <a:endParaRPr lang="es-ES" sz="2400">
              <a:ea typeface="Tahoma" pitchFamily="34" charset="0"/>
              <a:cs typeface="Calibri" panose="020F0502020204030204" pitchFamily="34" charset="0"/>
            </a:endParaRPr>
          </a:p>
          <a:p>
            <a:pPr marL="68580" indent="0" algn="just">
              <a:lnSpc>
                <a:spcPct val="100000"/>
              </a:lnSpc>
              <a:buNone/>
            </a:pPr>
            <a:endParaRPr lang="es-ES" sz="2000">
              <a:ea typeface="Tahoma" pitchFamily="34" charset="0"/>
              <a:cs typeface="Calibri" panose="020F0502020204030204" pitchFamily="34" charset="0"/>
            </a:endParaRPr>
          </a:p>
        </p:txBody>
      </p:sp>
      <p:sp>
        <p:nvSpPr>
          <p:cNvPr id="4" name="3 Marcador de contenido"/>
          <p:cNvSpPr>
            <a:spLocks noGrp="1"/>
          </p:cNvSpPr>
          <p:nvPr>
            <p:ph sz="half" idx="4294967295"/>
          </p:nvPr>
        </p:nvSpPr>
        <p:spPr>
          <a:xfrm>
            <a:off x="4595715" y="1526018"/>
            <a:ext cx="4154487" cy="3421063"/>
          </a:xfrm>
          <a:prstGeom prst="rect">
            <a:avLst/>
          </a:prstGeom>
        </p:spPr>
        <p:txBody>
          <a:bodyPr vert="horz" lIns="91440" tIns="45720" rIns="91440" bIns="45720" rtlCol="0" anchor="t">
            <a:noAutofit/>
          </a:bodyPr>
          <a:lstStyle/>
          <a:p>
            <a:pPr algn="just">
              <a:buNone/>
            </a:pPr>
            <a:r>
              <a:rPr lang="es-ES" sz="2400">
                <a:ea typeface="Calibri"/>
                <a:cs typeface="Calibri"/>
              </a:rPr>
              <a:t>Por la hermana madre tierra,</a:t>
            </a:r>
            <a:endParaRPr lang="es-ES" sz="2400">
              <a:ea typeface="Calibri"/>
              <a:cs typeface="Calibri" panose="020F0502020204030204" pitchFamily="34" charset="0"/>
            </a:endParaRPr>
          </a:p>
          <a:p>
            <a:pPr marL="68580" indent="0" algn="just">
              <a:lnSpc>
                <a:spcPct val="100000"/>
              </a:lnSpc>
              <a:buNone/>
            </a:pPr>
            <a:r>
              <a:rPr lang="es-ES" sz="2400">
                <a:ea typeface="Calibri"/>
                <a:cs typeface="Calibri"/>
              </a:rPr>
              <a:t>que nos da nuestro alimento,</a:t>
            </a:r>
          </a:p>
          <a:p>
            <a:pPr marL="68580" indent="0" algn="just">
              <a:lnSpc>
                <a:spcPct val="100000"/>
              </a:lnSpc>
              <a:buNone/>
            </a:pPr>
            <a:r>
              <a:rPr lang="es-ES" sz="2400">
                <a:ea typeface="Calibri"/>
                <a:cs typeface="Calibri"/>
              </a:rPr>
              <a:t>por las flores y los campos,</a:t>
            </a:r>
          </a:p>
          <a:p>
            <a:pPr marL="68580" indent="0" algn="just">
              <a:lnSpc>
                <a:spcPct val="100000"/>
              </a:lnSpc>
              <a:buNone/>
            </a:pPr>
            <a:r>
              <a:rPr lang="es-ES" sz="2400">
                <a:ea typeface="Calibri"/>
                <a:cs typeface="Calibri"/>
              </a:rPr>
              <a:t>por los montes y los mares</a:t>
            </a:r>
            <a:r>
              <a:rPr lang="es-ES" sz="2000">
                <a:ea typeface="Calibri"/>
                <a:cs typeface="Calibri"/>
              </a:rPr>
              <a:t>.</a:t>
            </a:r>
          </a:p>
          <a:p>
            <a:pPr marL="68580" indent="0" algn="just">
              <a:lnSpc>
                <a:spcPct val="100000"/>
              </a:lnSpc>
              <a:buNone/>
            </a:pPr>
            <a:endParaRPr lang="es-ES" sz="2000">
              <a:ea typeface="Calibri"/>
              <a:cs typeface="Calibri"/>
            </a:endParaRPr>
          </a:p>
          <a:p>
            <a:pPr algn="just">
              <a:buNone/>
            </a:pPr>
            <a:r>
              <a:rPr lang="es-ES" sz="2400">
                <a:ea typeface="Calibri"/>
                <a:cs typeface="Calibri"/>
              </a:rPr>
              <a:t>Por los hombres que perdonan</a:t>
            </a:r>
          </a:p>
          <a:p>
            <a:pPr algn="just">
              <a:buNone/>
            </a:pPr>
            <a:r>
              <a:rPr lang="es-ES" sz="2400">
                <a:ea typeface="Calibri"/>
                <a:cs typeface="Calibri"/>
              </a:rPr>
              <a:t>te cantamos y alabamos,</a:t>
            </a:r>
          </a:p>
          <a:p>
            <a:pPr algn="just">
              <a:buNone/>
            </a:pPr>
            <a:r>
              <a:rPr lang="es-ES" sz="2400">
                <a:ea typeface="Calibri"/>
                <a:cs typeface="Calibri"/>
              </a:rPr>
              <a:t>porque amando, nuestra vida,</a:t>
            </a:r>
          </a:p>
          <a:p>
            <a:pPr algn="just">
              <a:buNone/>
            </a:pPr>
            <a:r>
              <a:rPr lang="es-ES" sz="2400">
                <a:ea typeface="Calibri"/>
                <a:cs typeface="Calibri"/>
              </a:rPr>
              <a:t>será una canción alegre</a:t>
            </a:r>
          </a:p>
          <a:p>
            <a:pPr algn="just">
              <a:buNone/>
            </a:pPr>
            <a:endParaRPr lang="es-ES" sz="2000">
              <a:ea typeface="Calibri"/>
              <a:cs typeface="Calibri" panose="020F0502020204030204" pitchFamily="34" charset="0"/>
            </a:endParaRPr>
          </a:p>
          <a:p>
            <a:pPr marL="68580" indent="0">
              <a:buNone/>
            </a:pPr>
            <a:endParaRPr lang="es-ES_tradnl" sz="2000">
              <a:ea typeface="Tahoma" panose="020B0604030504040204" pitchFamily="34" charset="0"/>
              <a:cs typeface="Calibri" panose="020F0502020204030204" pitchFamily="34" charset="0"/>
            </a:endParaRPr>
          </a:p>
        </p:txBody>
      </p:sp>
      <p:pic>
        <p:nvPicPr>
          <p:cNvPr id="5" name="Imagen 4" descr="Una caricatura de una persona&#10;&#10;Descripción generada automáticamente con confianza media">
            <a:extLst>
              <a:ext uri="{FF2B5EF4-FFF2-40B4-BE49-F238E27FC236}">
                <a16:creationId xmlns:a16="http://schemas.microsoft.com/office/drawing/2014/main" id="{6C534BC9-1042-F2EC-5115-D2459C73651B}"/>
              </a:ext>
            </a:extLst>
          </p:cNvPr>
          <p:cNvPicPr>
            <a:picLocks noChangeAspect="1"/>
          </p:cNvPicPr>
          <p:nvPr/>
        </p:nvPicPr>
        <p:blipFill>
          <a:blip r:embed="rId2">
            <a:clrChange>
              <a:clrFrom>
                <a:srgbClr val="FFFFFF"/>
              </a:clrFrom>
              <a:clrTo>
                <a:srgbClr val="FFFFFF">
                  <a:alpha val="0"/>
                </a:srgbClr>
              </a:clrTo>
            </a:clrChange>
          </a:blip>
          <a:stretch>
            <a:fillRect/>
          </a:stretch>
        </p:blipFill>
        <p:spPr>
          <a:xfrm>
            <a:off x="8051732" y="2475480"/>
            <a:ext cx="4511674" cy="4677487"/>
          </a:xfrm>
          <a:prstGeom prst="rect">
            <a:avLst/>
          </a:prstGeom>
        </p:spPr>
      </p:pic>
      <p:grpSp>
        <p:nvGrpSpPr>
          <p:cNvPr id="11" name="Grupo 10">
            <a:extLst>
              <a:ext uri="{FF2B5EF4-FFF2-40B4-BE49-F238E27FC236}">
                <a16:creationId xmlns:a16="http://schemas.microsoft.com/office/drawing/2014/main" id="{60695481-6EB2-83AE-D268-DF225F6C34F1}"/>
              </a:ext>
            </a:extLst>
          </p:cNvPr>
          <p:cNvGrpSpPr/>
          <p:nvPr/>
        </p:nvGrpSpPr>
        <p:grpSpPr>
          <a:xfrm>
            <a:off x="1057" y="-4361"/>
            <a:ext cx="12190282" cy="517821"/>
            <a:chOff x="1057" y="-4361"/>
            <a:chExt cx="12503431" cy="517821"/>
          </a:xfrm>
        </p:grpSpPr>
        <p:sp>
          <p:nvSpPr>
            <p:cNvPr id="7" name="Rectángulo 6">
              <a:extLst>
                <a:ext uri="{FF2B5EF4-FFF2-40B4-BE49-F238E27FC236}">
                  <a16:creationId xmlns:a16="http://schemas.microsoft.com/office/drawing/2014/main" id="{E7FE47E9-DDDD-2264-A6BF-6EA2490E1FF6}"/>
                </a:ext>
              </a:extLst>
            </p:cNvPr>
            <p:cNvSpPr/>
            <p:nvPr/>
          </p:nvSpPr>
          <p:spPr>
            <a:xfrm>
              <a:off x="3122126" y="-4360"/>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Liturgia de la Palabra</a:t>
              </a:r>
              <a:endParaRPr lang="es-ES" sz="2400">
                <a:solidFill>
                  <a:schemeClr val="tx1">
                    <a:lumMod val="49000"/>
                    <a:lumOff val="51000"/>
                  </a:schemeClr>
                </a:solidFill>
                <a:ea typeface="Calibri"/>
                <a:cs typeface="Calibri"/>
              </a:endParaRPr>
            </a:p>
          </p:txBody>
        </p:sp>
        <p:sp>
          <p:nvSpPr>
            <p:cNvPr id="8" name="Rectángulo 7">
              <a:extLst>
                <a:ext uri="{FF2B5EF4-FFF2-40B4-BE49-F238E27FC236}">
                  <a16:creationId xmlns:a16="http://schemas.microsoft.com/office/drawing/2014/main" id="{EEEF5D98-D55B-0509-2F2D-6330AB3079A9}"/>
                </a:ext>
              </a:extLst>
            </p:cNvPr>
            <p:cNvSpPr/>
            <p:nvPr/>
          </p:nvSpPr>
          <p:spPr>
            <a:xfrm>
              <a:off x="6247290" y="-4361"/>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Liturgia Eucarística</a:t>
              </a:r>
              <a:endParaRPr lang="es-ES" sz="2400">
                <a:solidFill>
                  <a:schemeClr val="tx1">
                    <a:lumMod val="49000"/>
                    <a:lumOff val="51000"/>
                  </a:schemeClr>
                </a:solidFill>
                <a:ea typeface="Calibri"/>
                <a:cs typeface="Calibri"/>
              </a:endParaRPr>
            </a:p>
          </p:txBody>
        </p:sp>
        <p:sp>
          <p:nvSpPr>
            <p:cNvPr id="9" name="Rectángulo 8">
              <a:extLst>
                <a:ext uri="{FF2B5EF4-FFF2-40B4-BE49-F238E27FC236}">
                  <a16:creationId xmlns:a16="http://schemas.microsoft.com/office/drawing/2014/main" id="{84B58E9A-48CA-4BF6-CA4A-09B1A449869F}"/>
                </a:ext>
              </a:extLst>
            </p:cNvPr>
            <p:cNvSpPr/>
            <p:nvPr/>
          </p:nvSpPr>
          <p:spPr>
            <a:xfrm>
              <a:off x="9372455" y="-4360"/>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Rito de Conclusión</a:t>
              </a:r>
              <a:endParaRPr lang="es-ES">
                <a:solidFill>
                  <a:schemeClr val="tx1">
                    <a:lumMod val="49000"/>
                    <a:lumOff val="51000"/>
                  </a:schemeClr>
                </a:solidFill>
                <a:ea typeface="Calibri"/>
                <a:cs typeface="Calibri"/>
              </a:endParaRPr>
            </a:p>
          </p:txBody>
        </p:sp>
        <p:sp>
          <p:nvSpPr>
            <p:cNvPr id="10" name="Rectángulo 9">
              <a:extLst>
                <a:ext uri="{FF2B5EF4-FFF2-40B4-BE49-F238E27FC236}">
                  <a16:creationId xmlns:a16="http://schemas.microsoft.com/office/drawing/2014/main" id="{875359CE-D706-D444-87B6-F15E3D170EFA}"/>
                </a:ext>
              </a:extLst>
            </p:cNvPr>
            <p:cNvSpPr/>
            <p:nvPr/>
          </p:nvSpPr>
          <p:spPr>
            <a:xfrm>
              <a:off x="1057" y="-4361"/>
              <a:ext cx="3121595" cy="517821"/>
            </a:xfrm>
            <a:prstGeom prst="rect">
              <a:avLst/>
            </a:prstGeom>
            <a:solidFill>
              <a:schemeClr val="accent1"/>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800" b="1">
                  <a:solidFill>
                    <a:schemeClr val="tx1"/>
                  </a:solidFill>
                  <a:ea typeface="Calibri"/>
                  <a:cs typeface="Calibri"/>
                </a:rPr>
                <a:t>Ritos Iniciales</a:t>
              </a:r>
              <a:endParaRPr lang="es-ES" sz="2800">
                <a:solidFill>
                  <a:schemeClr val="tx1"/>
                </a:solidFill>
                <a:ea typeface="Calibri"/>
                <a:cs typeface="Calibri"/>
              </a:endParaRPr>
            </a:p>
          </p:txBody>
        </p:sp>
      </p:grpSp>
    </p:spTree>
    <p:extLst>
      <p:ext uri="{BB962C8B-B14F-4D97-AF65-F5344CB8AC3E}">
        <p14:creationId xmlns:p14="http://schemas.microsoft.com/office/powerpoint/2010/main" val="817523068"/>
      </p:ext>
    </p:extLst>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sld>
</file>

<file path=ppt/slides/slide2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6D674892-6A40-2ADB-E953-73E5B064B9F4}"/>
            </a:ext>
          </a:extLst>
        </p:cNvPr>
        <p:cNvGrpSpPr/>
        <p:nvPr/>
      </p:nvGrpSpPr>
      <p:grpSpPr>
        <a:xfrm>
          <a:off x="0" y="0"/>
          <a:ext cx="0" cy="0"/>
          <a:chOff x="0" y="0"/>
          <a:chExt cx="0" cy="0"/>
        </a:xfrm>
      </p:grpSpPr>
      <p:sp>
        <p:nvSpPr>
          <p:cNvPr id="2" name="1 Título">
            <a:extLst>
              <a:ext uri="{FF2B5EF4-FFF2-40B4-BE49-F238E27FC236}">
                <a16:creationId xmlns:a16="http://schemas.microsoft.com/office/drawing/2014/main" id="{A74D1C73-F778-02FA-A3BD-8A4216B71DE6}"/>
              </a:ext>
            </a:extLst>
          </p:cNvPr>
          <p:cNvSpPr>
            <a:spLocks noGrp="1"/>
          </p:cNvSpPr>
          <p:nvPr>
            <p:ph type="title" idx="4294967295"/>
          </p:nvPr>
        </p:nvSpPr>
        <p:spPr>
          <a:xfrm>
            <a:off x="1524000" y="168275"/>
            <a:ext cx="3665538" cy="693738"/>
          </a:xfrm>
        </p:spPr>
        <p:txBody>
          <a:bodyPr>
            <a:noAutofit/>
          </a:bodyPr>
          <a:lstStyle/>
          <a:p>
            <a:pPr algn="ctr"/>
            <a:r>
              <a:rPr lang="es-ES" sz="4800">
                <a:ea typeface="Tahoma" panose="020B0604030504040204" pitchFamily="34" charset="0"/>
                <a:cs typeface="Calibri" panose="020F0502020204030204" pitchFamily="34" charset="0"/>
              </a:rPr>
              <a:t>GLORIA (I)</a:t>
            </a:r>
          </a:p>
        </p:txBody>
      </p:sp>
      <p:sp>
        <p:nvSpPr>
          <p:cNvPr id="3" name="2 Marcador de contenido">
            <a:extLst>
              <a:ext uri="{FF2B5EF4-FFF2-40B4-BE49-F238E27FC236}">
                <a16:creationId xmlns:a16="http://schemas.microsoft.com/office/drawing/2014/main" id="{B6461B3F-AAED-3FBE-2AC2-2F97912E4DEA}"/>
              </a:ext>
            </a:extLst>
          </p:cNvPr>
          <p:cNvSpPr>
            <a:spLocks noGrp="1"/>
          </p:cNvSpPr>
          <p:nvPr>
            <p:ph sz="half" idx="4294967295"/>
          </p:nvPr>
        </p:nvSpPr>
        <p:spPr>
          <a:xfrm>
            <a:off x="1435511" y="1007654"/>
            <a:ext cx="4511675" cy="5329237"/>
          </a:xfrm>
          <a:prstGeom prst="rect">
            <a:avLst/>
          </a:prstGeom>
        </p:spPr>
        <p:txBody>
          <a:bodyPr>
            <a:noAutofit/>
          </a:bodyPr>
          <a:lstStyle/>
          <a:p>
            <a:pPr marL="68580" indent="0" algn="just">
              <a:lnSpc>
                <a:spcPct val="100000"/>
              </a:lnSpc>
              <a:buNone/>
            </a:pPr>
            <a:r>
              <a:rPr lang="es-ES_tradnl" sz="2000">
                <a:ea typeface="Tahoma" panose="020B0604030504040204" pitchFamily="34" charset="0"/>
                <a:cs typeface="Calibri" panose="020F0502020204030204" pitchFamily="34" charset="0"/>
              </a:rPr>
              <a:t>Te damos gracias, Señor,</a:t>
            </a:r>
            <a:endParaRPr lang="es-ES" sz="2000">
              <a:ea typeface="Tahoma" panose="020B0604030504040204" pitchFamily="34" charset="0"/>
              <a:cs typeface="Calibri" panose="020F0502020204030204" pitchFamily="34" charset="0"/>
            </a:endParaRPr>
          </a:p>
          <a:p>
            <a:pPr marL="68580" indent="0" algn="just">
              <a:lnSpc>
                <a:spcPct val="100000"/>
              </a:lnSpc>
              <a:buNone/>
            </a:pPr>
            <a:r>
              <a:rPr lang="es-ES_tradnl" sz="2000">
                <a:ea typeface="Tahoma" panose="020B0604030504040204" pitchFamily="34" charset="0"/>
                <a:cs typeface="Calibri" panose="020F0502020204030204" pitchFamily="34" charset="0"/>
              </a:rPr>
              <a:t>por la tierra y el sol</a:t>
            </a:r>
            <a:endParaRPr lang="es-ES" sz="2000">
              <a:ea typeface="Tahoma" panose="020B0604030504040204" pitchFamily="34" charset="0"/>
              <a:cs typeface="Calibri" panose="020F0502020204030204" pitchFamily="34" charset="0"/>
            </a:endParaRPr>
          </a:p>
          <a:p>
            <a:pPr marL="68580" indent="0" algn="just">
              <a:lnSpc>
                <a:spcPct val="100000"/>
              </a:lnSpc>
              <a:buNone/>
            </a:pPr>
            <a:r>
              <a:rPr lang="es-ES_tradnl" sz="2000">
                <a:ea typeface="Tahoma" panose="020B0604030504040204" pitchFamily="34" charset="0"/>
                <a:cs typeface="Calibri" panose="020F0502020204030204" pitchFamily="34" charset="0"/>
              </a:rPr>
              <a:t>por la luna y las estrellas;</a:t>
            </a:r>
            <a:endParaRPr lang="es-ES" sz="2000">
              <a:ea typeface="Tahoma" panose="020B0604030504040204" pitchFamily="34" charset="0"/>
              <a:cs typeface="Calibri" panose="020F0502020204030204" pitchFamily="34" charset="0"/>
            </a:endParaRPr>
          </a:p>
          <a:p>
            <a:pPr marL="68580" indent="0" algn="just">
              <a:lnSpc>
                <a:spcPct val="100000"/>
              </a:lnSpc>
              <a:buNone/>
            </a:pPr>
            <a:r>
              <a:rPr lang="es-ES_tradnl" sz="2000">
                <a:ea typeface="Tahoma" panose="020B0604030504040204" pitchFamily="34" charset="0"/>
                <a:cs typeface="Calibri" panose="020F0502020204030204" pitchFamily="34" charset="0"/>
              </a:rPr>
              <a:t>bendecimos tu nombre </a:t>
            </a:r>
            <a:endParaRPr lang="es-ES" sz="2000">
              <a:ea typeface="Tahoma" panose="020B0604030504040204" pitchFamily="34" charset="0"/>
              <a:cs typeface="Calibri" panose="020F0502020204030204" pitchFamily="34" charset="0"/>
            </a:endParaRPr>
          </a:p>
          <a:p>
            <a:pPr marL="68580" indent="0" algn="just">
              <a:lnSpc>
                <a:spcPct val="100000"/>
              </a:lnSpc>
              <a:buNone/>
            </a:pPr>
            <a:r>
              <a:rPr lang="es-ES_tradnl" sz="2000">
                <a:ea typeface="Tahoma" panose="020B0604030504040204" pitchFamily="34" charset="0"/>
                <a:cs typeface="Calibri" panose="020F0502020204030204" pitchFamily="34" charset="0"/>
              </a:rPr>
              <a:t>alzando las manos,</a:t>
            </a:r>
            <a:endParaRPr lang="es-ES" sz="2000">
              <a:ea typeface="Tahoma" panose="020B0604030504040204" pitchFamily="34" charset="0"/>
              <a:cs typeface="Calibri" panose="020F0502020204030204" pitchFamily="34" charset="0"/>
            </a:endParaRPr>
          </a:p>
          <a:p>
            <a:pPr marL="68580" indent="0" algn="just">
              <a:lnSpc>
                <a:spcPct val="100000"/>
              </a:lnSpc>
              <a:buNone/>
            </a:pPr>
            <a:r>
              <a:rPr lang="es-ES_tradnl" sz="2000">
                <a:ea typeface="Tahoma" panose="020B0604030504040204" pitchFamily="34" charset="0"/>
                <a:cs typeface="Calibri" panose="020F0502020204030204" pitchFamily="34" charset="0"/>
              </a:rPr>
              <a:t>cantando para Ti, Señor.</a:t>
            </a:r>
            <a:endParaRPr lang="es-ES" sz="2000">
              <a:ea typeface="Tahoma" panose="020B0604030504040204" pitchFamily="34" charset="0"/>
              <a:cs typeface="Calibri" panose="020F0502020204030204" pitchFamily="34" charset="0"/>
            </a:endParaRPr>
          </a:p>
          <a:p>
            <a:pPr marL="68580" indent="0" algn="just">
              <a:lnSpc>
                <a:spcPct val="100000"/>
              </a:lnSpc>
              <a:buNone/>
            </a:pPr>
            <a:r>
              <a:rPr lang="es-ES_tradnl" sz="2000">
                <a:ea typeface="Tahoma" panose="020B0604030504040204" pitchFamily="34" charset="0"/>
                <a:cs typeface="Calibri" panose="020F0502020204030204" pitchFamily="34" charset="0"/>
              </a:rPr>
              <a:t> </a:t>
            </a:r>
            <a:endParaRPr lang="es-ES" sz="2000">
              <a:ea typeface="Tahoma" panose="020B0604030504040204" pitchFamily="34" charset="0"/>
              <a:cs typeface="Calibri" panose="020F0502020204030204" pitchFamily="34" charset="0"/>
            </a:endParaRPr>
          </a:p>
          <a:p>
            <a:pPr marL="68580" indent="0" algn="just">
              <a:lnSpc>
                <a:spcPct val="100000"/>
              </a:lnSpc>
              <a:buNone/>
            </a:pPr>
            <a:r>
              <a:rPr lang="es-ES_tradnl" sz="2000">
                <a:ea typeface="Tahoma" panose="020B0604030504040204" pitchFamily="34" charset="0"/>
                <a:cs typeface="Calibri" panose="020F0502020204030204" pitchFamily="34" charset="0"/>
              </a:rPr>
              <a:t>Te damos gracias, Jesús,</a:t>
            </a:r>
            <a:endParaRPr lang="es-ES" sz="2000">
              <a:ea typeface="Tahoma" panose="020B0604030504040204" pitchFamily="34" charset="0"/>
              <a:cs typeface="Calibri" panose="020F0502020204030204" pitchFamily="34" charset="0"/>
            </a:endParaRPr>
          </a:p>
          <a:p>
            <a:pPr marL="68580" indent="0" algn="just">
              <a:lnSpc>
                <a:spcPct val="100000"/>
              </a:lnSpc>
              <a:buNone/>
            </a:pPr>
            <a:r>
              <a:rPr lang="es-ES_tradnl" sz="2000">
                <a:ea typeface="Tahoma" panose="020B0604030504040204" pitchFamily="34" charset="0"/>
                <a:cs typeface="Calibri" panose="020F0502020204030204" pitchFamily="34" charset="0"/>
              </a:rPr>
              <a:t>por el fuego y la luz,</a:t>
            </a:r>
            <a:endParaRPr lang="es-ES" sz="2000">
              <a:ea typeface="Tahoma" panose="020B0604030504040204" pitchFamily="34" charset="0"/>
              <a:cs typeface="Calibri" panose="020F0502020204030204" pitchFamily="34" charset="0"/>
            </a:endParaRPr>
          </a:p>
          <a:p>
            <a:pPr marL="68580" indent="0" algn="just">
              <a:lnSpc>
                <a:spcPct val="100000"/>
              </a:lnSpc>
              <a:buNone/>
            </a:pPr>
            <a:r>
              <a:rPr lang="es-ES_tradnl" sz="2000">
                <a:ea typeface="Tahoma" panose="020B0604030504040204" pitchFamily="34" charset="0"/>
                <a:cs typeface="Calibri" panose="020F0502020204030204" pitchFamily="34" charset="0"/>
              </a:rPr>
              <a:t>por la noche y por el día;</a:t>
            </a:r>
            <a:endParaRPr lang="es-ES" sz="2000">
              <a:ea typeface="Tahoma" panose="020B0604030504040204" pitchFamily="34" charset="0"/>
              <a:cs typeface="Calibri" panose="020F0502020204030204" pitchFamily="34" charset="0"/>
            </a:endParaRPr>
          </a:p>
          <a:p>
            <a:pPr marL="68580" indent="0" algn="just">
              <a:lnSpc>
                <a:spcPct val="100000"/>
              </a:lnSpc>
              <a:buNone/>
            </a:pPr>
            <a:r>
              <a:rPr lang="es-ES_tradnl" sz="2000">
                <a:ea typeface="Tahoma" panose="020B0604030504040204" pitchFamily="34" charset="0"/>
                <a:cs typeface="Calibri" panose="020F0502020204030204" pitchFamily="34" charset="0"/>
              </a:rPr>
              <a:t>bendecimos tu nombre </a:t>
            </a:r>
            <a:endParaRPr lang="es-ES" sz="2000">
              <a:ea typeface="Tahoma" panose="020B0604030504040204" pitchFamily="34" charset="0"/>
              <a:cs typeface="Calibri" panose="020F0502020204030204" pitchFamily="34" charset="0"/>
            </a:endParaRPr>
          </a:p>
          <a:p>
            <a:pPr marL="68580" indent="0" algn="just">
              <a:lnSpc>
                <a:spcPct val="100000"/>
              </a:lnSpc>
              <a:buNone/>
            </a:pPr>
            <a:r>
              <a:rPr lang="es-ES_tradnl" sz="2000">
                <a:ea typeface="Tahoma" panose="020B0604030504040204" pitchFamily="34" charset="0"/>
                <a:cs typeface="Calibri" panose="020F0502020204030204" pitchFamily="34" charset="0"/>
              </a:rPr>
              <a:t>alzando las manos,</a:t>
            </a:r>
            <a:endParaRPr lang="es-ES" sz="2000">
              <a:ea typeface="Tahoma" panose="020B0604030504040204" pitchFamily="34" charset="0"/>
              <a:cs typeface="Calibri" panose="020F0502020204030204" pitchFamily="34" charset="0"/>
            </a:endParaRPr>
          </a:p>
          <a:p>
            <a:pPr marL="68580" indent="0" algn="just">
              <a:lnSpc>
                <a:spcPct val="100000"/>
              </a:lnSpc>
              <a:buNone/>
            </a:pPr>
            <a:r>
              <a:rPr lang="es-ES_tradnl" sz="2000">
                <a:ea typeface="Tahoma" panose="020B0604030504040204" pitchFamily="34" charset="0"/>
                <a:cs typeface="Calibri" panose="020F0502020204030204" pitchFamily="34" charset="0"/>
              </a:rPr>
              <a:t>cantando para Ti, Señor.	</a:t>
            </a:r>
            <a:endParaRPr lang="es-ES" sz="2000">
              <a:ea typeface="Tahoma" pitchFamily="34" charset="0"/>
              <a:cs typeface="Calibri" panose="020F0502020204030204" pitchFamily="34" charset="0"/>
            </a:endParaRPr>
          </a:p>
        </p:txBody>
      </p:sp>
      <p:sp>
        <p:nvSpPr>
          <p:cNvPr id="4" name="3 Marcador de contenido">
            <a:extLst>
              <a:ext uri="{FF2B5EF4-FFF2-40B4-BE49-F238E27FC236}">
                <a16:creationId xmlns:a16="http://schemas.microsoft.com/office/drawing/2014/main" id="{55B936A3-63AE-117B-E035-D0F9365A6E0D}"/>
              </a:ext>
            </a:extLst>
          </p:cNvPr>
          <p:cNvSpPr>
            <a:spLocks noGrp="1"/>
          </p:cNvSpPr>
          <p:nvPr>
            <p:ph sz="half" idx="4294967295"/>
          </p:nvPr>
        </p:nvSpPr>
        <p:spPr>
          <a:xfrm>
            <a:off x="5947186" y="1135262"/>
            <a:ext cx="4154487" cy="3421063"/>
          </a:xfrm>
          <a:prstGeom prst="rect">
            <a:avLst/>
          </a:prstGeom>
        </p:spPr>
        <p:txBody>
          <a:bodyPr>
            <a:noAutofit/>
          </a:bodyPr>
          <a:lstStyle/>
          <a:p>
            <a:pPr marL="68580" indent="0">
              <a:buNone/>
            </a:pPr>
            <a:r>
              <a:rPr lang="es-ES_tradnl" sz="2000">
                <a:ea typeface="Tahoma" panose="020B0604030504040204" pitchFamily="34" charset="0"/>
                <a:cs typeface="Calibri" panose="020F0502020204030204" pitchFamily="34" charset="0"/>
              </a:rPr>
              <a:t>¡GLORIA A DIOS!</a:t>
            </a:r>
            <a:endParaRPr lang="es-ES" sz="2000">
              <a:ea typeface="Tahoma" panose="020B0604030504040204" pitchFamily="34" charset="0"/>
              <a:cs typeface="Calibri" panose="020F0502020204030204" pitchFamily="34" charset="0"/>
            </a:endParaRPr>
          </a:p>
          <a:p>
            <a:pPr marL="68580" indent="0">
              <a:buNone/>
            </a:pPr>
            <a:r>
              <a:rPr lang="es-ES_tradnl" sz="2000">
                <a:ea typeface="Tahoma" panose="020B0604030504040204" pitchFamily="34" charset="0"/>
                <a:cs typeface="Calibri" panose="020F0502020204030204" pitchFamily="34" charset="0"/>
              </a:rPr>
              <a:t>(A él sea el poder),</a:t>
            </a:r>
            <a:endParaRPr lang="es-ES" sz="2000">
              <a:ea typeface="Tahoma" panose="020B0604030504040204" pitchFamily="34" charset="0"/>
              <a:cs typeface="Calibri" panose="020F0502020204030204" pitchFamily="34" charset="0"/>
            </a:endParaRPr>
          </a:p>
          <a:p>
            <a:pPr marL="68580" indent="0">
              <a:buNone/>
            </a:pPr>
            <a:r>
              <a:rPr lang="es-ES_tradnl" sz="2000">
                <a:ea typeface="Tahoma" panose="020B0604030504040204" pitchFamily="34" charset="0"/>
                <a:cs typeface="Calibri" panose="020F0502020204030204" pitchFamily="34" charset="0"/>
              </a:rPr>
              <a:t>¡GLORIA A DIOS!</a:t>
            </a:r>
            <a:endParaRPr lang="es-ES" sz="2000">
              <a:ea typeface="Tahoma" panose="020B0604030504040204" pitchFamily="34" charset="0"/>
              <a:cs typeface="Calibri" panose="020F0502020204030204" pitchFamily="34" charset="0"/>
            </a:endParaRPr>
          </a:p>
          <a:p>
            <a:pPr marL="68580" indent="0">
              <a:buNone/>
            </a:pPr>
            <a:r>
              <a:rPr lang="es-ES_tradnl" sz="2000">
                <a:ea typeface="Tahoma" panose="020B0604030504040204" pitchFamily="34" charset="0"/>
                <a:cs typeface="Calibri" panose="020F0502020204030204" pitchFamily="34" charset="0"/>
              </a:rPr>
              <a:t>(A él sea el honor).</a:t>
            </a:r>
          </a:p>
          <a:p>
            <a:pPr marL="68580" indent="0">
              <a:buNone/>
            </a:pPr>
            <a:r>
              <a:rPr lang="es-ES_tradnl" sz="2000">
                <a:ea typeface="Tahoma" panose="020B0604030504040204" pitchFamily="34" charset="0"/>
                <a:cs typeface="Calibri" panose="020F0502020204030204" pitchFamily="34" charset="0"/>
              </a:rPr>
              <a:t>¡GLORIA A DIOS POR SIEMPRE,</a:t>
            </a:r>
          </a:p>
          <a:p>
            <a:pPr marL="68580" indent="0">
              <a:buNone/>
            </a:pPr>
            <a:r>
              <a:rPr lang="es-ES_tradnl" sz="2000">
                <a:ea typeface="Tahoma" panose="020B0604030504040204" pitchFamily="34" charset="0"/>
                <a:cs typeface="Calibri" panose="020F0502020204030204" pitchFamily="34" charset="0"/>
              </a:rPr>
              <a:t>GLORIA A TODO EL CIELO!,	</a:t>
            </a:r>
            <a:endParaRPr lang="es-ES" sz="2000">
              <a:ea typeface="Tahoma" panose="020B0604030504040204" pitchFamily="34" charset="0"/>
              <a:cs typeface="Calibri" panose="020F0502020204030204" pitchFamily="34" charset="0"/>
            </a:endParaRPr>
          </a:p>
          <a:p>
            <a:pPr marL="68580" indent="0">
              <a:buNone/>
            </a:pPr>
            <a:r>
              <a:rPr lang="es-ES_tradnl" sz="2000">
                <a:ea typeface="Tahoma" panose="020B0604030504040204" pitchFamily="34" charset="0"/>
                <a:cs typeface="Calibri" panose="020F0502020204030204" pitchFamily="34" charset="0"/>
              </a:rPr>
              <a:t>¡GLORIA PARA NUESTRO DIOS! (Bis)</a:t>
            </a:r>
            <a:endParaRPr lang="es-ES" sz="2000">
              <a:ea typeface="Tahoma" panose="020B0604030504040204" pitchFamily="34" charset="0"/>
              <a:cs typeface="Calibri" panose="020F0502020204030204" pitchFamily="34" charset="0"/>
            </a:endParaRPr>
          </a:p>
        </p:txBody>
      </p:sp>
      <p:pic>
        <p:nvPicPr>
          <p:cNvPr id="5" name="Imagen 4" descr="Una caricatura de una persona&#10;&#10;Descripción generada automáticamente con confianza media">
            <a:extLst>
              <a:ext uri="{FF2B5EF4-FFF2-40B4-BE49-F238E27FC236}">
                <a16:creationId xmlns:a16="http://schemas.microsoft.com/office/drawing/2014/main" id="{29D87C61-373D-8B3E-ECBB-6407CB51982E}"/>
              </a:ext>
            </a:extLst>
          </p:cNvPr>
          <p:cNvPicPr>
            <a:picLocks noChangeAspect="1"/>
          </p:cNvPicPr>
          <p:nvPr/>
        </p:nvPicPr>
        <p:blipFill>
          <a:blip r:embed="rId2">
            <a:clrChange>
              <a:clrFrom>
                <a:srgbClr val="FFFFFF"/>
              </a:clrFrom>
              <a:clrTo>
                <a:srgbClr val="FFFFFF">
                  <a:alpha val="0"/>
                </a:srgbClr>
              </a:clrTo>
            </a:clrChange>
          </a:blip>
          <a:stretch>
            <a:fillRect/>
          </a:stretch>
        </p:blipFill>
        <p:spPr>
          <a:xfrm>
            <a:off x="8051732" y="2475480"/>
            <a:ext cx="4511674" cy="4677487"/>
          </a:xfrm>
          <a:prstGeom prst="rect">
            <a:avLst/>
          </a:prstGeom>
        </p:spPr>
      </p:pic>
    </p:spTree>
    <p:extLst>
      <p:ext uri="{BB962C8B-B14F-4D97-AF65-F5344CB8AC3E}">
        <p14:creationId xmlns:p14="http://schemas.microsoft.com/office/powerpoint/2010/main" val="3830970617"/>
      </p:ext>
    </p:extLst>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sld>
</file>

<file path=ppt/slides/slide2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2 Marcador de contenido"/>
          <p:cNvSpPr>
            <a:spLocks noGrp="1"/>
          </p:cNvSpPr>
          <p:nvPr>
            <p:ph sz="half" idx="4294967295"/>
          </p:nvPr>
        </p:nvSpPr>
        <p:spPr>
          <a:xfrm>
            <a:off x="1524001" y="928688"/>
            <a:ext cx="3783013" cy="5746750"/>
          </a:xfrm>
          <a:prstGeom prst="rect">
            <a:avLst/>
          </a:prstGeom>
        </p:spPr>
        <p:txBody>
          <a:bodyPr>
            <a:noAutofit/>
          </a:bodyPr>
          <a:lstStyle/>
          <a:p>
            <a:pPr marL="68580" indent="0" algn="just">
              <a:lnSpc>
                <a:spcPct val="100000"/>
              </a:lnSpc>
              <a:buNone/>
            </a:pPr>
            <a:r>
              <a:rPr lang="es-ES" sz="2000">
                <a:ea typeface="Tahoma" panose="020B0604030504040204" pitchFamily="34" charset="0"/>
                <a:cs typeface="Calibri" panose="020F0502020204030204" pitchFamily="34" charset="0"/>
              </a:rPr>
              <a:t>Te damos gracias, Señor,</a:t>
            </a:r>
          </a:p>
          <a:p>
            <a:pPr marL="68580" indent="0" algn="just">
              <a:lnSpc>
                <a:spcPct val="100000"/>
              </a:lnSpc>
              <a:buNone/>
            </a:pPr>
            <a:r>
              <a:rPr lang="es-ES" sz="2000">
                <a:ea typeface="Tahoma" panose="020B0604030504040204" pitchFamily="34" charset="0"/>
                <a:cs typeface="Calibri" panose="020F0502020204030204" pitchFamily="34" charset="0"/>
              </a:rPr>
              <a:t>por los campos en flor,</a:t>
            </a:r>
          </a:p>
          <a:p>
            <a:pPr marL="68580" indent="0" algn="just">
              <a:lnSpc>
                <a:spcPct val="100000"/>
              </a:lnSpc>
              <a:buNone/>
            </a:pPr>
            <a:r>
              <a:rPr lang="es-ES" sz="2000">
                <a:ea typeface="Tahoma" panose="020B0604030504040204" pitchFamily="34" charset="0"/>
                <a:cs typeface="Calibri" panose="020F0502020204030204" pitchFamily="34" charset="0"/>
              </a:rPr>
              <a:t>por la nieve de los montes;</a:t>
            </a:r>
          </a:p>
          <a:p>
            <a:pPr marL="68580" indent="0" algn="just">
              <a:lnSpc>
                <a:spcPct val="100000"/>
              </a:lnSpc>
              <a:buNone/>
            </a:pPr>
            <a:r>
              <a:rPr lang="es-ES" sz="2000">
                <a:ea typeface="Tahoma" panose="020B0604030504040204" pitchFamily="34" charset="0"/>
                <a:cs typeface="Calibri" panose="020F0502020204030204" pitchFamily="34" charset="0"/>
              </a:rPr>
              <a:t>bendecimos tu nombre</a:t>
            </a:r>
          </a:p>
          <a:p>
            <a:pPr marL="68580" indent="0" algn="just">
              <a:lnSpc>
                <a:spcPct val="100000"/>
              </a:lnSpc>
              <a:buNone/>
            </a:pPr>
            <a:r>
              <a:rPr lang="es-ES" sz="2000">
                <a:ea typeface="Tahoma" panose="020B0604030504040204" pitchFamily="34" charset="0"/>
                <a:cs typeface="Calibri" panose="020F0502020204030204" pitchFamily="34" charset="0"/>
              </a:rPr>
              <a:t>alzando las manos,</a:t>
            </a:r>
          </a:p>
          <a:p>
            <a:pPr marL="68580" indent="0" algn="just">
              <a:lnSpc>
                <a:spcPct val="100000"/>
              </a:lnSpc>
              <a:buNone/>
            </a:pPr>
            <a:r>
              <a:rPr lang="es-ES" sz="2000">
                <a:ea typeface="Tahoma" panose="020B0604030504040204" pitchFamily="34" charset="0"/>
                <a:cs typeface="Calibri" panose="020F0502020204030204" pitchFamily="34" charset="0"/>
              </a:rPr>
              <a:t>cantando para Ti, Señor.</a:t>
            </a:r>
          </a:p>
          <a:p>
            <a:pPr marL="68580" indent="0" algn="just">
              <a:lnSpc>
                <a:spcPct val="100000"/>
              </a:lnSpc>
              <a:buNone/>
            </a:pPr>
            <a:endParaRPr lang="es-ES" sz="2000">
              <a:ea typeface="Tahoma" panose="020B0604030504040204" pitchFamily="34" charset="0"/>
              <a:cs typeface="Calibri" panose="020F0502020204030204" pitchFamily="34" charset="0"/>
            </a:endParaRPr>
          </a:p>
          <a:p>
            <a:pPr marL="68580" indent="0" algn="just">
              <a:lnSpc>
                <a:spcPct val="100000"/>
              </a:lnSpc>
              <a:buNone/>
            </a:pPr>
            <a:r>
              <a:rPr lang="es-ES" sz="2000">
                <a:ea typeface="Tahoma" panose="020B0604030504040204" pitchFamily="34" charset="0"/>
                <a:cs typeface="Calibri" panose="020F0502020204030204" pitchFamily="34" charset="0"/>
              </a:rPr>
              <a:t>Te damos gracias, Jesús,</a:t>
            </a:r>
          </a:p>
          <a:p>
            <a:pPr marL="68580" indent="0" algn="just">
              <a:lnSpc>
                <a:spcPct val="100000"/>
              </a:lnSpc>
              <a:buNone/>
            </a:pPr>
            <a:r>
              <a:rPr lang="es-ES" sz="2000">
                <a:ea typeface="Tahoma" panose="020B0604030504040204" pitchFamily="34" charset="0"/>
                <a:cs typeface="Calibri" panose="020F0502020204030204" pitchFamily="34" charset="0"/>
              </a:rPr>
              <a:t>por las olas del mar,</a:t>
            </a:r>
          </a:p>
          <a:p>
            <a:pPr marL="68580" indent="0" algn="just">
              <a:lnSpc>
                <a:spcPct val="100000"/>
              </a:lnSpc>
              <a:buNone/>
            </a:pPr>
            <a:r>
              <a:rPr lang="es-ES" sz="2000">
                <a:ea typeface="Tahoma" panose="020B0604030504040204" pitchFamily="34" charset="0"/>
                <a:cs typeface="Calibri" panose="020F0502020204030204" pitchFamily="34" charset="0"/>
              </a:rPr>
              <a:t>por el canto de las aves;</a:t>
            </a:r>
          </a:p>
          <a:p>
            <a:pPr marL="68580" indent="0" algn="just">
              <a:lnSpc>
                <a:spcPct val="100000"/>
              </a:lnSpc>
              <a:buNone/>
            </a:pPr>
            <a:r>
              <a:rPr lang="es-ES" sz="2000">
                <a:ea typeface="Tahoma" panose="020B0604030504040204" pitchFamily="34" charset="0"/>
                <a:cs typeface="Calibri" panose="020F0502020204030204" pitchFamily="34" charset="0"/>
              </a:rPr>
              <a:t>bendecimos tu nombre</a:t>
            </a:r>
          </a:p>
          <a:p>
            <a:pPr marL="68580" indent="0" algn="just">
              <a:lnSpc>
                <a:spcPct val="100000"/>
              </a:lnSpc>
              <a:buNone/>
            </a:pPr>
            <a:r>
              <a:rPr lang="es-ES" sz="2000">
                <a:ea typeface="Tahoma" panose="020B0604030504040204" pitchFamily="34" charset="0"/>
                <a:cs typeface="Calibri" panose="020F0502020204030204" pitchFamily="34" charset="0"/>
              </a:rPr>
              <a:t>alzando las manos,</a:t>
            </a:r>
          </a:p>
          <a:p>
            <a:pPr marL="68580" indent="0" algn="just">
              <a:lnSpc>
                <a:spcPct val="100000"/>
              </a:lnSpc>
              <a:buNone/>
            </a:pPr>
            <a:r>
              <a:rPr lang="es-ES" sz="2000">
                <a:ea typeface="Tahoma" panose="020B0604030504040204" pitchFamily="34" charset="0"/>
                <a:cs typeface="Calibri" panose="020F0502020204030204" pitchFamily="34" charset="0"/>
              </a:rPr>
              <a:t>cantando para Ti, Señor.</a:t>
            </a:r>
            <a:r>
              <a:rPr lang="es-ES_tradnl" sz="2000">
                <a:ea typeface="Tahoma" pitchFamily="34" charset="0"/>
                <a:cs typeface="Calibri" panose="020F0502020204030204" pitchFamily="34" charset="0"/>
              </a:rPr>
              <a:t>	</a:t>
            </a:r>
            <a:endParaRPr lang="es-ES" sz="2000">
              <a:ea typeface="Tahoma" pitchFamily="34" charset="0"/>
              <a:cs typeface="Calibri" panose="020F0502020204030204" pitchFamily="34" charset="0"/>
            </a:endParaRPr>
          </a:p>
        </p:txBody>
      </p:sp>
      <p:sp>
        <p:nvSpPr>
          <p:cNvPr id="15" name="3 Marcador de contenido"/>
          <p:cNvSpPr>
            <a:spLocks noGrp="1"/>
          </p:cNvSpPr>
          <p:nvPr>
            <p:ph sz="half" idx="4294967295"/>
          </p:nvPr>
        </p:nvSpPr>
        <p:spPr>
          <a:xfrm>
            <a:off x="4997835" y="2150244"/>
            <a:ext cx="4727575" cy="5473700"/>
          </a:xfrm>
          <a:prstGeom prst="rect">
            <a:avLst/>
          </a:prstGeom>
        </p:spPr>
        <p:txBody>
          <a:bodyPr>
            <a:noAutofit/>
          </a:bodyPr>
          <a:lstStyle/>
          <a:p>
            <a:pPr marL="68580" indent="0" algn="just">
              <a:buNone/>
            </a:pPr>
            <a:r>
              <a:rPr lang="es-ES_tradnl" sz="2000">
                <a:ea typeface="Tahoma" panose="020B0604030504040204" pitchFamily="34" charset="0"/>
                <a:cs typeface="Calibri" panose="020F0502020204030204" pitchFamily="34" charset="0"/>
              </a:rPr>
              <a:t>¡GLORIA A DIOS!</a:t>
            </a:r>
            <a:endParaRPr lang="es-ES" sz="2000">
              <a:ea typeface="Tahoma" panose="020B0604030504040204" pitchFamily="34" charset="0"/>
              <a:cs typeface="Calibri" panose="020F0502020204030204" pitchFamily="34" charset="0"/>
            </a:endParaRPr>
          </a:p>
          <a:p>
            <a:pPr marL="68580" indent="0" algn="just">
              <a:buNone/>
            </a:pPr>
            <a:r>
              <a:rPr lang="es-ES_tradnl" sz="2000">
                <a:ea typeface="Tahoma" panose="020B0604030504040204" pitchFamily="34" charset="0"/>
                <a:cs typeface="Calibri" panose="020F0502020204030204" pitchFamily="34" charset="0"/>
              </a:rPr>
              <a:t>(A él sea el poder),</a:t>
            </a:r>
            <a:endParaRPr lang="es-ES" sz="2000">
              <a:ea typeface="Tahoma" panose="020B0604030504040204" pitchFamily="34" charset="0"/>
              <a:cs typeface="Calibri" panose="020F0502020204030204" pitchFamily="34" charset="0"/>
            </a:endParaRPr>
          </a:p>
          <a:p>
            <a:pPr marL="68580" indent="0" algn="just">
              <a:buNone/>
            </a:pPr>
            <a:r>
              <a:rPr lang="es-ES_tradnl" sz="2000">
                <a:ea typeface="Tahoma" panose="020B0604030504040204" pitchFamily="34" charset="0"/>
                <a:cs typeface="Calibri" panose="020F0502020204030204" pitchFamily="34" charset="0"/>
              </a:rPr>
              <a:t>¡GLORIA A DIOS!</a:t>
            </a:r>
            <a:endParaRPr lang="es-ES" sz="2000">
              <a:ea typeface="Tahoma" panose="020B0604030504040204" pitchFamily="34" charset="0"/>
              <a:cs typeface="Calibri" panose="020F0502020204030204" pitchFamily="34" charset="0"/>
            </a:endParaRPr>
          </a:p>
          <a:p>
            <a:pPr marL="68580" indent="0" algn="just">
              <a:buNone/>
            </a:pPr>
            <a:r>
              <a:rPr lang="es-ES_tradnl" sz="2000">
                <a:ea typeface="Tahoma" panose="020B0604030504040204" pitchFamily="34" charset="0"/>
                <a:cs typeface="Calibri" panose="020F0502020204030204" pitchFamily="34" charset="0"/>
              </a:rPr>
              <a:t>(A él sea el honor).</a:t>
            </a:r>
          </a:p>
          <a:p>
            <a:pPr marL="68580" indent="0">
              <a:buNone/>
            </a:pPr>
            <a:r>
              <a:rPr lang="es-ES_tradnl" sz="2000">
                <a:ea typeface="Tahoma" panose="020B0604030504040204" pitchFamily="34" charset="0"/>
                <a:cs typeface="Calibri" panose="020F0502020204030204" pitchFamily="34" charset="0"/>
              </a:rPr>
              <a:t>¡GLORIA A DIOS POR SIEMPRE,</a:t>
            </a:r>
          </a:p>
          <a:p>
            <a:pPr marL="68580" indent="0" algn="just">
              <a:buNone/>
            </a:pPr>
            <a:r>
              <a:rPr lang="es-ES_tradnl" sz="2000">
                <a:ea typeface="Tahoma" panose="020B0604030504040204" pitchFamily="34" charset="0"/>
                <a:cs typeface="Calibri" panose="020F0502020204030204" pitchFamily="34" charset="0"/>
              </a:rPr>
              <a:t>GLORIA A TODO EL CIELO!,	</a:t>
            </a:r>
            <a:endParaRPr lang="es-ES" sz="2000">
              <a:ea typeface="Tahoma" panose="020B0604030504040204" pitchFamily="34" charset="0"/>
              <a:cs typeface="Calibri" panose="020F0502020204030204" pitchFamily="34" charset="0"/>
            </a:endParaRPr>
          </a:p>
          <a:p>
            <a:pPr marL="68580" indent="0" algn="just">
              <a:buNone/>
            </a:pPr>
            <a:r>
              <a:rPr lang="es-ES_tradnl" sz="2000">
                <a:ea typeface="Tahoma" panose="020B0604030504040204" pitchFamily="34" charset="0"/>
                <a:cs typeface="Calibri" panose="020F0502020204030204" pitchFamily="34" charset="0"/>
              </a:rPr>
              <a:t>¡GLORIA PARA NUESTRO DIOS! (Bis)</a:t>
            </a:r>
            <a:endParaRPr lang="es-ES" sz="2000">
              <a:ea typeface="Tahoma" panose="020B0604030504040204" pitchFamily="34" charset="0"/>
              <a:cs typeface="Calibri" panose="020F0502020204030204" pitchFamily="34" charset="0"/>
            </a:endParaRPr>
          </a:p>
        </p:txBody>
      </p:sp>
      <p:sp>
        <p:nvSpPr>
          <p:cNvPr id="18" name="1 Título"/>
          <p:cNvSpPr txBox="1">
            <a:spLocks/>
          </p:cNvSpPr>
          <p:nvPr/>
        </p:nvSpPr>
        <p:spPr>
          <a:xfrm>
            <a:off x="822065" y="169003"/>
            <a:ext cx="4384821" cy="693147"/>
          </a:xfrm>
          <a:prstGeom prst="rect">
            <a:avLst/>
          </a:prstGeom>
        </p:spPr>
        <p:txBody>
          <a:bodyPr vert="horz" lIns="91440" tIns="45720" rIns="91440" bIns="45720" rtlCol="0" anchor="ctr">
            <a:noAutofit/>
          </a:bodyPr>
          <a:lstStyle/>
          <a:p>
            <a:pPr algn="ctr" defTabSz="914400">
              <a:lnSpc>
                <a:spcPct val="90000"/>
              </a:lnSpc>
              <a:spcBef>
                <a:spcPct val="0"/>
              </a:spcBef>
              <a:defRPr/>
            </a:pPr>
            <a:r>
              <a:rPr lang="es-ES" sz="4800" cap="all">
                <a:effectLst>
                  <a:outerShdw blurRad="50800" dist="63500" dir="2700000" algn="tl" rotWithShape="0">
                    <a:srgbClr val="000000">
                      <a:alpha val="48000"/>
                    </a:srgbClr>
                  </a:outerShdw>
                </a:effectLst>
                <a:latin typeface="+mj-lt"/>
                <a:ea typeface="Tahoma" panose="020B0604030504040204" pitchFamily="34" charset="0"/>
                <a:cs typeface="Calibri" panose="020F0502020204030204" pitchFamily="34" charset="0"/>
              </a:rPr>
              <a:t>GLORIA (II)</a:t>
            </a:r>
          </a:p>
        </p:txBody>
      </p:sp>
      <p:pic>
        <p:nvPicPr>
          <p:cNvPr id="2050" name="Picture 2" descr="560 ideas de God | imágenes religiosas, dibujos de jesús, arte de jesús">
            <a:extLst>
              <a:ext uri="{FF2B5EF4-FFF2-40B4-BE49-F238E27FC236}">
                <a16:creationId xmlns:a16="http://schemas.microsoft.com/office/drawing/2014/main" id="{0079844A-36EB-50BE-8F5B-9C4869866F7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079441" y="1710812"/>
            <a:ext cx="2859992" cy="367193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337026695"/>
      </p:ext>
    </p:extLst>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1335444-6F48-4A2D-93C6-1507399AB2A6}"/>
            </a:ext>
          </a:extLst>
        </p:cNvPr>
        <p:cNvGrpSpPr/>
        <p:nvPr/>
      </p:nvGrpSpPr>
      <p:grpSpPr>
        <a:xfrm>
          <a:off x="0" y="0"/>
          <a:ext cx="0" cy="0"/>
          <a:chOff x="0" y="0"/>
          <a:chExt cx="0" cy="0"/>
        </a:xfrm>
      </p:grpSpPr>
      <p:pic>
        <p:nvPicPr>
          <p:cNvPr id="9" name="Imagen 8" descr="Imagen de la pantalla de un video juego&#10;&#10;Descripción generada automáticamente con confianza media">
            <a:extLst>
              <a:ext uri="{FF2B5EF4-FFF2-40B4-BE49-F238E27FC236}">
                <a16:creationId xmlns:a16="http://schemas.microsoft.com/office/drawing/2014/main" id="{B5E4ABCE-4454-75B4-C2BE-FEBA85D30CEF}"/>
              </a:ext>
            </a:extLst>
          </p:cNvPr>
          <p:cNvPicPr>
            <a:picLocks noChangeAspect="1"/>
          </p:cNvPicPr>
          <p:nvPr/>
        </p:nvPicPr>
        <p:blipFill rotWithShape="1">
          <a:blip r:embed="rId2"/>
          <a:srcRect l="26283" t="-1" r="26846" b="3309"/>
          <a:stretch/>
        </p:blipFill>
        <p:spPr>
          <a:xfrm>
            <a:off x="5012891" y="0"/>
            <a:ext cx="8634855" cy="6858000"/>
          </a:xfrm>
          <a:prstGeom prst="rect">
            <a:avLst/>
          </a:prstGeom>
        </p:spPr>
      </p:pic>
      <p:sp>
        <p:nvSpPr>
          <p:cNvPr id="12" name="Llamada de nube 11">
            <a:extLst>
              <a:ext uri="{FF2B5EF4-FFF2-40B4-BE49-F238E27FC236}">
                <a16:creationId xmlns:a16="http://schemas.microsoft.com/office/drawing/2014/main" id="{4572CD02-8FB6-7820-A79B-35B1D7BC581B}"/>
              </a:ext>
            </a:extLst>
          </p:cNvPr>
          <p:cNvSpPr/>
          <p:nvPr/>
        </p:nvSpPr>
        <p:spPr>
          <a:xfrm>
            <a:off x="3088371" y="0"/>
            <a:ext cx="3423754" cy="6858000"/>
          </a:xfrm>
          <a:prstGeom prst="cloudCallou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3" name="Imagen 2" descr="Un dibujo de un perro&#10;&#10;Descripción generada automáticamente con confianza media">
            <a:extLst>
              <a:ext uri="{FF2B5EF4-FFF2-40B4-BE49-F238E27FC236}">
                <a16:creationId xmlns:a16="http://schemas.microsoft.com/office/drawing/2014/main" id="{59EB3E4C-5E99-405B-F273-ECAC1356593B}"/>
              </a:ext>
            </a:extLst>
          </p:cNvPr>
          <p:cNvPicPr>
            <a:picLocks noChangeAspect="1"/>
          </p:cNvPicPr>
          <p:nvPr/>
        </p:nvPicPr>
        <p:blipFill>
          <a:blip r:embed="rId3">
            <a:clrChange>
              <a:clrFrom>
                <a:srgbClr val="FFFFFF"/>
              </a:clrFrom>
              <a:clrTo>
                <a:srgbClr val="FFFFFF">
                  <a:alpha val="0"/>
                </a:srgbClr>
              </a:clrTo>
            </a:clrChange>
          </a:blip>
          <a:stretch>
            <a:fillRect/>
          </a:stretch>
        </p:blipFill>
        <p:spPr>
          <a:xfrm>
            <a:off x="3089" y="2356243"/>
            <a:ext cx="6232014" cy="2782120"/>
          </a:xfrm>
          <a:prstGeom prst="rect">
            <a:avLst/>
          </a:prstGeom>
        </p:spPr>
      </p:pic>
      <p:pic>
        <p:nvPicPr>
          <p:cNvPr id="2" name="Imagen 1" descr="Imagen que contiene Escala de tiempo&#10;&#10;El contenido generado por IA puede ser incorrecto.">
            <a:extLst>
              <a:ext uri="{FF2B5EF4-FFF2-40B4-BE49-F238E27FC236}">
                <a16:creationId xmlns:a16="http://schemas.microsoft.com/office/drawing/2014/main" id="{A0ABA2DB-0FF9-D852-376B-C1151F36CA56}"/>
              </a:ext>
            </a:extLst>
          </p:cNvPr>
          <p:cNvPicPr>
            <a:picLocks noChangeAspect="1"/>
          </p:cNvPicPr>
          <p:nvPr/>
        </p:nvPicPr>
        <p:blipFill>
          <a:blip r:embed="rId4"/>
          <a:stretch>
            <a:fillRect/>
          </a:stretch>
        </p:blipFill>
        <p:spPr>
          <a:xfrm>
            <a:off x="169297" y="598240"/>
            <a:ext cx="1541821" cy="1487436"/>
          </a:xfrm>
          <a:prstGeom prst="rect">
            <a:avLst/>
          </a:prstGeom>
        </p:spPr>
      </p:pic>
      <p:grpSp>
        <p:nvGrpSpPr>
          <p:cNvPr id="17" name="Grupo 16">
            <a:extLst>
              <a:ext uri="{FF2B5EF4-FFF2-40B4-BE49-F238E27FC236}">
                <a16:creationId xmlns:a16="http://schemas.microsoft.com/office/drawing/2014/main" id="{7B0C78AC-E47F-DF09-716A-F5692431C349}"/>
              </a:ext>
            </a:extLst>
          </p:cNvPr>
          <p:cNvGrpSpPr/>
          <p:nvPr/>
        </p:nvGrpSpPr>
        <p:grpSpPr>
          <a:xfrm>
            <a:off x="1057" y="-4361"/>
            <a:ext cx="12190281" cy="517821"/>
            <a:chOff x="1057" y="-4361"/>
            <a:chExt cx="12503431" cy="517821"/>
          </a:xfrm>
        </p:grpSpPr>
        <p:sp>
          <p:nvSpPr>
            <p:cNvPr id="13" name="Rectángulo 12">
              <a:extLst>
                <a:ext uri="{FF2B5EF4-FFF2-40B4-BE49-F238E27FC236}">
                  <a16:creationId xmlns:a16="http://schemas.microsoft.com/office/drawing/2014/main" id="{A5A0B096-DD6E-16A8-4081-0DDF6B28ACF1}"/>
                </a:ext>
              </a:extLst>
            </p:cNvPr>
            <p:cNvSpPr/>
            <p:nvPr/>
          </p:nvSpPr>
          <p:spPr>
            <a:xfrm>
              <a:off x="3122126" y="-4360"/>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Liturgia de la Palabra</a:t>
              </a:r>
              <a:endParaRPr lang="es-ES" sz="2400">
                <a:solidFill>
                  <a:schemeClr val="tx1">
                    <a:lumMod val="49000"/>
                    <a:lumOff val="51000"/>
                  </a:schemeClr>
                </a:solidFill>
                <a:ea typeface="Calibri"/>
                <a:cs typeface="Calibri"/>
              </a:endParaRPr>
            </a:p>
          </p:txBody>
        </p:sp>
        <p:sp>
          <p:nvSpPr>
            <p:cNvPr id="14" name="Rectángulo 13">
              <a:extLst>
                <a:ext uri="{FF2B5EF4-FFF2-40B4-BE49-F238E27FC236}">
                  <a16:creationId xmlns:a16="http://schemas.microsoft.com/office/drawing/2014/main" id="{31E511BA-9319-012D-233C-D4117641C9D0}"/>
                </a:ext>
              </a:extLst>
            </p:cNvPr>
            <p:cNvSpPr/>
            <p:nvPr/>
          </p:nvSpPr>
          <p:spPr>
            <a:xfrm>
              <a:off x="6247290" y="-4361"/>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Liturgia Eucarística</a:t>
              </a:r>
              <a:endParaRPr lang="es-ES" sz="2400">
                <a:solidFill>
                  <a:schemeClr val="tx1">
                    <a:lumMod val="49000"/>
                    <a:lumOff val="51000"/>
                  </a:schemeClr>
                </a:solidFill>
                <a:ea typeface="Calibri"/>
                <a:cs typeface="Calibri"/>
              </a:endParaRPr>
            </a:p>
          </p:txBody>
        </p:sp>
        <p:sp>
          <p:nvSpPr>
            <p:cNvPr id="15" name="Rectángulo 14">
              <a:extLst>
                <a:ext uri="{FF2B5EF4-FFF2-40B4-BE49-F238E27FC236}">
                  <a16:creationId xmlns:a16="http://schemas.microsoft.com/office/drawing/2014/main" id="{2509150C-1906-374B-F31C-F6E467A40E7B}"/>
                </a:ext>
              </a:extLst>
            </p:cNvPr>
            <p:cNvSpPr/>
            <p:nvPr/>
          </p:nvSpPr>
          <p:spPr>
            <a:xfrm>
              <a:off x="9372455" y="-4360"/>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Rito de Conclusión</a:t>
              </a:r>
              <a:endParaRPr lang="es-ES">
                <a:solidFill>
                  <a:schemeClr val="tx1">
                    <a:lumMod val="49000"/>
                    <a:lumOff val="51000"/>
                  </a:schemeClr>
                </a:solidFill>
                <a:ea typeface="Calibri"/>
                <a:cs typeface="Calibri"/>
              </a:endParaRPr>
            </a:p>
          </p:txBody>
        </p:sp>
        <p:sp>
          <p:nvSpPr>
            <p:cNvPr id="16" name="Rectángulo 15">
              <a:extLst>
                <a:ext uri="{FF2B5EF4-FFF2-40B4-BE49-F238E27FC236}">
                  <a16:creationId xmlns:a16="http://schemas.microsoft.com/office/drawing/2014/main" id="{C5FFAD81-043A-E7FD-347E-0250713756ED}"/>
                </a:ext>
              </a:extLst>
            </p:cNvPr>
            <p:cNvSpPr/>
            <p:nvPr/>
          </p:nvSpPr>
          <p:spPr>
            <a:xfrm>
              <a:off x="1057" y="-4361"/>
              <a:ext cx="3121595" cy="517821"/>
            </a:xfrm>
            <a:prstGeom prst="rect">
              <a:avLst/>
            </a:prstGeom>
            <a:solidFill>
              <a:schemeClr val="accent1"/>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800" b="1">
                  <a:solidFill>
                    <a:schemeClr val="tx1"/>
                  </a:solidFill>
                  <a:ea typeface="Calibri"/>
                  <a:cs typeface="Calibri"/>
                </a:rPr>
                <a:t>Ritos Iniciales</a:t>
              </a:r>
              <a:endParaRPr lang="es-ES" sz="2800">
                <a:solidFill>
                  <a:schemeClr val="tx1"/>
                </a:solidFill>
                <a:ea typeface="Calibri"/>
                <a:cs typeface="Calibri"/>
              </a:endParaRPr>
            </a:p>
          </p:txBody>
        </p:sp>
      </p:grpSp>
    </p:spTree>
    <p:extLst>
      <p:ext uri="{BB962C8B-B14F-4D97-AF65-F5344CB8AC3E}">
        <p14:creationId xmlns:p14="http://schemas.microsoft.com/office/powerpoint/2010/main" val="1276496694"/>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6320E096-DFE7-02C3-2ACD-E4B7D1F4B7D7}"/>
            </a:ext>
          </a:extLst>
        </p:cNvPr>
        <p:cNvGrpSpPr/>
        <p:nvPr/>
      </p:nvGrpSpPr>
      <p:grpSpPr>
        <a:xfrm>
          <a:off x="0" y="0"/>
          <a:ext cx="0" cy="0"/>
          <a:chOff x="0" y="0"/>
          <a:chExt cx="0" cy="0"/>
        </a:xfrm>
      </p:grpSpPr>
      <p:sp>
        <p:nvSpPr>
          <p:cNvPr id="13" name="Marcador de contenido 2">
            <a:extLst>
              <a:ext uri="{FF2B5EF4-FFF2-40B4-BE49-F238E27FC236}">
                <a16:creationId xmlns:a16="http://schemas.microsoft.com/office/drawing/2014/main" id="{371DE804-5669-E51C-998D-8F7416CE8357}"/>
              </a:ext>
            </a:extLst>
          </p:cNvPr>
          <p:cNvSpPr txBox="1">
            <a:spLocks/>
          </p:cNvSpPr>
          <p:nvPr/>
        </p:nvSpPr>
        <p:spPr>
          <a:xfrm>
            <a:off x="518341" y="1301679"/>
            <a:ext cx="8329886" cy="3800475"/>
          </a:xfrm>
          <a:prstGeom prst="rect">
            <a:avLst/>
          </a:prstGeom>
        </p:spPr>
        <p:txBody>
          <a:bodyPr vert="horz" lIns="91440" tIns="45720" rIns="91440" bIns="45720" rtlCol="0" anchor="t">
            <a:no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bg1"/>
                </a:solidFill>
                <a:latin typeface="Maiandra GD" panose="020E0502030308020204" pitchFamily="34" charset="0"/>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bg1"/>
                </a:solidFill>
                <a:latin typeface="Maiandra GD" panose="020E0502030308020204" pitchFamily="34" charset="0"/>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bg1"/>
                </a:solidFill>
                <a:latin typeface="Maiandra GD" panose="020E0502030308020204" pitchFamily="34" charset="0"/>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bg1"/>
                </a:solidFill>
                <a:latin typeface="Maiandra GD" panose="020E0502030308020204" pitchFamily="34" charset="0"/>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bg1"/>
                </a:solidFill>
                <a:latin typeface="Maiandra GD" panose="020E0502030308020204" pitchFamily="34" charset="0"/>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r>
              <a:rPr lang="es-ES" sz="3600" b="1">
                <a:solidFill>
                  <a:schemeClr val="tx1"/>
                </a:solidFill>
                <a:latin typeface="+mn-lt"/>
              </a:rPr>
              <a:t>Mi palabra será como la lluvia</a:t>
            </a:r>
            <a:endParaRPr lang="es-ES">
              <a:solidFill>
                <a:schemeClr val="tx1"/>
              </a:solidFill>
            </a:endParaRPr>
          </a:p>
          <a:p>
            <a:pPr marL="0" indent="0">
              <a:buNone/>
            </a:pPr>
            <a:r>
              <a:rPr lang="es-ES" sz="3600" b="1">
                <a:solidFill>
                  <a:schemeClr val="tx1"/>
                </a:solidFill>
                <a:latin typeface="+mn-lt"/>
              </a:rPr>
              <a:t>que al caer desde el cielo empapa la tierra</a:t>
            </a:r>
          </a:p>
          <a:p>
            <a:pPr marL="0" indent="0">
              <a:buNone/>
            </a:pPr>
            <a:r>
              <a:rPr lang="es-ES" sz="3600" b="1">
                <a:solidFill>
                  <a:schemeClr val="tx1"/>
                </a:solidFill>
                <a:latin typeface="+mn-lt"/>
              </a:rPr>
              <a:t>la hace fecunda, la llena de vida.</a:t>
            </a:r>
            <a:endParaRPr lang="es-ES">
              <a:solidFill>
                <a:schemeClr val="tx1"/>
              </a:solidFill>
            </a:endParaRPr>
          </a:p>
          <a:p>
            <a:pPr marL="0" indent="0">
              <a:buNone/>
            </a:pPr>
            <a:endParaRPr lang="es-ES" sz="3600" b="1">
              <a:solidFill>
                <a:schemeClr val="tx1"/>
              </a:solidFill>
              <a:latin typeface="+mn-lt"/>
              <a:ea typeface="Calibri"/>
              <a:cs typeface="Calibri"/>
            </a:endParaRPr>
          </a:p>
          <a:p>
            <a:pPr marL="0" indent="0">
              <a:buNone/>
            </a:pPr>
            <a:r>
              <a:rPr lang="es-ES" sz="3600" b="1">
                <a:solidFill>
                  <a:schemeClr val="tx1"/>
                </a:solidFill>
                <a:latin typeface="+mn-lt"/>
                <a:ea typeface="Calibri"/>
                <a:cs typeface="Calibri"/>
              </a:rPr>
              <a:t>Mi palabra será como la lluvia, </a:t>
            </a:r>
          </a:p>
          <a:p>
            <a:pPr marL="0" indent="0">
              <a:buNone/>
            </a:pPr>
            <a:r>
              <a:rPr lang="es-ES" sz="3600" b="1">
                <a:solidFill>
                  <a:schemeClr val="tx1"/>
                </a:solidFill>
                <a:latin typeface="+mn-lt"/>
                <a:ea typeface="Calibri"/>
                <a:cs typeface="Calibri"/>
              </a:rPr>
              <a:t>mi palabra será como la lluvia que al caer,</a:t>
            </a:r>
            <a:endParaRPr lang="es-ES">
              <a:solidFill>
                <a:schemeClr val="tx1"/>
              </a:solidFill>
              <a:ea typeface="Calibri"/>
              <a:cs typeface="Calibri"/>
            </a:endParaRPr>
          </a:p>
          <a:p>
            <a:pPr marL="0" indent="0">
              <a:buNone/>
            </a:pPr>
            <a:r>
              <a:rPr lang="es-ES" sz="3600" b="1">
                <a:solidFill>
                  <a:schemeClr val="tx1"/>
                </a:solidFill>
                <a:latin typeface="+mn-lt"/>
                <a:ea typeface="Calibri"/>
                <a:cs typeface="Calibri"/>
              </a:rPr>
              <a:t>empapa la tierra, la llena de vida.</a:t>
            </a:r>
          </a:p>
          <a:p>
            <a:pPr marL="0" indent="0">
              <a:buNone/>
            </a:pPr>
            <a:endParaRPr lang="es-ES" sz="3600" b="1">
              <a:solidFill>
                <a:schemeClr val="tx1"/>
              </a:solidFill>
              <a:latin typeface="+mn-lt"/>
              <a:ea typeface="Calibri"/>
              <a:cs typeface="Calibri"/>
            </a:endParaRPr>
          </a:p>
          <a:p>
            <a:pPr marL="0" indent="0">
              <a:buNone/>
            </a:pPr>
            <a:r>
              <a:rPr lang="es-ES" sz="3600" b="1">
                <a:solidFill>
                  <a:schemeClr val="tx1"/>
                </a:solidFill>
                <a:latin typeface="+mn-lt"/>
                <a:ea typeface="Calibri"/>
                <a:cs typeface="Calibri"/>
              </a:rPr>
              <a:t>Mi palabra será como la lluvia…</a:t>
            </a:r>
            <a:endParaRPr lang="es-ES">
              <a:solidFill>
                <a:schemeClr val="tx1"/>
              </a:solidFill>
            </a:endParaRPr>
          </a:p>
          <a:p>
            <a:pPr marL="0" indent="0">
              <a:buNone/>
            </a:pPr>
            <a:endParaRPr lang="es-ES" sz="3600" b="1">
              <a:solidFill>
                <a:schemeClr val="tx1"/>
              </a:solidFill>
              <a:latin typeface="+mn-lt"/>
            </a:endParaRPr>
          </a:p>
          <a:p>
            <a:pPr marL="0" indent="0">
              <a:buNone/>
            </a:pPr>
            <a:endParaRPr lang="es-ES" sz="3600" b="1">
              <a:solidFill>
                <a:srgbClr val="000000"/>
              </a:solidFill>
              <a:latin typeface="+mn-lt"/>
              <a:ea typeface="Calibri" panose="020F0502020204030204"/>
              <a:cs typeface="Calibri" panose="020F0502020204030204"/>
            </a:endParaRPr>
          </a:p>
          <a:p>
            <a:pPr marL="0" indent="0">
              <a:buNone/>
            </a:pPr>
            <a:endParaRPr lang="es-ES" sz="3200">
              <a:latin typeface="+mn-lt"/>
              <a:ea typeface="Calibri" panose="020F0502020204030204"/>
              <a:cs typeface="Calibri" panose="020F0502020204030204"/>
            </a:endParaRPr>
          </a:p>
        </p:txBody>
      </p:sp>
      <p:sp>
        <p:nvSpPr>
          <p:cNvPr id="5" name="Título 1">
            <a:extLst>
              <a:ext uri="{FF2B5EF4-FFF2-40B4-BE49-F238E27FC236}">
                <a16:creationId xmlns:a16="http://schemas.microsoft.com/office/drawing/2014/main" id="{03BC1488-A0FC-ADA2-6C33-7415BA5CB37F}"/>
              </a:ext>
            </a:extLst>
          </p:cNvPr>
          <p:cNvSpPr txBox="1">
            <a:spLocks/>
          </p:cNvSpPr>
          <p:nvPr/>
        </p:nvSpPr>
        <p:spPr>
          <a:xfrm>
            <a:off x="2721577" y="547954"/>
            <a:ext cx="4657725" cy="949373"/>
          </a:xfrm>
          <a:prstGeom prst="rect">
            <a:avLst/>
          </a:prstGeom>
        </p:spPr>
        <p:txBody>
          <a:bodyPr lIns="91440" tIns="45720" rIns="91440" bIns="45720" anchor="t"/>
          <a:lstStyle/>
          <a:p>
            <a:pPr defTabSz="914400">
              <a:spcBef>
                <a:spcPct val="0"/>
              </a:spcBef>
              <a:defRPr/>
            </a:pPr>
            <a:r>
              <a:rPr lang="es-ES" sz="3600" cap="all">
                <a:solidFill>
                  <a:schemeClr val="accent1"/>
                </a:solidFill>
                <a:effectLst>
                  <a:reflection blurRad="12700" stA="48000" endA="300" endPos="55000" dir="5400000" sy="-90000" algn="bl" rotWithShape="0"/>
                </a:effectLst>
                <a:ea typeface="+mj-ea"/>
                <a:cs typeface="Calibri"/>
              </a:rPr>
              <a:t>Mi palabra</a:t>
            </a:r>
            <a:endParaRPr lang="es-ES">
              <a:solidFill>
                <a:schemeClr val="accent1"/>
              </a:solidFill>
              <a:ea typeface="+mj-ea"/>
            </a:endParaRPr>
          </a:p>
        </p:txBody>
      </p:sp>
      <p:pic>
        <p:nvPicPr>
          <p:cNvPr id="5122" name="Picture 2" descr="Felizmente cantamos &quot;Aleluya&quot;! - rompecabezas en línea">
            <a:extLst>
              <a:ext uri="{FF2B5EF4-FFF2-40B4-BE49-F238E27FC236}">
                <a16:creationId xmlns:a16="http://schemas.microsoft.com/office/drawing/2014/main" id="{49A22923-2DA3-7BDF-C157-A1080266F0E5}"/>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606610" y="1156995"/>
            <a:ext cx="3580417" cy="5146849"/>
          </a:xfrm>
          <a:prstGeom prst="rect">
            <a:avLst/>
          </a:prstGeom>
          <a:noFill/>
          <a:extLst>
            <a:ext uri="{909E8E84-426E-40DD-AFC4-6F175D3DCCD1}">
              <a14:hiddenFill xmlns:a14="http://schemas.microsoft.com/office/drawing/2010/main">
                <a:solidFill>
                  <a:srgbClr val="FFFFFF"/>
                </a:solidFill>
              </a14:hiddenFill>
            </a:ext>
          </a:extLst>
        </p:spPr>
      </p:pic>
      <p:grpSp>
        <p:nvGrpSpPr>
          <p:cNvPr id="8" name="Grupo 7">
            <a:extLst>
              <a:ext uri="{FF2B5EF4-FFF2-40B4-BE49-F238E27FC236}">
                <a16:creationId xmlns:a16="http://schemas.microsoft.com/office/drawing/2014/main" id="{22F60613-7737-6C45-A95B-9D8650738E03}"/>
              </a:ext>
            </a:extLst>
          </p:cNvPr>
          <p:cNvGrpSpPr/>
          <p:nvPr/>
        </p:nvGrpSpPr>
        <p:grpSpPr>
          <a:xfrm>
            <a:off x="1057" y="-4361"/>
            <a:ext cx="12190282" cy="517822"/>
            <a:chOff x="1057" y="-4361"/>
            <a:chExt cx="12503431" cy="517822"/>
          </a:xfrm>
        </p:grpSpPr>
        <p:sp>
          <p:nvSpPr>
            <p:cNvPr id="3" name="Rectángulo 2">
              <a:extLst>
                <a:ext uri="{FF2B5EF4-FFF2-40B4-BE49-F238E27FC236}">
                  <a16:creationId xmlns:a16="http://schemas.microsoft.com/office/drawing/2014/main" id="{53C90C2F-22B2-0742-D903-A637B45261E8}"/>
                </a:ext>
              </a:extLst>
            </p:cNvPr>
            <p:cNvSpPr/>
            <p:nvPr/>
          </p:nvSpPr>
          <p:spPr>
            <a:xfrm>
              <a:off x="6247290" y="-4361"/>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Liturgia Eucarística</a:t>
              </a:r>
              <a:endParaRPr lang="es-ES" sz="2400">
                <a:solidFill>
                  <a:schemeClr val="tx1">
                    <a:lumMod val="49000"/>
                    <a:lumOff val="51000"/>
                  </a:schemeClr>
                </a:solidFill>
                <a:ea typeface="Calibri"/>
                <a:cs typeface="Calibri"/>
              </a:endParaRPr>
            </a:p>
          </p:txBody>
        </p:sp>
        <p:sp>
          <p:nvSpPr>
            <p:cNvPr id="4" name="Rectángulo 3">
              <a:extLst>
                <a:ext uri="{FF2B5EF4-FFF2-40B4-BE49-F238E27FC236}">
                  <a16:creationId xmlns:a16="http://schemas.microsoft.com/office/drawing/2014/main" id="{644EFE52-08AE-64FC-0541-FF7ABCEA3E30}"/>
                </a:ext>
              </a:extLst>
            </p:cNvPr>
            <p:cNvSpPr/>
            <p:nvPr/>
          </p:nvSpPr>
          <p:spPr>
            <a:xfrm>
              <a:off x="9372455" y="-4360"/>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Rito de Conclusión</a:t>
              </a:r>
              <a:endParaRPr lang="es-ES">
                <a:solidFill>
                  <a:schemeClr val="tx1">
                    <a:lumMod val="49000"/>
                    <a:lumOff val="51000"/>
                  </a:schemeClr>
                </a:solidFill>
                <a:ea typeface="Calibri"/>
                <a:cs typeface="Calibri"/>
              </a:endParaRPr>
            </a:p>
          </p:txBody>
        </p:sp>
        <p:sp>
          <p:nvSpPr>
            <p:cNvPr id="6" name="Rectángulo 5">
              <a:extLst>
                <a:ext uri="{FF2B5EF4-FFF2-40B4-BE49-F238E27FC236}">
                  <a16:creationId xmlns:a16="http://schemas.microsoft.com/office/drawing/2014/main" id="{A25A0932-36F0-EDCD-87CD-DE2E25AFF789}"/>
                </a:ext>
              </a:extLst>
            </p:cNvPr>
            <p:cNvSpPr/>
            <p:nvPr/>
          </p:nvSpPr>
          <p:spPr>
            <a:xfrm>
              <a:off x="1057" y="-4361"/>
              <a:ext cx="3121596" cy="390807"/>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rgbClr val="7F7F7F"/>
                  </a:solidFill>
                  <a:ea typeface="Calibri"/>
                  <a:cs typeface="Calibri"/>
                </a:rPr>
                <a:t>Ritos Iniciales</a:t>
              </a:r>
              <a:endParaRPr lang="es-ES" sz="2400">
                <a:solidFill>
                  <a:srgbClr val="7F7F7F"/>
                </a:solidFill>
                <a:ea typeface="Calibri"/>
                <a:cs typeface="Calibri"/>
              </a:endParaRPr>
            </a:p>
          </p:txBody>
        </p:sp>
        <p:sp>
          <p:nvSpPr>
            <p:cNvPr id="7" name="Rectángulo 6">
              <a:extLst>
                <a:ext uri="{FF2B5EF4-FFF2-40B4-BE49-F238E27FC236}">
                  <a16:creationId xmlns:a16="http://schemas.microsoft.com/office/drawing/2014/main" id="{A33755C9-836F-AC91-6BAE-42BA462D2AD5}"/>
                </a:ext>
              </a:extLst>
            </p:cNvPr>
            <p:cNvSpPr/>
            <p:nvPr/>
          </p:nvSpPr>
          <p:spPr>
            <a:xfrm>
              <a:off x="3122126" y="-4360"/>
              <a:ext cx="3132033" cy="517821"/>
            </a:xfrm>
            <a:prstGeom prst="rect">
              <a:avLst/>
            </a:prstGeom>
            <a:solidFill>
              <a:schemeClr val="accent1"/>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600" b="1">
                  <a:solidFill>
                    <a:srgbClr val="000000"/>
                  </a:solidFill>
                  <a:ea typeface="Calibri"/>
                  <a:cs typeface="Calibri"/>
                </a:rPr>
                <a:t>Liturgia de la Palabra</a:t>
              </a:r>
              <a:endParaRPr lang="es-ES" sz="2600">
                <a:solidFill>
                  <a:srgbClr val="000000"/>
                </a:solidFill>
                <a:ea typeface="Calibri"/>
                <a:cs typeface="Calibri"/>
              </a:endParaRPr>
            </a:p>
          </p:txBody>
        </p:sp>
      </p:grpSp>
    </p:spTree>
    <p:extLst>
      <p:ext uri="{BB962C8B-B14F-4D97-AF65-F5344CB8AC3E}">
        <p14:creationId xmlns:p14="http://schemas.microsoft.com/office/powerpoint/2010/main" val="3161265645"/>
      </p:ext>
    </p:extLst>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AA3FB4E-B1B8-3BB7-BCF8-14DC4DB95444}"/>
              </a:ext>
            </a:extLst>
          </p:cNvPr>
          <p:cNvSpPr>
            <a:spLocks noGrp="1"/>
          </p:cNvSpPr>
          <p:nvPr>
            <p:ph type="title"/>
          </p:nvPr>
        </p:nvSpPr>
        <p:spPr>
          <a:xfrm>
            <a:off x="312401" y="427973"/>
            <a:ext cx="11759878" cy="671938"/>
          </a:xfrm>
        </p:spPr>
        <p:txBody>
          <a:bodyPr>
            <a:noAutofit/>
          </a:bodyPr>
          <a:lstStyle/>
          <a:p>
            <a:r>
              <a:rPr lang="es-ES" sz="3600" dirty="0">
                <a:solidFill>
                  <a:schemeClr val="accent4">
                    <a:lumMod val="75000"/>
                  </a:schemeClr>
                </a:solidFill>
              </a:rPr>
              <a:t>Jeremías 20,10-13</a:t>
            </a:r>
          </a:p>
        </p:txBody>
      </p:sp>
      <p:sp>
        <p:nvSpPr>
          <p:cNvPr id="5" name="Marcador de contenido 4">
            <a:extLst>
              <a:ext uri="{FF2B5EF4-FFF2-40B4-BE49-F238E27FC236}">
                <a16:creationId xmlns:a16="http://schemas.microsoft.com/office/drawing/2014/main" id="{6ECA0ED0-5FE3-4972-800C-1396E42C932E}"/>
              </a:ext>
            </a:extLst>
          </p:cNvPr>
          <p:cNvSpPr>
            <a:spLocks noGrp="1"/>
          </p:cNvSpPr>
          <p:nvPr>
            <p:ph idx="1"/>
          </p:nvPr>
        </p:nvSpPr>
        <p:spPr>
          <a:xfrm>
            <a:off x="304592" y="997028"/>
            <a:ext cx="11870884" cy="5632623"/>
          </a:xfrm>
        </p:spPr>
        <p:txBody>
          <a:bodyPr vert="horz" lIns="91440" tIns="45720" rIns="91440" bIns="45720" rtlCol="0" anchor="t">
            <a:normAutofit/>
          </a:bodyPr>
          <a:lstStyle/>
          <a:p>
            <a:pPr marL="0" indent="0">
              <a:lnSpc>
                <a:spcPct val="60000"/>
              </a:lnSpc>
              <a:buNone/>
            </a:pPr>
            <a:r>
              <a:rPr lang="es-ES" sz="3200" dirty="0"/>
              <a:t>Dijo Jeremías: "Oía el cuchicheo de la gente: "Pavor en torno; delatadlo, vamos a delatarlo." Mis amigos acechaban mi traspié: "a ver si se deja seducir, y lo abatiremos, lo cogeremos y nos vengaremos de él." Pero el Señor está conmigo, como fuerte soldado; mis enemigos tropezarán y no podrán conmigo. Se avergonzarán de su fracaso con sonrojo eterno que no se olvidará.</a:t>
            </a:r>
          </a:p>
          <a:p>
            <a:pPr marL="0" indent="0">
              <a:lnSpc>
                <a:spcPct val="60000"/>
              </a:lnSpc>
              <a:buNone/>
            </a:pPr>
            <a:endParaRPr lang="es-ES" sz="3200" dirty="0"/>
          </a:p>
          <a:p>
            <a:pPr marL="0" indent="0">
              <a:lnSpc>
                <a:spcPct val="60000"/>
              </a:lnSpc>
              <a:buNone/>
            </a:pPr>
            <a:r>
              <a:rPr lang="es-ES" sz="3200" dirty="0"/>
              <a:t>Señor de los ejércitos, que examinas al justo y sondeas lo íntimo del corazón, que yo vea la venganza que tomas de ellos, porque a ti encomendé mi causa. Cantad al Señor, alabad al Señor, que libró la vida del pobre de manos de los impíos."</a:t>
            </a:r>
          </a:p>
          <a:p>
            <a:pPr marL="0" indent="0">
              <a:buNone/>
            </a:pPr>
            <a:r>
              <a:rPr lang="es-ES" dirty="0">
                <a:solidFill>
                  <a:schemeClr val="accent4"/>
                </a:solidFill>
                <a:ea typeface="Calibri"/>
                <a:cs typeface="Calibri"/>
              </a:rPr>
              <a:t>Palabra de Dios</a:t>
            </a:r>
          </a:p>
        </p:txBody>
      </p:sp>
      <p:grpSp>
        <p:nvGrpSpPr>
          <p:cNvPr id="15" name="Grupo 14">
            <a:extLst>
              <a:ext uri="{FF2B5EF4-FFF2-40B4-BE49-F238E27FC236}">
                <a16:creationId xmlns:a16="http://schemas.microsoft.com/office/drawing/2014/main" id="{A80552CE-6994-2084-5098-C8D06982B3BD}"/>
              </a:ext>
            </a:extLst>
          </p:cNvPr>
          <p:cNvGrpSpPr/>
          <p:nvPr/>
        </p:nvGrpSpPr>
        <p:grpSpPr>
          <a:xfrm>
            <a:off x="1057" y="-4361"/>
            <a:ext cx="12190282" cy="517822"/>
            <a:chOff x="1057" y="-4361"/>
            <a:chExt cx="12503431" cy="517822"/>
          </a:xfrm>
        </p:grpSpPr>
        <p:sp>
          <p:nvSpPr>
            <p:cNvPr id="12" name="Rectángulo 11">
              <a:extLst>
                <a:ext uri="{FF2B5EF4-FFF2-40B4-BE49-F238E27FC236}">
                  <a16:creationId xmlns:a16="http://schemas.microsoft.com/office/drawing/2014/main" id="{06DD1B28-2C92-3B72-13FC-910394F4C9B7}"/>
                </a:ext>
              </a:extLst>
            </p:cNvPr>
            <p:cNvSpPr/>
            <p:nvPr/>
          </p:nvSpPr>
          <p:spPr>
            <a:xfrm>
              <a:off x="6247290" y="-4361"/>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Liturgia Eucarística</a:t>
              </a:r>
              <a:endParaRPr lang="es-ES" sz="2400">
                <a:solidFill>
                  <a:schemeClr val="tx1">
                    <a:lumMod val="49000"/>
                    <a:lumOff val="51000"/>
                  </a:schemeClr>
                </a:solidFill>
                <a:ea typeface="Calibri"/>
                <a:cs typeface="Calibri"/>
              </a:endParaRPr>
            </a:p>
          </p:txBody>
        </p:sp>
        <p:sp>
          <p:nvSpPr>
            <p:cNvPr id="13" name="Rectángulo 12">
              <a:extLst>
                <a:ext uri="{FF2B5EF4-FFF2-40B4-BE49-F238E27FC236}">
                  <a16:creationId xmlns:a16="http://schemas.microsoft.com/office/drawing/2014/main" id="{46180B20-E725-EF05-1E68-AA821CBE18F9}"/>
                </a:ext>
              </a:extLst>
            </p:cNvPr>
            <p:cNvSpPr/>
            <p:nvPr/>
          </p:nvSpPr>
          <p:spPr>
            <a:xfrm>
              <a:off x="9372455" y="-4360"/>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Rito de Conclusión</a:t>
              </a:r>
              <a:endParaRPr lang="es-ES">
                <a:solidFill>
                  <a:schemeClr val="tx1">
                    <a:lumMod val="49000"/>
                    <a:lumOff val="51000"/>
                  </a:schemeClr>
                </a:solidFill>
                <a:ea typeface="Calibri"/>
                <a:cs typeface="Calibri"/>
              </a:endParaRPr>
            </a:p>
          </p:txBody>
        </p:sp>
        <p:sp>
          <p:nvSpPr>
            <p:cNvPr id="14" name="Rectángulo 13">
              <a:extLst>
                <a:ext uri="{FF2B5EF4-FFF2-40B4-BE49-F238E27FC236}">
                  <a16:creationId xmlns:a16="http://schemas.microsoft.com/office/drawing/2014/main" id="{6C981AFA-E732-E605-CB1F-901B9978177C}"/>
                </a:ext>
              </a:extLst>
            </p:cNvPr>
            <p:cNvSpPr/>
            <p:nvPr/>
          </p:nvSpPr>
          <p:spPr>
            <a:xfrm>
              <a:off x="1057" y="-4361"/>
              <a:ext cx="3121596" cy="390807"/>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rgbClr val="7F7F7F"/>
                  </a:solidFill>
                  <a:ea typeface="Calibri"/>
                  <a:cs typeface="Calibri"/>
                </a:rPr>
                <a:t>Ritos Iniciales</a:t>
              </a:r>
              <a:endParaRPr lang="es-ES" sz="2400">
                <a:solidFill>
                  <a:srgbClr val="7F7F7F"/>
                </a:solidFill>
                <a:ea typeface="Calibri"/>
                <a:cs typeface="Calibri"/>
              </a:endParaRPr>
            </a:p>
          </p:txBody>
        </p:sp>
        <p:sp>
          <p:nvSpPr>
            <p:cNvPr id="11" name="Rectángulo 10">
              <a:extLst>
                <a:ext uri="{FF2B5EF4-FFF2-40B4-BE49-F238E27FC236}">
                  <a16:creationId xmlns:a16="http://schemas.microsoft.com/office/drawing/2014/main" id="{7BAC11F0-0D93-A804-13C5-6F94256AF693}"/>
                </a:ext>
              </a:extLst>
            </p:cNvPr>
            <p:cNvSpPr/>
            <p:nvPr/>
          </p:nvSpPr>
          <p:spPr>
            <a:xfrm>
              <a:off x="3122126" y="-4360"/>
              <a:ext cx="3132033" cy="517821"/>
            </a:xfrm>
            <a:prstGeom prst="rect">
              <a:avLst/>
            </a:prstGeom>
            <a:solidFill>
              <a:schemeClr val="accent1"/>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600" b="1">
                  <a:solidFill>
                    <a:srgbClr val="000000"/>
                  </a:solidFill>
                  <a:ea typeface="Calibri"/>
                  <a:cs typeface="Calibri"/>
                </a:rPr>
                <a:t>Liturgia de la Palabra</a:t>
              </a:r>
              <a:endParaRPr lang="es-ES" sz="2600">
                <a:solidFill>
                  <a:srgbClr val="000000"/>
                </a:solidFill>
                <a:ea typeface="Calibri"/>
                <a:cs typeface="Calibri"/>
              </a:endParaRPr>
            </a:p>
          </p:txBody>
        </p:sp>
      </p:grpSp>
    </p:spTree>
    <p:extLst>
      <p:ext uri="{BB962C8B-B14F-4D97-AF65-F5344CB8AC3E}">
        <p14:creationId xmlns:p14="http://schemas.microsoft.com/office/powerpoint/2010/main" val="178415463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4" name="Imagen 3" descr="Una caricatura de una persona&#10;&#10;Descripción generada automáticamente con confianza media">
            <a:extLst>
              <a:ext uri="{FF2B5EF4-FFF2-40B4-BE49-F238E27FC236}">
                <a16:creationId xmlns:a16="http://schemas.microsoft.com/office/drawing/2014/main" id="{D279C812-D51D-F0D5-BB7B-06A911B08C03}"/>
              </a:ext>
            </a:extLst>
          </p:cNvPr>
          <p:cNvPicPr>
            <a:picLocks noChangeAspect="1"/>
          </p:cNvPicPr>
          <p:nvPr/>
        </p:nvPicPr>
        <p:blipFill>
          <a:blip r:embed="rId3"/>
          <a:srcRect l="449" r="3" b="3"/>
          <a:stretch/>
        </p:blipFill>
        <p:spPr>
          <a:xfrm>
            <a:off x="7976708" y="2761380"/>
            <a:ext cx="4215290" cy="4101030"/>
          </a:xfrm>
          <a:custGeom>
            <a:avLst/>
            <a:gdLst/>
            <a:ahLst/>
            <a:cxnLst/>
            <a:rect l="l" t="t" r="r" b="b"/>
            <a:pathLst>
              <a:path w="6878775" h="6858000">
                <a:moveTo>
                  <a:pt x="1102973" y="0"/>
                </a:moveTo>
                <a:lnTo>
                  <a:pt x="1160688" y="0"/>
                </a:lnTo>
                <a:lnTo>
                  <a:pt x="983189" y="331786"/>
                </a:lnTo>
                <a:cubicBezTo>
                  <a:pt x="914866" y="469145"/>
                  <a:pt x="850355" y="608712"/>
                  <a:pt x="789261" y="750263"/>
                </a:cubicBezTo>
                <a:cubicBezTo>
                  <a:pt x="774307" y="784928"/>
                  <a:pt x="759992" y="819849"/>
                  <a:pt x="745295" y="854514"/>
                </a:cubicBezTo>
                <a:cubicBezTo>
                  <a:pt x="756682" y="845393"/>
                  <a:pt x="765489" y="833492"/>
                  <a:pt x="770857" y="819975"/>
                </a:cubicBezTo>
                <a:cubicBezTo>
                  <a:pt x="879943" y="589569"/>
                  <a:pt x="999605" y="365513"/>
                  <a:pt x="1131329" y="148742"/>
                </a:cubicBezTo>
                <a:lnTo>
                  <a:pt x="1227589" y="0"/>
                </a:lnTo>
                <a:lnTo>
                  <a:pt x="6878775" y="0"/>
                </a:lnTo>
                <a:lnTo>
                  <a:pt x="6878775" y="6858000"/>
                </a:lnTo>
                <a:lnTo>
                  <a:pt x="713521" y="6858000"/>
                </a:lnTo>
                <a:lnTo>
                  <a:pt x="625642" y="6670527"/>
                </a:lnTo>
                <a:cubicBezTo>
                  <a:pt x="507232" y="6398531"/>
                  <a:pt x="403083" y="6118381"/>
                  <a:pt x="312785" y="5830359"/>
                </a:cubicBezTo>
                <a:cubicBezTo>
                  <a:pt x="278149" y="5719759"/>
                  <a:pt x="248879" y="5607635"/>
                  <a:pt x="212198" y="5480401"/>
                </a:cubicBezTo>
                <a:cubicBezTo>
                  <a:pt x="212208" y="5491601"/>
                  <a:pt x="212803" y="5502788"/>
                  <a:pt x="213988" y="5513923"/>
                </a:cubicBezTo>
                <a:cubicBezTo>
                  <a:pt x="264089" y="5723695"/>
                  <a:pt x="307290" y="5935370"/>
                  <a:pt x="365826" y="6142729"/>
                </a:cubicBezTo>
                <a:cubicBezTo>
                  <a:pt x="433152" y="6380817"/>
                  <a:pt x="510068" y="6614016"/>
                  <a:pt x="597975" y="6841549"/>
                </a:cubicBezTo>
                <a:lnTo>
                  <a:pt x="604824" y="6858000"/>
                </a:lnTo>
                <a:lnTo>
                  <a:pt x="552056" y="6858000"/>
                </a:lnTo>
                <a:lnTo>
                  <a:pt x="539576" y="6828295"/>
                </a:lnTo>
                <a:cubicBezTo>
                  <a:pt x="380597" y="6414594"/>
                  <a:pt x="260223" y="5988893"/>
                  <a:pt x="171555" y="5552906"/>
                </a:cubicBezTo>
                <a:cubicBezTo>
                  <a:pt x="91163" y="5157998"/>
                  <a:pt x="43746" y="4758899"/>
                  <a:pt x="12305" y="4357388"/>
                </a:cubicBezTo>
                <a:cubicBezTo>
                  <a:pt x="-14281" y="4013908"/>
                  <a:pt x="4507" y="3672965"/>
                  <a:pt x="46684" y="3331516"/>
                </a:cubicBezTo>
                <a:cubicBezTo>
                  <a:pt x="127203" y="2664286"/>
                  <a:pt x="277819" y="2007265"/>
                  <a:pt x="496065" y="1371196"/>
                </a:cubicBezTo>
                <a:cubicBezTo>
                  <a:pt x="636273" y="966066"/>
                  <a:pt x="800445" y="573253"/>
                  <a:pt x="995723" y="196614"/>
                </a:cubicBezTo>
                <a:close/>
              </a:path>
            </a:pathLst>
          </a:custGeom>
        </p:spPr>
      </p:pic>
      <p:sp>
        <p:nvSpPr>
          <p:cNvPr id="2" name="Título 1">
            <a:extLst>
              <a:ext uri="{FF2B5EF4-FFF2-40B4-BE49-F238E27FC236}">
                <a16:creationId xmlns:a16="http://schemas.microsoft.com/office/drawing/2014/main" id="{6AA3FB4E-B1B8-3BB7-BCF8-14DC4DB95444}"/>
              </a:ext>
            </a:extLst>
          </p:cNvPr>
          <p:cNvSpPr>
            <a:spLocks noGrp="1"/>
          </p:cNvSpPr>
          <p:nvPr>
            <p:ph type="title"/>
          </p:nvPr>
        </p:nvSpPr>
        <p:spPr>
          <a:xfrm>
            <a:off x="838874" y="546524"/>
            <a:ext cx="10515600" cy="671938"/>
          </a:xfrm>
        </p:spPr>
        <p:txBody>
          <a:bodyPr>
            <a:normAutofit/>
          </a:bodyPr>
          <a:lstStyle/>
          <a:p>
            <a:pPr algn="ctr"/>
            <a:r>
              <a:rPr lang="es-ES" sz="3600">
                <a:solidFill>
                  <a:schemeClr val="accent4">
                    <a:lumMod val="75000"/>
                  </a:schemeClr>
                </a:solidFill>
              </a:rPr>
              <a:t>Salmo</a:t>
            </a:r>
            <a:endParaRPr lang="es-ES">
              <a:solidFill>
                <a:schemeClr val="accent4">
                  <a:lumMod val="75000"/>
                </a:schemeClr>
              </a:solidFill>
              <a:ea typeface="Calibri Light" panose="020F0302020204030204"/>
              <a:cs typeface="Calibri Light" panose="020F0302020204030204"/>
            </a:endParaRPr>
          </a:p>
        </p:txBody>
      </p:sp>
      <p:sp>
        <p:nvSpPr>
          <p:cNvPr id="3" name="Marcador de contenido 2">
            <a:extLst>
              <a:ext uri="{FF2B5EF4-FFF2-40B4-BE49-F238E27FC236}">
                <a16:creationId xmlns:a16="http://schemas.microsoft.com/office/drawing/2014/main" id="{9B1D05A5-E979-950A-54AB-3871CA67DDDB}"/>
              </a:ext>
            </a:extLst>
          </p:cNvPr>
          <p:cNvSpPr>
            <a:spLocks noGrp="1"/>
          </p:cNvSpPr>
          <p:nvPr>
            <p:ph idx="1"/>
          </p:nvPr>
        </p:nvSpPr>
        <p:spPr>
          <a:xfrm>
            <a:off x="172941" y="1155832"/>
            <a:ext cx="12204116" cy="5346202"/>
          </a:xfrm>
        </p:spPr>
        <p:txBody>
          <a:bodyPr vert="horz" lIns="91440" tIns="45720" rIns="91440" bIns="45720" numCol="2" rtlCol="0" anchor="t">
            <a:noAutofit/>
          </a:bodyPr>
          <a:lstStyle/>
          <a:p>
            <a:pPr>
              <a:buNone/>
            </a:pPr>
            <a:r>
              <a:rPr lang="es-ES" sz="2400" b="1" i="1" dirty="0">
                <a:latin typeface="Calibri"/>
                <a:ea typeface="Calibri"/>
                <a:cs typeface="Calibri"/>
              </a:rPr>
              <a:t>Que me escuche tu gran bondad, Señor.</a:t>
            </a:r>
          </a:p>
          <a:p>
            <a:pPr>
              <a:buNone/>
            </a:pPr>
            <a:endParaRPr lang="es-ES" sz="2000" dirty="0">
              <a:latin typeface="Calibri"/>
              <a:ea typeface="Calibri"/>
              <a:cs typeface="Calibri"/>
            </a:endParaRPr>
          </a:p>
          <a:p>
            <a:pPr>
              <a:buNone/>
            </a:pPr>
            <a:r>
              <a:rPr lang="es-ES" sz="2000" dirty="0">
                <a:latin typeface="Calibri"/>
                <a:ea typeface="Calibri"/>
                <a:cs typeface="Calibri"/>
              </a:rPr>
              <a:t>Por ti he aguantado afrentas, / la vergüenza cubrió mi rostro. / Soy un extraño para mis hermanos, / un extranjero para los hijos de mi madre; / porque me devora el celo de tu templo, / y las afrentas con que te afrentan caen sobre mí. R.</a:t>
            </a:r>
          </a:p>
          <a:p>
            <a:pPr>
              <a:buNone/>
            </a:pPr>
            <a:endParaRPr lang="es-ES" sz="2000" dirty="0">
              <a:latin typeface="Calibri"/>
              <a:ea typeface="Calibri"/>
              <a:cs typeface="Calibri"/>
            </a:endParaRPr>
          </a:p>
          <a:p>
            <a:pPr>
              <a:buNone/>
            </a:pPr>
            <a:r>
              <a:rPr lang="es-ES" sz="2000" dirty="0">
                <a:latin typeface="Calibri"/>
                <a:ea typeface="Calibri"/>
                <a:cs typeface="Calibri"/>
              </a:rPr>
              <a:t>Pero mi oración se dirige a ti, / Dios mío, el día de tu favor; / que me escuche tu gran bondad, / que tu fidelidad me ayude. / Respóndeme, Señor, con la bondad de tu gracia; / por tu gran compasión, vuélvete hacia mí. R.</a:t>
            </a:r>
          </a:p>
          <a:p>
            <a:pPr>
              <a:buNone/>
            </a:pPr>
            <a:endParaRPr lang="es-ES" sz="2000" dirty="0">
              <a:latin typeface="Calibri"/>
              <a:ea typeface="Calibri"/>
              <a:cs typeface="Calibri"/>
            </a:endParaRPr>
          </a:p>
          <a:p>
            <a:pPr>
              <a:buNone/>
            </a:pPr>
            <a:r>
              <a:rPr lang="es-ES" sz="2000" dirty="0">
                <a:latin typeface="Calibri"/>
                <a:ea typeface="Calibri"/>
                <a:cs typeface="Calibri"/>
              </a:rPr>
              <a:t>Miradlo, los humildes, y alegraos, / buscad al Señor, y vivirá vuestro corazón. / Que el Señor escucha a sus pobres, / no desprecia a sus cautivos. / Alábenlo el cielo y la tierra, / las aguas y cuanto bulle en ellas. R.</a:t>
            </a:r>
          </a:p>
          <a:p>
            <a:pPr>
              <a:buNone/>
            </a:pPr>
            <a:endParaRPr lang="es-ES" sz="2400" dirty="0">
              <a:latin typeface="Calibri"/>
              <a:ea typeface="Calibri"/>
              <a:cs typeface="Calibri"/>
            </a:endParaRPr>
          </a:p>
          <a:p>
            <a:pPr>
              <a:buNone/>
            </a:pPr>
            <a:endParaRPr lang="es-ES" sz="2400" dirty="0">
              <a:latin typeface="Calibri"/>
              <a:ea typeface="Calibri"/>
              <a:cs typeface="Calibri"/>
            </a:endParaRPr>
          </a:p>
          <a:p>
            <a:pPr>
              <a:buNone/>
            </a:pPr>
            <a:endParaRPr lang="es-ES" sz="2400" dirty="0"/>
          </a:p>
          <a:p>
            <a:pPr>
              <a:buNone/>
            </a:pPr>
            <a:endParaRPr lang="es-ES" sz="2400" dirty="0">
              <a:ea typeface="Calibri"/>
              <a:cs typeface="Calibri"/>
            </a:endParaRPr>
          </a:p>
        </p:txBody>
      </p:sp>
      <p:grpSp>
        <p:nvGrpSpPr>
          <p:cNvPr id="17" name="Grupo 16">
            <a:extLst>
              <a:ext uri="{FF2B5EF4-FFF2-40B4-BE49-F238E27FC236}">
                <a16:creationId xmlns:a16="http://schemas.microsoft.com/office/drawing/2014/main" id="{3392111F-FE41-D4A7-65D6-5B0433615BA3}"/>
              </a:ext>
            </a:extLst>
          </p:cNvPr>
          <p:cNvGrpSpPr/>
          <p:nvPr/>
        </p:nvGrpSpPr>
        <p:grpSpPr>
          <a:xfrm>
            <a:off x="1057" y="-4361"/>
            <a:ext cx="12190282" cy="517822"/>
            <a:chOff x="1057" y="-4361"/>
            <a:chExt cx="12503431" cy="517822"/>
          </a:xfrm>
        </p:grpSpPr>
        <p:sp>
          <p:nvSpPr>
            <p:cNvPr id="13" name="Rectángulo 12">
              <a:extLst>
                <a:ext uri="{FF2B5EF4-FFF2-40B4-BE49-F238E27FC236}">
                  <a16:creationId xmlns:a16="http://schemas.microsoft.com/office/drawing/2014/main" id="{53E3840C-6F40-7B6F-6BE3-26177EE04A28}"/>
                </a:ext>
              </a:extLst>
            </p:cNvPr>
            <p:cNvSpPr/>
            <p:nvPr/>
          </p:nvSpPr>
          <p:spPr>
            <a:xfrm>
              <a:off x="6247290" y="-4361"/>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Liturgia Eucarística</a:t>
              </a:r>
              <a:endParaRPr lang="es-ES" sz="2400">
                <a:solidFill>
                  <a:schemeClr val="tx1">
                    <a:lumMod val="49000"/>
                    <a:lumOff val="51000"/>
                  </a:schemeClr>
                </a:solidFill>
                <a:ea typeface="Calibri"/>
                <a:cs typeface="Calibri"/>
              </a:endParaRPr>
            </a:p>
          </p:txBody>
        </p:sp>
        <p:sp>
          <p:nvSpPr>
            <p:cNvPr id="14" name="Rectángulo 13">
              <a:extLst>
                <a:ext uri="{FF2B5EF4-FFF2-40B4-BE49-F238E27FC236}">
                  <a16:creationId xmlns:a16="http://schemas.microsoft.com/office/drawing/2014/main" id="{DF168D8E-71CA-69E6-484F-BB9E8FC88AE3}"/>
                </a:ext>
              </a:extLst>
            </p:cNvPr>
            <p:cNvSpPr/>
            <p:nvPr/>
          </p:nvSpPr>
          <p:spPr>
            <a:xfrm>
              <a:off x="9372455" y="-4360"/>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Rito de Conclusión</a:t>
              </a:r>
              <a:endParaRPr lang="es-ES">
                <a:solidFill>
                  <a:schemeClr val="tx1">
                    <a:lumMod val="49000"/>
                    <a:lumOff val="51000"/>
                  </a:schemeClr>
                </a:solidFill>
                <a:ea typeface="Calibri"/>
                <a:cs typeface="Calibri"/>
              </a:endParaRPr>
            </a:p>
          </p:txBody>
        </p:sp>
        <p:sp>
          <p:nvSpPr>
            <p:cNvPr id="15" name="Rectángulo 14">
              <a:extLst>
                <a:ext uri="{FF2B5EF4-FFF2-40B4-BE49-F238E27FC236}">
                  <a16:creationId xmlns:a16="http://schemas.microsoft.com/office/drawing/2014/main" id="{B9805B81-8EF0-024F-D30E-0239A61FA2F8}"/>
                </a:ext>
              </a:extLst>
            </p:cNvPr>
            <p:cNvSpPr/>
            <p:nvPr/>
          </p:nvSpPr>
          <p:spPr>
            <a:xfrm>
              <a:off x="1057" y="-4361"/>
              <a:ext cx="3121596" cy="390807"/>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rgbClr val="7F7F7F"/>
                  </a:solidFill>
                  <a:ea typeface="Calibri"/>
                  <a:cs typeface="Calibri"/>
                </a:rPr>
                <a:t>Ritos Iniciales</a:t>
              </a:r>
              <a:endParaRPr lang="es-ES" sz="2400">
                <a:solidFill>
                  <a:srgbClr val="7F7F7F"/>
                </a:solidFill>
                <a:ea typeface="Calibri"/>
                <a:cs typeface="Calibri"/>
              </a:endParaRPr>
            </a:p>
          </p:txBody>
        </p:sp>
        <p:sp>
          <p:nvSpPr>
            <p:cNvPr id="16" name="Rectángulo 15">
              <a:extLst>
                <a:ext uri="{FF2B5EF4-FFF2-40B4-BE49-F238E27FC236}">
                  <a16:creationId xmlns:a16="http://schemas.microsoft.com/office/drawing/2014/main" id="{A6EA3864-D442-CE30-B6CD-C3CDF6BDA3A3}"/>
                </a:ext>
              </a:extLst>
            </p:cNvPr>
            <p:cNvSpPr/>
            <p:nvPr/>
          </p:nvSpPr>
          <p:spPr>
            <a:xfrm>
              <a:off x="3122126" y="-4360"/>
              <a:ext cx="3132033" cy="517821"/>
            </a:xfrm>
            <a:prstGeom prst="rect">
              <a:avLst/>
            </a:prstGeom>
            <a:solidFill>
              <a:schemeClr val="accent1"/>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600" b="1">
                  <a:solidFill>
                    <a:srgbClr val="000000"/>
                  </a:solidFill>
                  <a:ea typeface="Calibri"/>
                  <a:cs typeface="Calibri"/>
                </a:rPr>
                <a:t>Liturgia de la Palabra</a:t>
              </a:r>
              <a:endParaRPr lang="es-ES" sz="2600">
                <a:solidFill>
                  <a:srgbClr val="000000"/>
                </a:solidFill>
                <a:ea typeface="Calibri"/>
                <a:cs typeface="Calibri"/>
              </a:endParaRPr>
            </a:p>
          </p:txBody>
        </p:sp>
      </p:grpSp>
      <p:sp>
        <p:nvSpPr>
          <p:cNvPr id="5" name="CuadroTexto 4">
            <a:extLst>
              <a:ext uri="{FF2B5EF4-FFF2-40B4-BE49-F238E27FC236}">
                <a16:creationId xmlns:a16="http://schemas.microsoft.com/office/drawing/2014/main" id="{90686FF1-E13F-1E81-5421-FFEAB06FB7A6}"/>
              </a:ext>
            </a:extLst>
          </p:cNvPr>
          <p:cNvSpPr txBox="1">
            <a:spLocks/>
          </p:cNvSpPr>
          <p:nvPr/>
        </p:nvSpPr>
        <p:spPr>
          <a:xfrm>
            <a:off x="6401159" y="2099407"/>
            <a:ext cx="2736589" cy="1449205"/>
          </a:xfrm>
          <a:prstGeom prst="rect">
            <a:avLst/>
          </a:prstGeom>
          <a:solidFill>
            <a:schemeClr val="bg1"/>
          </a:solidFill>
        </p:spPr>
        <p:style>
          <a:lnRef idx="2">
            <a:schemeClr val="accent1"/>
          </a:lnRef>
          <a:fillRef idx="1">
            <a:schemeClr val="lt1"/>
          </a:fillRef>
          <a:effectRef idx="0">
            <a:schemeClr val="accent1"/>
          </a:effectRef>
          <a:fontRef idx="minor">
            <a:schemeClr val="dk1"/>
          </a:fontRef>
        </p:style>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dk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dk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dk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9pPr>
          </a:lstStyle>
          <a:p>
            <a:pPr marL="0" indent="0">
              <a:lnSpc>
                <a:spcPct val="110000"/>
              </a:lnSpc>
              <a:spcBef>
                <a:spcPts val="0"/>
              </a:spcBef>
              <a:buNone/>
            </a:pPr>
            <a:r>
              <a:rPr lang="es-ES" sz="2000" i="1" dirty="0">
                <a:solidFill>
                  <a:schemeClr val="accent4">
                    <a:lumMod val="75000"/>
                  </a:schemeClr>
                </a:solidFill>
                <a:latin typeface="ArialMT"/>
                <a:ea typeface="Calibri"/>
                <a:cs typeface="Calibri"/>
              </a:rPr>
              <a:t>Canto tu misericordia</a:t>
            </a:r>
          </a:p>
          <a:p>
            <a:pPr marL="0" indent="0">
              <a:lnSpc>
                <a:spcPct val="110000"/>
              </a:lnSpc>
              <a:spcBef>
                <a:spcPts val="0"/>
              </a:spcBef>
              <a:buNone/>
            </a:pPr>
            <a:r>
              <a:rPr lang="es-ES" sz="2000" i="1" dirty="0">
                <a:solidFill>
                  <a:schemeClr val="accent4">
                    <a:lumMod val="75000"/>
                  </a:schemeClr>
                </a:solidFill>
                <a:latin typeface="ArialMT"/>
                <a:ea typeface="Calibri"/>
                <a:cs typeface="Calibri"/>
              </a:rPr>
              <a:t>Canto tu fidelidad</a:t>
            </a:r>
          </a:p>
          <a:p>
            <a:pPr marL="0" indent="0">
              <a:lnSpc>
                <a:spcPct val="110000"/>
              </a:lnSpc>
              <a:spcBef>
                <a:spcPts val="0"/>
              </a:spcBef>
              <a:buNone/>
            </a:pPr>
            <a:r>
              <a:rPr lang="es-ES" sz="2000" i="1" dirty="0">
                <a:solidFill>
                  <a:schemeClr val="accent4">
                    <a:lumMod val="75000"/>
                  </a:schemeClr>
                </a:solidFill>
                <a:latin typeface="ArialMT"/>
                <a:ea typeface="Calibri"/>
                <a:cs typeface="Calibri"/>
              </a:rPr>
              <a:t>Canto tu amor infinito</a:t>
            </a:r>
          </a:p>
          <a:p>
            <a:pPr marL="0" indent="0">
              <a:lnSpc>
                <a:spcPct val="110000"/>
              </a:lnSpc>
              <a:spcBef>
                <a:spcPts val="0"/>
              </a:spcBef>
              <a:buNone/>
            </a:pPr>
            <a:r>
              <a:rPr lang="es-ES" sz="2000" i="1" dirty="0">
                <a:solidFill>
                  <a:schemeClr val="accent4">
                    <a:lumMod val="75000"/>
                  </a:schemeClr>
                </a:solidFill>
                <a:latin typeface="ArialMT"/>
                <a:ea typeface="Calibri"/>
                <a:cs typeface="Calibri"/>
              </a:rPr>
              <a:t>Canto tu bondad</a:t>
            </a:r>
            <a:endParaRPr lang="es-ES" sz="2400" dirty="0">
              <a:solidFill>
                <a:schemeClr val="accent4">
                  <a:lumMod val="75000"/>
                </a:schemeClr>
              </a:solidFill>
              <a:ea typeface="Calibri"/>
              <a:cs typeface="Calibri"/>
            </a:endParaRPr>
          </a:p>
        </p:txBody>
      </p:sp>
    </p:spTree>
    <p:extLst>
      <p:ext uri="{BB962C8B-B14F-4D97-AF65-F5344CB8AC3E}">
        <p14:creationId xmlns:p14="http://schemas.microsoft.com/office/powerpoint/2010/main" val="196988833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46F78802-6A83-B78B-192D-6413CDC7A793}"/>
            </a:ext>
          </a:extLst>
        </p:cNvPr>
        <p:cNvGrpSpPr/>
        <p:nvPr/>
      </p:nvGrpSpPr>
      <p:grpSpPr>
        <a:xfrm>
          <a:off x="0" y="0"/>
          <a:ext cx="0" cy="0"/>
          <a:chOff x="0" y="0"/>
          <a:chExt cx="0" cy="0"/>
        </a:xfrm>
      </p:grpSpPr>
      <p:pic>
        <p:nvPicPr>
          <p:cNvPr id="4" name="Imagen 3" descr="Una caricatura de una persona&#10;&#10;Descripción generada automáticamente con confianza media">
            <a:extLst>
              <a:ext uri="{FF2B5EF4-FFF2-40B4-BE49-F238E27FC236}">
                <a16:creationId xmlns:a16="http://schemas.microsoft.com/office/drawing/2014/main" id="{81D17918-FA14-252A-FB4D-1BE4D362D3AF}"/>
              </a:ext>
            </a:extLst>
          </p:cNvPr>
          <p:cNvPicPr>
            <a:picLocks noChangeAspect="1"/>
          </p:cNvPicPr>
          <p:nvPr/>
        </p:nvPicPr>
        <p:blipFill>
          <a:blip r:embed="rId2"/>
          <a:srcRect l="449" r="3" b="3"/>
          <a:stretch/>
        </p:blipFill>
        <p:spPr>
          <a:xfrm>
            <a:off x="7976708" y="2761380"/>
            <a:ext cx="4215290" cy="4101030"/>
          </a:xfrm>
          <a:custGeom>
            <a:avLst/>
            <a:gdLst/>
            <a:ahLst/>
            <a:cxnLst/>
            <a:rect l="l" t="t" r="r" b="b"/>
            <a:pathLst>
              <a:path w="6878775" h="6858000">
                <a:moveTo>
                  <a:pt x="1102973" y="0"/>
                </a:moveTo>
                <a:lnTo>
                  <a:pt x="1160688" y="0"/>
                </a:lnTo>
                <a:lnTo>
                  <a:pt x="983189" y="331786"/>
                </a:lnTo>
                <a:cubicBezTo>
                  <a:pt x="914866" y="469145"/>
                  <a:pt x="850355" y="608712"/>
                  <a:pt x="789261" y="750263"/>
                </a:cubicBezTo>
                <a:cubicBezTo>
                  <a:pt x="774307" y="784928"/>
                  <a:pt x="759992" y="819849"/>
                  <a:pt x="745295" y="854514"/>
                </a:cubicBezTo>
                <a:cubicBezTo>
                  <a:pt x="756682" y="845393"/>
                  <a:pt x="765489" y="833492"/>
                  <a:pt x="770857" y="819975"/>
                </a:cubicBezTo>
                <a:cubicBezTo>
                  <a:pt x="879943" y="589569"/>
                  <a:pt x="999605" y="365513"/>
                  <a:pt x="1131329" y="148742"/>
                </a:cubicBezTo>
                <a:lnTo>
                  <a:pt x="1227589" y="0"/>
                </a:lnTo>
                <a:lnTo>
                  <a:pt x="6878775" y="0"/>
                </a:lnTo>
                <a:lnTo>
                  <a:pt x="6878775" y="6858000"/>
                </a:lnTo>
                <a:lnTo>
                  <a:pt x="713521" y="6858000"/>
                </a:lnTo>
                <a:lnTo>
                  <a:pt x="625642" y="6670527"/>
                </a:lnTo>
                <a:cubicBezTo>
                  <a:pt x="507232" y="6398531"/>
                  <a:pt x="403083" y="6118381"/>
                  <a:pt x="312785" y="5830359"/>
                </a:cubicBezTo>
                <a:cubicBezTo>
                  <a:pt x="278149" y="5719759"/>
                  <a:pt x="248879" y="5607635"/>
                  <a:pt x="212198" y="5480401"/>
                </a:cubicBezTo>
                <a:cubicBezTo>
                  <a:pt x="212208" y="5491601"/>
                  <a:pt x="212803" y="5502788"/>
                  <a:pt x="213988" y="5513923"/>
                </a:cubicBezTo>
                <a:cubicBezTo>
                  <a:pt x="264089" y="5723695"/>
                  <a:pt x="307290" y="5935370"/>
                  <a:pt x="365826" y="6142729"/>
                </a:cubicBezTo>
                <a:cubicBezTo>
                  <a:pt x="433152" y="6380817"/>
                  <a:pt x="510068" y="6614016"/>
                  <a:pt x="597975" y="6841549"/>
                </a:cubicBezTo>
                <a:lnTo>
                  <a:pt x="604824" y="6858000"/>
                </a:lnTo>
                <a:lnTo>
                  <a:pt x="552056" y="6858000"/>
                </a:lnTo>
                <a:lnTo>
                  <a:pt x="539576" y="6828295"/>
                </a:lnTo>
                <a:cubicBezTo>
                  <a:pt x="380597" y="6414594"/>
                  <a:pt x="260223" y="5988893"/>
                  <a:pt x="171555" y="5552906"/>
                </a:cubicBezTo>
                <a:cubicBezTo>
                  <a:pt x="91163" y="5157998"/>
                  <a:pt x="43746" y="4758899"/>
                  <a:pt x="12305" y="4357388"/>
                </a:cubicBezTo>
                <a:cubicBezTo>
                  <a:pt x="-14281" y="4013908"/>
                  <a:pt x="4507" y="3672965"/>
                  <a:pt x="46684" y="3331516"/>
                </a:cubicBezTo>
                <a:cubicBezTo>
                  <a:pt x="127203" y="2664286"/>
                  <a:pt x="277819" y="2007265"/>
                  <a:pt x="496065" y="1371196"/>
                </a:cubicBezTo>
                <a:cubicBezTo>
                  <a:pt x="636273" y="966066"/>
                  <a:pt x="800445" y="573253"/>
                  <a:pt x="995723" y="196614"/>
                </a:cubicBezTo>
                <a:close/>
              </a:path>
            </a:pathLst>
          </a:custGeom>
        </p:spPr>
      </p:pic>
      <p:sp>
        <p:nvSpPr>
          <p:cNvPr id="2" name="Título 1">
            <a:extLst>
              <a:ext uri="{FF2B5EF4-FFF2-40B4-BE49-F238E27FC236}">
                <a16:creationId xmlns:a16="http://schemas.microsoft.com/office/drawing/2014/main" id="{A44C9A38-C015-A061-F1A1-0A0FA18E4072}"/>
              </a:ext>
            </a:extLst>
          </p:cNvPr>
          <p:cNvSpPr>
            <a:spLocks noGrp="1"/>
          </p:cNvSpPr>
          <p:nvPr>
            <p:ph type="title"/>
          </p:nvPr>
        </p:nvSpPr>
        <p:spPr>
          <a:xfrm>
            <a:off x="838874" y="546524"/>
            <a:ext cx="10515600" cy="671938"/>
          </a:xfrm>
        </p:spPr>
        <p:txBody>
          <a:bodyPr>
            <a:normAutofit/>
          </a:bodyPr>
          <a:lstStyle/>
          <a:p>
            <a:pPr algn="ctr"/>
            <a:r>
              <a:rPr lang="es-ES" sz="3600">
                <a:solidFill>
                  <a:schemeClr val="accent4">
                    <a:lumMod val="75000"/>
                  </a:schemeClr>
                </a:solidFill>
              </a:rPr>
              <a:t>Salmo</a:t>
            </a:r>
            <a:endParaRPr lang="es-ES">
              <a:solidFill>
                <a:schemeClr val="accent4">
                  <a:lumMod val="75000"/>
                </a:schemeClr>
              </a:solidFill>
              <a:ea typeface="Calibri Light" panose="020F0302020204030204"/>
              <a:cs typeface="Calibri Light" panose="020F0302020204030204"/>
            </a:endParaRPr>
          </a:p>
        </p:txBody>
      </p:sp>
      <p:sp>
        <p:nvSpPr>
          <p:cNvPr id="5" name="CuadroTexto 2">
            <a:extLst>
              <a:ext uri="{FF2B5EF4-FFF2-40B4-BE49-F238E27FC236}">
                <a16:creationId xmlns:a16="http://schemas.microsoft.com/office/drawing/2014/main" id="{ACD9801B-8DB7-4F59-7F3A-F338711C0E80}"/>
              </a:ext>
            </a:extLst>
          </p:cNvPr>
          <p:cNvSpPr txBox="1">
            <a:spLocks/>
          </p:cNvSpPr>
          <p:nvPr/>
        </p:nvSpPr>
        <p:spPr>
          <a:xfrm>
            <a:off x="6097827" y="1154572"/>
            <a:ext cx="3310305" cy="1784448"/>
          </a:xfrm>
          <a:prstGeom prst="rect">
            <a:avLst/>
          </a:prstGeom>
          <a:solidFill>
            <a:schemeClr val="bg1"/>
          </a:solidFill>
        </p:spPr>
        <p:style>
          <a:lnRef idx="2">
            <a:schemeClr val="accent1"/>
          </a:lnRef>
          <a:fillRef idx="1">
            <a:schemeClr val="lt1"/>
          </a:fillRef>
          <a:effectRef idx="0">
            <a:schemeClr val="accent1"/>
          </a:effectRef>
          <a:fontRef idx="minor">
            <a:schemeClr val="dk1"/>
          </a:fontRef>
        </p:style>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dk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dk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dk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9pPr>
          </a:lstStyle>
          <a:p>
            <a:pPr marL="0" indent="0" algn="ctr">
              <a:lnSpc>
                <a:spcPct val="110000"/>
              </a:lnSpc>
              <a:spcBef>
                <a:spcPts val="0"/>
              </a:spcBef>
              <a:buNone/>
            </a:pPr>
            <a:r>
              <a:rPr lang="es-ES" sz="2400" i="1" dirty="0">
                <a:solidFill>
                  <a:schemeClr val="accent4">
                    <a:lumMod val="75000"/>
                  </a:schemeClr>
                </a:solidFill>
                <a:latin typeface="ArialMT"/>
                <a:ea typeface="Calibri"/>
                <a:cs typeface="Calibri"/>
              </a:rPr>
              <a:t>El Señor es mi pastor, nada me falta.</a:t>
            </a:r>
            <a:endParaRPr lang="es-ES"/>
          </a:p>
          <a:p>
            <a:pPr marL="0" indent="0" algn="ctr">
              <a:lnSpc>
                <a:spcPct val="110000"/>
              </a:lnSpc>
              <a:spcBef>
                <a:spcPts val="0"/>
              </a:spcBef>
              <a:buNone/>
            </a:pPr>
            <a:r>
              <a:rPr lang="es-ES" sz="2400" i="1" dirty="0">
                <a:solidFill>
                  <a:schemeClr val="accent4">
                    <a:lumMod val="75000"/>
                  </a:schemeClr>
                </a:solidFill>
                <a:latin typeface="ArialMT"/>
                <a:ea typeface="Calibri"/>
                <a:cs typeface="Calibri"/>
              </a:rPr>
              <a:t>El Señor es mi pastor (BIS)</a:t>
            </a:r>
            <a:endParaRPr lang="es-ES">
              <a:solidFill>
                <a:schemeClr val="accent4">
                  <a:lumMod val="75000"/>
                </a:schemeClr>
              </a:solidFill>
              <a:ea typeface="Calibri"/>
              <a:cs typeface="Calibri"/>
            </a:endParaRPr>
          </a:p>
          <a:p>
            <a:pPr marL="0" indent="0">
              <a:lnSpc>
                <a:spcPct val="110000"/>
              </a:lnSpc>
              <a:spcBef>
                <a:spcPts val="0"/>
              </a:spcBef>
              <a:buNone/>
            </a:pPr>
            <a:endParaRPr lang="es-ES" sz="2400" i="1" dirty="0">
              <a:solidFill>
                <a:schemeClr val="accent4">
                  <a:lumMod val="75000"/>
                </a:schemeClr>
              </a:solidFill>
              <a:latin typeface="ArialMT"/>
              <a:ea typeface="Calibri"/>
              <a:cs typeface="Calibri"/>
            </a:endParaRPr>
          </a:p>
        </p:txBody>
      </p:sp>
      <p:grpSp>
        <p:nvGrpSpPr>
          <p:cNvPr id="17" name="Grupo 16">
            <a:extLst>
              <a:ext uri="{FF2B5EF4-FFF2-40B4-BE49-F238E27FC236}">
                <a16:creationId xmlns:a16="http://schemas.microsoft.com/office/drawing/2014/main" id="{F0517753-A014-C7CF-8B88-08B1E3E01F75}"/>
              </a:ext>
            </a:extLst>
          </p:cNvPr>
          <p:cNvGrpSpPr/>
          <p:nvPr/>
        </p:nvGrpSpPr>
        <p:grpSpPr>
          <a:xfrm>
            <a:off x="1057" y="-4361"/>
            <a:ext cx="12190282" cy="517822"/>
            <a:chOff x="1057" y="-4361"/>
            <a:chExt cx="12503431" cy="517822"/>
          </a:xfrm>
        </p:grpSpPr>
        <p:sp>
          <p:nvSpPr>
            <p:cNvPr id="13" name="Rectángulo 12">
              <a:extLst>
                <a:ext uri="{FF2B5EF4-FFF2-40B4-BE49-F238E27FC236}">
                  <a16:creationId xmlns:a16="http://schemas.microsoft.com/office/drawing/2014/main" id="{EC87A851-4062-8FA7-C91D-7020E8722AB8}"/>
                </a:ext>
              </a:extLst>
            </p:cNvPr>
            <p:cNvSpPr/>
            <p:nvPr/>
          </p:nvSpPr>
          <p:spPr>
            <a:xfrm>
              <a:off x="6247290" y="-4361"/>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Liturgia Eucarística</a:t>
              </a:r>
              <a:endParaRPr lang="es-ES" sz="2400">
                <a:solidFill>
                  <a:schemeClr val="tx1">
                    <a:lumMod val="49000"/>
                    <a:lumOff val="51000"/>
                  </a:schemeClr>
                </a:solidFill>
                <a:ea typeface="Calibri"/>
                <a:cs typeface="Calibri"/>
              </a:endParaRPr>
            </a:p>
          </p:txBody>
        </p:sp>
        <p:sp>
          <p:nvSpPr>
            <p:cNvPr id="14" name="Rectángulo 13">
              <a:extLst>
                <a:ext uri="{FF2B5EF4-FFF2-40B4-BE49-F238E27FC236}">
                  <a16:creationId xmlns:a16="http://schemas.microsoft.com/office/drawing/2014/main" id="{ED59AE58-CE82-7501-9AC7-324345C5F216}"/>
                </a:ext>
              </a:extLst>
            </p:cNvPr>
            <p:cNvSpPr/>
            <p:nvPr/>
          </p:nvSpPr>
          <p:spPr>
            <a:xfrm>
              <a:off x="9372455" y="-4360"/>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Rito de Conclusión</a:t>
              </a:r>
              <a:endParaRPr lang="es-ES">
                <a:solidFill>
                  <a:schemeClr val="tx1">
                    <a:lumMod val="49000"/>
                    <a:lumOff val="51000"/>
                  </a:schemeClr>
                </a:solidFill>
                <a:ea typeface="Calibri"/>
                <a:cs typeface="Calibri"/>
              </a:endParaRPr>
            </a:p>
          </p:txBody>
        </p:sp>
        <p:sp>
          <p:nvSpPr>
            <p:cNvPr id="15" name="Rectángulo 14">
              <a:extLst>
                <a:ext uri="{FF2B5EF4-FFF2-40B4-BE49-F238E27FC236}">
                  <a16:creationId xmlns:a16="http://schemas.microsoft.com/office/drawing/2014/main" id="{08520F0D-0322-4D3F-06D9-79459BF9F5F2}"/>
                </a:ext>
              </a:extLst>
            </p:cNvPr>
            <p:cNvSpPr/>
            <p:nvPr/>
          </p:nvSpPr>
          <p:spPr>
            <a:xfrm>
              <a:off x="1057" y="-4361"/>
              <a:ext cx="3121596" cy="390807"/>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rgbClr val="7F7F7F"/>
                  </a:solidFill>
                  <a:ea typeface="Calibri"/>
                  <a:cs typeface="Calibri"/>
                </a:rPr>
                <a:t>Ritos Iniciales</a:t>
              </a:r>
              <a:endParaRPr lang="es-ES" sz="2400">
                <a:solidFill>
                  <a:srgbClr val="7F7F7F"/>
                </a:solidFill>
                <a:ea typeface="Calibri"/>
                <a:cs typeface="Calibri"/>
              </a:endParaRPr>
            </a:p>
          </p:txBody>
        </p:sp>
        <p:sp>
          <p:nvSpPr>
            <p:cNvPr id="16" name="Rectángulo 15">
              <a:extLst>
                <a:ext uri="{FF2B5EF4-FFF2-40B4-BE49-F238E27FC236}">
                  <a16:creationId xmlns:a16="http://schemas.microsoft.com/office/drawing/2014/main" id="{C58D9544-A085-9C28-7C7C-6E8D3AD0E7AA}"/>
                </a:ext>
              </a:extLst>
            </p:cNvPr>
            <p:cNvSpPr/>
            <p:nvPr/>
          </p:nvSpPr>
          <p:spPr>
            <a:xfrm>
              <a:off x="3122126" y="-4360"/>
              <a:ext cx="3132033" cy="517821"/>
            </a:xfrm>
            <a:prstGeom prst="rect">
              <a:avLst/>
            </a:prstGeom>
            <a:solidFill>
              <a:schemeClr val="accent1"/>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600" b="1">
                  <a:solidFill>
                    <a:srgbClr val="000000"/>
                  </a:solidFill>
                  <a:ea typeface="Calibri"/>
                  <a:cs typeface="Calibri"/>
                </a:rPr>
                <a:t>Liturgia de la Palabra</a:t>
              </a:r>
              <a:endParaRPr lang="es-ES" sz="2600">
                <a:solidFill>
                  <a:srgbClr val="000000"/>
                </a:solidFill>
                <a:ea typeface="Calibri"/>
                <a:cs typeface="Calibri"/>
              </a:endParaRPr>
            </a:p>
          </p:txBody>
        </p:sp>
      </p:grpSp>
      <p:sp>
        <p:nvSpPr>
          <p:cNvPr id="8" name="CuadroTexto 2">
            <a:extLst>
              <a:ext uri="{FF2B5EF4-FFF2-40B4-BE49-F238E27FC236}">
                <a16:creationId xmlns:a16="http://schemas.microsoft.com/office/drawing/2014/main" id="{9AA9A598-0614-4307-72A6-51258F46529E}"/>
              </a:ext>
            </a:extLst>
          </p:cNvPr>
          <p:cNvSpPr txBox="1">
            <a:spLocks/>
          </p:cNvSpPr>
          <p:nvPr/>
        </p:nvSpPr>
        <p:spPr>
          <a:xfrm>
            <a:off x="1024257" y="1212445"/>
            <a:ext cx="3310305" cy="1784448"/>
          </a:xfrm>
          <a:prstGeom prst="rect">
            <a:avLst/>
          </a:prstGeom>
          <a:solidFill>
            <a:schemeClr val="bg1"/>
          </a:solidFill>
        </p:spPr>
        <p:style>
          <a:lnRef idx="2">
            <a:schemeClr val="accent1"/>
          </a:lnRef>
          <a:fillRef idx="1">
            <a:schemeClr val="lt1"/>
          </a:fillRef>
          <a:effectRef idx="0">
            <a:schemeClr val="accent1"/>
          </a:effectRef>
          <a:fontRef idx="minor">
            <a:schemeClr val="dk1"/>
          </a:fontRef>
        </p:style>
        <p:txBody>
          <a:bodyPr vert="horz" lIns="91440" tIns="45720" rIns="91440" bIns="45720" rtlCol="0" anchor="t">
            <a:normAutofit fontScale="77500" lnSpcReduction="2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dk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dk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dk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9pPr>
          </a:lstStyle>
          <a:p>
            <a:pPr marL="0" indent="0">
              <a:lnSpc>
                <a:spcPct val="110000"/>
              </a:lnSpc>
              <a:spcBef>
                <a:spcPts val="0"/>
              </a:spcBef>
              <a:buNone/>
            </a:pPr>
            <a:r>
              <a:rPr lang="es-ES" sz="2400" i="1" dirty="0">
                <a:solidFill>
                  <a:schemeClr val="accent4">
                    <a:lumMod val="75000"/>
                  </a:schemeClr>
                </a:solidFill>
                <a:latin typeface="ArialMT"/>
                <a:ea typeface="Calibri"/>
                <a:cs typeface="Calibri"/>
              </a:rPr>
              <a:t>Te amo Señor, fortaleza mía. </a:t>
            </a:r>
            <a:endParaRPr lang="es-ES">
              <a:solidFill>
                <a:schemeClr val="accent4">
                  <a:lumMod val="75000"/>
                </a:schemeClr>
              </a:solidFill>
              <a:latin typeface="Calibri" panose="020F0502020204030204"/>
              <a:ea typeface="Calibri"/>
              <a:cs typeface="Calibri"/>
            </a:endParaRPr>
          </a:p>
          <a:p>
            <a:pPr marL="0" indent="0">
              <a:lnSpc>
                <a:spcPct val="110000"/>
              </a:lnSpc>
              <a:spcBef>
                <a:spcPts val="0"/>
              </a:spcBef>
              <a:buNone/>
            </a:pPr>
            <a:r>
              <a:rPr lang="es-ES" sz="2400" i="1" dirty="0">
                <a:solidFill>
                  <a:schemeClr val="accent4">
                    <a:lumMod val="75000"/>
                  </a:schemeClr>
                </a:solidFill>
                <a:latin typeface="ArialMT"/>
                <a:ea typeface="Calibri"/>
                <a:cs typeface="Calibri"/>
              </a:rPr>
              <a:t>Roca mía, castillo mío, mi </a:t>
            </a:r>
            <a:r>
              <a:rPr lang="es-ES" sz="2400" i="1">
                <a:solidFill>
                  <a:schemeClr val="accent4">
                    <a:lumMod val="75000"/>
                  </a:schemeClr>
                </a:solidFill>
                <a:latin typeface="ArialMT"/>
                <a:ea typeface="Calibri"/>
                <a:cs typeface="Calibri"/>
              </a:rPr>
              <a:t>libertador.</a:t>
            </a:r>
            <a:endParaRPr lang="es-ES">
              <a:solidFill>
                <a:schemeClr val="accent4">
                  <a:lumMod val="75000"/>
                </a:schemeClr>
              </a:solidFill>
              <a:latin typeface="Calibri" panose="020F0502020204030204"/>
              <a:ea typeface="Calibri"/>
              <a:cs typeface="Calibri"/>
            </a:endParaRPr>
          </a:p>
          <a:p>
            <a:pPr marL="0" indent="0">
              <a:lnSpc>
                <a:spcPct val="110000"/>
              </a:lnSpc>
              <a:spcBef>
                <a:spcPts val="0"/>
              </a:spcBef>
              <a:buNone/>
            </a:pPr>
            <a:r>
              <a:rPr lang="es-ES" sz="2400" i="1">
                <a:solidFill>
                  <a:schemeClr val="accent4">
                    <a:lumMod val="75000"/>
                  </a:schemeClr>
                </a:solidFill>
                <a:latin typeface="ArialMT"/>
                <a:ea typeface="Calibri"/>
                <a:cs typeface="Calibri"/>
              </a:rPr>
              <a:t>Dios</a:t>
            </a:r>
            <a:r>
              <a:rPr lang="es-ES" sz="2400" i="1" dirty="0">
                <a:solidFill>
                  <a:schemeClr val="accent4">
                    <a:lumMod val="75000"/>
                  </a:schemeClr>
                </a:solidFill>
                <a:latin typeface="ArialMT"/>
                <a:ea typeface="Calibri"/>
                <a:cs typeface="Calibri"/>
              </a:rPr>
              <a:t> mío en ti confiaré. </a:t>
            </a:r>
            <a:endParaRPr lang="es-ES">
              <a:solidFill>
                <a:schemeClr val="accent4">
                  <a:lumMod val="75000"/>
                </a:schemeClr>
              </a:solidFill>
              <a:latin typeface="Calibri" panose="020F0502020204030204"/>
              <a:ea typeface="Calibri"/>
              <a:cs typeface="Calibri"/>
            </a:endParaRPr>
          </a:p>
          <a:p>
            <a:pPr marL="0" indent="0">
              <a:lnSpc>
                <a:spcPct val="110000"/>
              </a:lnSpc>
              <a:spcBef>
                <a:spcPts val="0"/>
              </a:spcBef>
              <a:buNone/>
            </a:pPr>
            <a:r>
              <a:rPr lang="es-ES" sz="2400" i="1">
                <a:solidFill>
                  <a:schemeClr val="accent4">
                    <a:lumMod val="75000"/>
                  </a:schemeClr>
                </a:solidFill>
                <a:latin typeface="ArialMT"/>
                <a:ea typeface="Calibri"/>
                <a:cs typeface="Calibri"/>
              </a:rPr>
              <a:t>Mi escudo eres Tú </a:t>
            </a:r>
            <a:endParaRPr lang="es-ES">
              <a:solidFill>
                <a:schemeClr val="accent4">
                  <a:lumMod val="75000"/>
                </a:schemeClr>
              </a:solidFill>
              <a:latin typeface="Calibri" panose="020F0502020204030204"/>
              <a:ea typeface="Calibri"/>
              <a:cs typeface="Calibri"/>
            </a:endParaRPr>
          </a:p>
          <a:p>
            <a:pPr marL="0" indent="0">
              <a:lnSpc>
                <a:spcPct val="110000"/>
              </a:lnSpc>
              <a:spcBef>
                <a:spcPts val="0"/>
              </a:spcBef>
              <a:buNone/>
            </a:pPr>
            <a:r>
              <a:rPr lang="es-ES" sz="2400" i="1">
                <a:solidFill>
                  <a:schemeClr val="accent4">
                    <a:lumMod val="75000"/>
                  </a:schemeClr>
                </a:solidFill>
                <a:latin typeface="ArialMT"/>
                <a:ea typeface="Calibri"/>
                <a:cs typeface="Calibri"/>
              </a:rPr>
              <a:t>y la fuerza de mi salvación.</a:t>
            </a:r>
            <a:endParaRPr lang="es-ES">
              <a:solidFill>
                <a:schemeClr val="accent4">
                  <a:lumMod val="75000"/>
                </a:schemeClr>
              </a:solidFill>
              <a:ea typeface="Calibri"/>
              <a:cs typeface="Calibri"/>
            </a:endParaRPr>
          </a:p>
          <a:p>
            <a:pPr marL="0" indent="0">
              <a:lnSpc>
                <a:spcPct val="110000"/>
              </a:lnSpc>
              <a:spcBef>
                <a:spcPts val="0"/>
              </a:spcBef>
              <a:buNone/>
            </a:pPr>
            <a:endParaRPr lang="es-ES" sz="2400" i="1" dirty="0">
              <a:solidFill>
                <a:schemeClr val="accent4">
                  <a:lumMod val="75000"/>
                </a:schemeClr>
              </a:solidFill>
              <a:latin typeface="ArialMT"/>
              <a:ea typeface="Calibri"/>
              <a:cs typeface="Calibri"/>
            </a:endParaRPr>
          </a:p>
        </p:txBody>
      </p:sp>
      <p:sp>
        <p:nvSpPr>
          <p:cNvPr id="9" name="CuadroTexto 2">
            <a:extLst>
              <a:ext uri="{FF2B5EF4-FFF2-40B4-BE49-F238E27FC236}">
                <a16:creationId xmlns:a16="http://schemas.microsoft.com/office/drawing/2014/main" id="{F5C67198-4A55-248F-B2B9-0B9B62B952BF}"/>
              </a:ext>
            </a:extLst>
          </p:cNvPr>
          <p:cNvSpPr txBox="1">
            <a:spLocks/>
          </p:cNvSpPr>
          <p:nvPr/>
        </p:nvSpPr>
        <p:spPr>
          <a:xfrm>
            <a:off x="840991" y="3691356"/>
            <a:ext cx="3310305" cy="1784448"/>
          </a:xfrm>
          <a:prstGeom prst="rect">
            <a:avLst/>
          </a:prstGeom>
          <a:solidFill>
            <a:schemeClr val="bg1"/>
          </a:solidFill>
        </p:spPr>
        <p:style>
          <a:lnRef idx="2">
            <a:schemeClr val="accent1"/>
          </a:lnRef>
          <a:fillRef idx="1">
            <a:schemeClr val="lt1"/>
          </a:fillRef>
          <a:effectRef idx="0">
            <a:schemeClr val="accent1"/>
          </a:effectRef>
          <a:fontRef idx="minor">
            <a:schemeClr val="dk1"/>
          </a:fontRef>
        </p:style>
        <p:txBody>
          <a:bodyPr vert="horz" lIns="91440" tIns="45720" rIns="91440" bIns="45720" rtlCol="0" anchor="t">
            <a:normAutofit fontScale="85000"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dk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dk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dk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9pPr>
          </a:lstStyle>
          <a:p>
            <a:pPr marL="0" indent="0">
              <a:lnSpc>
                <a:spcPct val="110000"/>
              </a:lnSpc>
              <a:spcBef>
                <a:spcPts val="0"/>
              </a:spcBef>
              <a:buNone/>
            </a:pPr>
            <a:r>
              <a:rPr lang="es-ES" sz="2400" i="1" dirty="0">
                <a:solidFill>
                  <a:schemeClr val="accent4">
                    <a:lumMod val="75000"/>
                  </a:schemeClr>
                </a:solidFill>
                <a:latin typeface="ArialMT"/>
                <a:ea typeface="Calibri"/>
                <a:cs typeface="Calibri"/>
              </a:rPr>
              <a:t>Bendecid al señor, </a:t>
            </a:r>
            <a:endParaRPr lang="es-ES" dirty="0">
              <a:solidFill>
                <a:schemeClr val="accent4">
                  <a:lumMod val="75000"/>
                </a:schemeClr>
              </a:solidFill>
              <a:latin typeface="Calibri" panose="020F0502020204030204"/>
              <a:ea typeface="Calibri"/>
              <a:cs typeface="Calibri"/>
            </a:endParaRPr>
          </a:p>
          <a:p>
            <a:pPr marL="0" indent="0">
              <a:lnSpc>
                <a:spcPct val="110000"/>
              </a:lnSpc>
              <a:spcBef>
                <a:spcPts val="0"/>
              </a:spcBef>
              <a:buNone/>
            </a:pPr>
            <a:r>
              <a:rPr lang="es-ES" sz="2400" i="1" dirty="0">
                <a:solidFill>
                  <a:schemeClr val="accent4">
                    <a:lumMod val="75000"/>
                  </a:schemeClr>
                </a:solidFill>
                <a:latin typeface="ArialMT"/>
                <a:ea typeface="Calibri"/>
                <a:cs typeface="Calibri"/>
              </a:rPr>
              <a:t>todos los siervos del señor.</a:t>
            </a:r>
            <a:endParaRPr lang="es-ES" dirty="0">
              <a:solidFill>
                <a:schemeClr val="accent4">
                  <a:lumMod val="75000"/>
                </a:schemeClr>
              </a:solidFill>
              <a:latin typeface="Calibri" panose="020F0502020204030204"/>
              <a:ea typeface="Calibri"/>
              <a:cs typeface="Calibri"/>
            </a:endParaRPr>
          </a:p>
          <a:p>
            <a:pPr marL="0" indent="0">
              <a:lnSpc>
                <a:spcPct val="110000"/>
              </a:lnSpc>
              <a:spcBef>
                <a:spcPts val="0"/>
              </a:spcBef>
              <a:buNone/>
            </a:pPr>
            <a:r>
              <a:rPr lang="es-ES" sz="2400" i="1" dirty="0">
                <a:solidFill>
                  <a:schemeClr val="accent4">
                    <a:lumMod val="75000"/>
                  </a:schemeClr>
                </a:solidFill>
                <a:latin typeface="ArialMT"/>
                <a:ea typeface="Calibri"/>
                <a:cs typeface="Calibri"/>
              </a:rPr>
              <a:t>Alzad vuestras manos en el santuario </a:t>
            </a:r>
            <a:endParaRPr lang="es-ES" dirty="0">
              <a:solidFill>
                <a:schemeClr val="accent4">
                  <a:lumMod val="75000"/>
                </a:schemeClr>
              </a:solidFill>
              <a:latin typeface="Calibri" panose="020F0502020204030204"/>
              <a:ea typeface="Calibri"/>
              <a:cs typeface="Calibri"/>
            </a:endParaRPr>
          </a:p>
          <a:p>
            <a:pPr marL="0" indent="0">
              <a:lnSpc>
                <a:spcPct val="110000"/>
              </a:lnSpc>
              <a:spcBef>
                <a:spcPts val="0"/>
              </a:spcBef>
              <a:buNone/>
            </a:pPr>
            <a:r>
              <a:rPr lang="es-ES" sz="2400" i="1" dirty="0">
                <a:solidFill>
                  <a:schemeClr val="accent4">
                    <a:lumMod val="75000"/>
                  </a:schemeClr>
                </a:solidFill>
                <a:latin typeface="ArialMT"/>
                <a:ea typeface="Calibri"/>
                <a:cs typeface="Calibri"/>
              </a:rPr>
              <a:t>y bendecid al Señor.</a:t>
            </a:r>
            <a:endParaRPr lang="es-ES" dirty="0">
              <a:solidFill>
                <a:schemeClr val="accent4">
                  <a:lumMod val="75000"/>
                </a:schemeClr>
              </a:solidFill>
              <a:ea typeface="Calibri"/>
              <a:cs typeface="Calibri"/>
            </a:endParaRPr>
          </a:p>
          <a:p>
            <a:pPr marL="0" indent="0">
              <a:lnSpc>
                <a:spcPct val="110000"/>
              </a:lnSpc>
              <a:spcBef>
                <a:spcPts val="0"/>
              </a:spcBef>
              <a:buNone/>
            </a:pPr>
            <a:endParaRPr lang="es-ES" sz="2400" i="1" dirty="0">
              <a:solidFill>
                <a:schemeClr val="accent4">
                  <a:lumMod val="75000"/>
                </a:schemeClr>
              </a:solidFill>
              <a:latin typeface="ArialMT"/>
              <a:ea typeface="Calibri"/>
              <a:cs typeface="Calibri"/>
            </a:endParaRPr>
          </a:p>
        </p:txBody>
      </p:sp>
      <p:sp>
        <p:nvSpPr>
          <p:cNvPr id="3" name="CuadroTexto 2">
            <a:extLst>
              <a:ext uri="{FF2B5EF4-FFF2-40B4-BE49-F238E27FC236}">
                <a16:creationId xmlns:a16="http://schemas.microsoft.com/office/drawing/2014/main" id="{B290E900-1A99-4E74-97E1-D2B9E6EC8A1A}"/>
              </a:ext>
            </a:extLst>
          </p:cNvPr>
          <p:cNvSpPr txBox="1">
            <a:spLocks/>
          </p:cNvSpPr>
          <p:nvPr/>
        </p:nvSpPr>
        <p:spPr>
          <a:xfrm>
            <a:off x="4604011" y="3376795"/>
            <a:ext cx="2736589" cy="1449205"/>
          </a:xfrm>
          <a:prstGeom prst="rect">
            <a:avLst/>
          </a:prstGeom>
          <a:solidFill>
            <a:schemeClr val="bg1"/>
          </a:solidFill>
        </p:spPr>
        <p:style>
          <a:lnRef idx="2">
            <a:schemeClr val="accent1"/>
          </a:lnRef>
          <a:fillRef idx="1">
            <a:schemeClr val="lt1"/>
          </a:fillRef>
          <a:effectRef idx="0">
            <a:schemeClr val="accent1"/>
          </a:effectRef>
          <a:fontRef idx="minor">
            <a:schemeClr val="dk1"/>
          </a:fontRef>
        </p:style>
        <p:txBody>
          <a:bodyPr vert="horz" lIns="91440" tIns="45720" rIns="91440" bIns="45720" rtlCol="0" anchor="t">
            <a:normAutofit/>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dk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dk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dk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dk1"/>
                </a:solidFill>
                <a:latin typeface="+mn-lt"/>
                <a:ea typeface="+mn-ea"/>
                <a:cs typeface="+mn-cs"/>
              </a:defRPr>
            </a:lvl9pPr>
          </a:lstStyle>
          <a:p>
            <a:pPr marL="0" indent="0">
              <a:lnSpc>
                <a:spcPct val="110000"/>
              </a:lnSpc>
              <a:spcBef>
                <a:spcPts val="0"/>
              </a:spcBef>
              <a:buNone/>
            </a:pPr>
            <a:r>
              <a:rPr lang="es-ES" sz="2000" i="1" dirty="0">
                <a:solidFill>
                  <a:schemeClr val="accent4">
                    <a:lumMod val="75000"/>
                  </a:schemeClr>
                </a:solidFill>
                <a:latin typeface="ArialMT"/>
                <a:ea typeface="Calibri"/>
                <a:cs typeface="Calibri"/>
              </a:rPr>
              <a:t>Canto tu misericordia</a:t>
            </a:r>
          </a:p>
          <a:p>
            <a:pPr marL="0" indent="0">
              <a:lnSpc>
                <a:spcPct val="110000"/>
              </a:lnSpc>
              <a:spcBef>
                <a:spcPts val="0"/>
              </a:spcBef>
              <a:buNone/>
            </a:pPr>
            <a:r>
              <a:rPr lang="es-ES" sz="2000" i="1" dirty="0">
                <a:solidFill>
                  <a:schemeClr val="accent4">
                    <a:lumMod val="75000"/>
                  </a:schemeClr>
                </a:solidFill>
                <a:latin typeface="ArialMT"/>
                <a:ea typeface="Calibri"/>
                <a:cs typeface="Calibri"/>
              </a:rPr>
              <a:t>Canto tu fidelidad</a:t>
            </a:r>
          </a:p>
          <a:p>
            <a:pPr marL="0" indent="0">
              <a:lnSpc>
                <a:spcPct val="110000"/>
              </a:lnSpc>
              <a:spcBef>
                <a:spcPts val="0"/>
              </a:spcBef>
              <a:buNone/>
            </a:pPr>
            <a:r>
              <a:rPr lang="es-ES" sz="2000" i="1" dirty="0">
                <a:solidFill>
                  <a:schemeClr val="accent4">
                    <a:lumMod val="75000"/>
                  </a:schemeClr>
                </a:solidFill>
                <a:latin typeface="ArialMT"/>
                <a:ea typeface="Calibri"/>
                <a:cs typeface="Calibri"/>
              </a:rPr>
              <a:t>Canto tu amor infinito</a:t>
            </a:r>
          </a:p>
          <a:p>
            <a:pPr marL="0" indent="0">
              <a:lnSpc>
                <a:spcPct val="110000"/>
              </a:lnSpc>
              <a:spcBef>
                <a:spcPts val="0"/>
              </a:spcBef>
              <a:buNone/>
            </a:pPr>
            <a:r>
              <a:rPr lang="es-ES" sz="2000" i="1" dirty="0">
                <a:solidFill>
                  <a:schemeClr val="accent4">
                    <a:lumMod val="75000"/>
                  </a:schemeClr>
                </a:solidFill>
                <a:latin typeface="ArialMT"/>
                <a:ea typeface="Calibri"/>
                <a:cs typeface="Calibri"/>
              </a:rPr>
              <a:t>Canto tu bondad</a:t>
            </a:r>
            <a:endParaRPr lang="es-ES" sz="2400" dirty="0">
              <a:solidFill>
                <a:schemeClr val="accent4">
                  <a:lumMod val="75000"/>
                </a:schemeClr>
              </a:solidFill>
              <a:ea typeface="Calibri"/>
              <a:cs typeface="Calibri"/>
            </a:endParaRPr>
          </a:p>
        </p:txBody>
      </p:sp>
    </p:spTree>
    <p:extLst>
      <p:ext uri="{BB962C8B-B14F-4D97-AF65-F5344CB8AC3E}">
        <p14:creationId xmlns:p14="http://schemas.microsoft.com/office/powerpoint/2010/main" val="3195725896"/>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ECBD2F0-8B2B-F3FB-426D-BEDB0FA42695}"/>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5B226EDF-E33D-6EFA-A883-50C92009403C}"/>
              </a:ext>
            </a:extLst>
          </p:cNvPr>
          <p:cNvSpPr>
            <a:spLocks noGrp="1"/>
          </p:cNvSpPr>
          <p:nvPr>
            <p:ph type="title"/>
          </p:nvPr>
        </p:nvSpPr>
        <p:spPr>
          <a:xfrm>
            <a:off x="312401" y="427973"/>
            <a:ext cx="11759878" cy="671938"/>
          </a:xfrm>
        </p:spPr>
        <p:txBody>
          <a:bodyPr>
            <a:noAutofit/>
          </a:bodyPr>
          <a:lstStyle/>
          <a:p>
            <a:r>
              <a:rPr lang="es-ES" sz="2800" dirty="0">
                <a:solidFill>
                  <a:schemeClr val="accent4">
                    <a:lumMod val="75000"/>
                  </a:schemeClr>
                </a:solidFill>
              </a:rPr>
              <a:t>Romanos 5,12-15</a:t>
            </a:r>
          </a:p>
        </p:txBody>
      </p:sp>
      <p:sp>
        <p:nvSpPr>
          <p:cNvPr id="5" name="Marcador de contenido 4">
            <a:extLst>
              <a:ext uri="{FF2B5EF4-FFF2-40B4-BE49-F238E27FC236}">
                <a16:creationId xmlns:a16="http://schemas.microsoft.com/office/drawing/2014/main" id="{D62617A9-35A8-86B7-6ED0-D4CE29E037CB}"/>
              </a:ext>
            </a:extLst>
          </p:cNvPr>
          <p:cNvSpPr>
            <a:spLocks noGrp="1"/>
          </p:cNvSpPr>
          <p:nvPr>
            <p:ph idx="1"/>
          </p:nvPr>
        </p:nvSpPr>
        <p:spPr>
          <a:xfrm>
            <a:off x="236558" y="963996"/>
            <a:ext cx="11643042" cy="6027230"/>
          </a:xfrm>
        </p:spPr>
        <p:txBody>
          <a:bodyPr vert="horz" lIns="91440" tIns="45720" rIns="91440" bIns="45720" rtlCol="0" anchor="t">
            <a:normAutofit/>
          </a:bodyPr>
          <a:lstStyle/>
          <a:p>
            <a:pPr marL="0" indent="0">
              <a:buNone/>
            </a:pPr>
            <a:r>
              <a:rPr lang="es-ES" dirty="0"/>
              <a:t>Hermanos: Lo mismo que por un hombre entró el pecado en el mundo, y por el pecado la muerte, y así la muerte pasó a todos los hombres, porque todos pecaron. Pero, aunque antes de la Ley había pecado en el mundo, el pecado no se imputaba porque no había Ley. A pesar de eso, la muerte reinó desde Adán hasta Moisés, incluso sobre los que no habían pecado con una transgresión como la de Adán, que era figura del que había de venir. Sin embargo, no hay proporción entre el delito y el don: si por la transgresión de uno murieron todos, mucho más, la gracia otorgada por Dios, el don de la gracia que correspondía a un solo hombre, Jesucristo, sobró para la multitud.</a:t>
            </a:r>
          </a:p>
          <a:p>
            <a:pPr marL="0" indent="0">
              <a:buNone/>
            </a:pPr>
            <a:r>
              <a:rPr lang="es-ES" sz="4300" dirty="0">
                <a:solidFill>
                  <a:schemeClr val="accent4"/>
                </a:solidFill>
                <a:ea typeface="Calibri"/>
                <a:cs typeface="Calibri"/>
              </a:rPr>
              <a:t>Palabra de Dios</a:t>
            </a:r>
          </a:p>
        </p:txBody>
      </p:sp>
      <p:grpSp>
        <p:nvGrpSpPr>
          <p:cNvPr id="15" name="Grupo 14">
            <a:extLst>
              <a:ext uri="{FF2B5EF4-FFF2-40B4-BE49-F238E27FC236}">
                <a16:creationId xmlns:a16="http://schemas.microsoft.com/office/drawing/2014/main" id="{DABFF1ED-8E61-27A3-8410-D916C84B16EC}"/>
              </a:ext>
            </a:extLst>
          </p:cNvPr>
          <p:cNvGrpSpPr/>
          <p:nvPr/>
        </p:nvGrpSpPr>
        <p:grpSpPr>
          <a:xfrm>
            <a:off x="1057" y="-4361"/>
            <a:ext cx="12190282" cy="517822"/>
            <a:chOff x="1057" y="-4361"/>
            <a:chExt cx="12503431" cy="517822"/>
          </a:xfrm>
        </p:grpSpPr>
        <p:sp>
          <p:nvSpPr>
            <p:cNvPr id="12" name="Rectángulo 11">
              <a:extLst>
                <a:ext uri="{FF2B5EF4-FFF2-40B4-BE49-F238E27FC236}">
                  <a16:creationId xmlns:a16="http://schemas.microsoft.com/office/drawing/2014/main" id="{AA3AF3BD-5304-7ED3-1512-1E6A3BE01959}"/>
                </a:ext>
              </a:extLst>
            </p:cNvPr>
            <p:cNvSpPr/>
            <p:nvPr/>
          </p:nvSpPr>
          <p:spPr>
            <a:xfrm>
              <a:off x="6247290" y="-4361"/>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Liturgia Eucarística</a:t>
              </a:r>
              <a:endParaRPr lang="es-ES" sz="2400">
                <a:solidFill>
                  <a:schemeClr val="tx1">
                    <a:lumMod val="49000"/>
                    <a:lumOff val="51000"/>
                  </a:schemeClr>
                </a:solidFill>
                <a:ea typeface="Calibri"/>
                <a:cs typeface="Calibri"/>
              </a:endParaRPr>
            </a:p>
          </p:txBody>
        </p:sp>
        <p:sp>
          <p:nvSpPr>
            <p:cNvPr id="13" name="Rectángulo 12">
              <a:extLst>
                <a:ext uri="{FF2B5EF4-FFF2-40B4-BE49-F238E27FC236}">
                  <a16:creationId xmlns:a16="http://schemas.microsoft.com/office/drawing/2014/main" id="{85694DBD-0B9E-54CD-B0E9-E360C61874B8}"/>
                </a:ext>
              </a:extLst>
            </p:cNvPr>
            <p:cNvSpPr/>
            <p:nvPr/>
          </p:nvSpPr>
          <p:spPr>
            <a:xfrm>
              <a:off x="9372455" y="-4360"/>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Rito de Conclusión</a:t>
              </a:r>
              <a:endParaRPr lang="es-ES">
                <a:solidFill>
                  <a:schemeClr val="tx1">
                    <a:lumMod val="49000"/>
                    <a:lumOff val="51000"/>
                  </a:schemeClr>
                </a:solidFill>
                <a:ea typeface="Calibri"/>
                <a:cs typeface="Calibri"/>
              </a:endParaRPr>
            </a:p>
          </p:txBody>
        </p:sp>
        <p:sp>
          <p:nvSpPr>
            <p:cNvPr id="14" name="Rectángulo 13">
              <a:extLst>
                <a:ext uri="{FF2B5EF4-FFF2-40B4-BE49-F238E27FC236}">
                  <a16:creationId xmlns:a16="http://schemas.microsoft.com/office/drawing/2014/main" id="{7B08E555-6A35-4A11-BE45-5605B0748893}"/>
                </a:ext>
              </a:extLst>
            </p:cNvPr>
            <p:cNvSpPr/>
            <p:nvPr/>
          </p:nvSpPr>
          <p:spPr>
            <a:xfrm>
              <a:off x="1057" y="-4361"/>
              <a:ext cx="3121596" cy="390807"/>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rgbClr val="7F7F7F"/>
                  </a:solidFill>
                  <a:ea typeface="Calibri"/>
                  <a:cs typeface="Calibri"/>
                </a:rPr>
                <a:t>Ritos Iniciales</a:t>
              </a:r>
              <a:endParaRPr lang="es-ES" sz="2400">
                <a:solidFill>
                  <a:srgbClr val="7F7F7F"/>
                </a:solidFill>
                <a:ea typeface="Calibri"/>
                <a:cs typeface="Calibri"/>
              </a:endParaRPr>
            </a:p>
          </p:txBody>
        </p:sp>
        <p:sp>
          <p:nvSpPr>
            <p:cNvPr id="11" name="Rectángulo 10">
              <a:extLst>
                <a:ext uri="{FF2B5EF4-FFF2-40B4-BE49-F238E27FC236}">
                  <a16:creationId xmlns:a16="http://schemas.microsoft.com/office/drawing/2014/main" id="{6662C8C3-6791-E2A5-E13F-A3C11E2463C6}"/>
                </a:ext>
              </a:extLst>
            </p:cNvPr>
            <p:cNvSpPr/>
            <p:nvPr/>
          </p:nvSpPr>
          <p:spPr>
            <a:xfrm>
              <a:off x="3122126" y="-4360"/>
              <a:ext cx="3132033" cy="517821"/>
            </a:xfrm>
            <a:prstGeom prst="rect">
              <a:avLst/>
            </a:prstGeom>
            <a:solidFill>
              <a:schemeClr val="accent1"/>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600" b="1">
                  <a:solidFill>
                    <a:srgbClr val="000000"/>
                  </a:solidFill>
                  <a:ea typeface="Calibri"/>
                  <a:cs typeface="Calibri"/>
                </a:rPr>
                <a:t>Liturgia de la Palabra</a:t>
              </a:r>
              <a:endParaRPr lang="es-ES" sz="2600">
                <a:solidFill>
                  <a:srgbClr val="000000"/>
                </a:solidFill>
                <a:ea typeface="Calibri"/>
                <a:cs typeface="Calibri"/>
              </a:endParaRPr>
            </a:p>
          </p:txBody>
        </p:sp>
      </p:grpSp>
    </p:spTree>
    <p:extLst>
      <p:ext uri="{BB962C8B-B14F-4D97-AF65-F5344CB8AC3E}">
        <p14:creationId xmlns:p14="http://schemas.microsoft.com/office/powerpoint/2010/main" val="333089553"/>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52E00500-7018-AF26-81DD-1760C40EAF7E}"/>
            </a:ext>
          </a:extLst>
        </p:cNvPr>
        <p:cNvGrpSpPr/>
        <p:nvPr/>
      </p:nvGrpSpPr>
      <p:grpSpPr>
        <a:xfrm>
          <a:off x="0" y="0"/>
          <a:ext cx="0" cy="0"/>
          <a:chOff x="0" y="0"/>
          <a:chExt cx="0" cy="0"/>
        </a:xfrm>
      </p:grpSpPr>
      <p:pic>
        <p:nvPicPr>
          <p:cNvPr id="9" name="Imagen 8" descr="Imagen de la pantalla de un video juego&#10;&#10;Descripción generada automáticamente con confianza media">
            <a:extLst>
              <a:ext uri="{FF2B5EF4-FFF2-40B4-BE49-F238E27FC236}">
                <a16:creationId xmlns:a16="http://schemas.microsoft.com/office/drawing/2014/main" id="{98D1526D-D270-01FE-9579-EDD4704027F9}"/>
              </a:ext>
            </a:extLst>
          </p:cNvPr>
          <p:cNvPicPr>
            <a:picLocks noChangeAspect="1"/>
          </p:cNvPicPr>
          <p:nvPr/>
        </p:nvPicPr>
        <p:blipFill rotWithShape="1">
          <a:blip r:embed="rId2"/>
          <a:srcRect l="26283" t="-1" r="26846" b="3309"/>
          <a:stretch/>
        </p:blipFill>
        <p:spPr>
          <a:xfrm>
            <a:off x="5012891" y="0"/>
            <a:ext cx="8634855" cy="6858000"/>
          </a:xfrm>
          <a:prstGeom prst="rect">
            <a:avLst/>
          </a:prstGeom>
        </p:spPr>
      </p:pic>
      <p:sp>
        <p:nvSpPr>
          <p:cNvPr id="12" name="Llamada de nube 11">
            <a:extLst>
              <a:ext uri="{FF2B5EF4-FFF2-40B4-BE49-F238E27FC236}">
                <a16:creationId xmlns:a16="http://schemas.microsoft.com/office/drawing/2014/main" id="{3A686A4C-DEC6-CC8B-C8DC-0E625996B9B6}"/>
              </a:ext>
            </a:extLst>
          </p:cNvPr>
          <p:cNvSpPr/>
          <p:nvPr/>
        </p:nvSpPr>
        <p:spPr>
          <a:xfrm>
            <a:off x="3088371" y="0"/>
            <a:ext cx="3423754" cy="6858000"/>
          </a:xfrm>
          <a:prstGeom prst="cloudCallou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3" name="Imagen 2" descr="Un dibujo de un perro&#10;&#10;Descripción generada automáticamente con confianza media">
            <a:extLst>
              <a:ext uri="{FF2B5EF4-FFF2-40B4-BE49-F238E27FC236}">
                <a16:creationId xmlns:a16="http://schemas.microsoft.com/office/drawing/2014/main" id="{508BD67B-197D-84C7-A501-6D39DFBD20F1}"/>
              </a:ext>
            </a:extLst>
          </p:cNvPr>
          <p:cNvPicPr>
            <a:picLocks noChangeAspect="1"/>
          </p:cNvPicPr>
          <p:nvPr/>
        </p:nvPicPr>
        <p:blipFill>
          <a:blip r:embed="rId3">
            <a:clrChange>
              <a:clrFrom>
                <a:srgbClr val="FFFFFF"/>
              </a:clrFrom>
              <a:clrTo>
                <a:srgbClr val="FFFFFF">
                  <a:alpha val="0"/>
                </a:srgbClr>
              </a:clrTo>
            </a:clrChange>
          </a:blip>
          <a:stretch>
            <a:fillRect/>
          </a:stretch>
        </p:blipFill>
        <p:spPr>
          <a:xfrm>
            <a:off x="3089" y="2037939"/>
            <a:ext cx="6232014" cy="2782120"/>
          </a:xfrm>
          <a:prstGeom prst="rect">
            <a:avLst/>
          </a:prstGeom>
        </p:spPr>
      </p:pic>
      <p:pic>
        <p:nvPicPr>
          <p:cNvPr id="2" name="Imagen 1" descr="Imagen que contiene Escala de tiempo&#10;&#10;El contenido generado por IA puede ser incorrecto.">
            <a:extLst>
              <a:ext uri="{FF2B5EF4-FFF2-40B4-BE49-F238E27FC236}">
                <a16:creationId xmlns:a16="http://schemas.microsoft.com/office/drawing/2014/main" id="{39A714C5-16A1-693C-3B3E-D886452055CE}"/>
              </a:ext>
            </a:extLst>
          </p:cNvPr>
          <p:cNvPicPr>
            <a:picLocks noChangeAspect="1"/>
          </p:cNvPicPr>
          <p:nvPr/>
        </p:nvPicPr>
        <p:blipFill>
          <a:blip r:embed="rId4"/>
          <a:stretch>
            <a:fillRect/>
          </a:stretch>
        </p:blipFill>
        <p:spPr>
          <a:xfrm>
            <a:off x="169297" y="214928"/>
            <a:ext cx="1541821" cy="1487436"/>
          </a:xfrm>
          <a:prstGeom prst="rect">
            <a:avLst/>
          </a:prstGeom>
        </p:spPr>
      </p:pic>
    </p:spTree>
    <p:extLst>
      <p:ext uri="{BB962C8B-B14F-4D97-AF65-F5344CB8AC3E}">
        <p14:creationId xmlns:p14="http://schemas.microsoft.com/office/powerpoint/2010/main" val="2050215803"/>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p:cNvGrpSpPr/>
        <p:nvPr/>
      </p:nvGrpSpPr>
      <p:grpSpPr>
        <a:xfrm>
          <a:off x="0" y="0"/>
          <a:ext cx="0" cy="0"/>
          <a:chOff x="0" y="0"/>
          <a:chExt cx="0" cy="0"/>
        </a:xfrm>
      </p:grpSpPr>
      <p:sp useBgFill="1">
        <p:nvSpPr>
          <p:cNvPr id="10" name="Rectangle 9">
            <a:extLst>
              <a:ext uri="{FF2B5EF4-FFF2-40B4-BE49-F238E27FC236}">
                <a16:creationId xmlns:a16="http://schemas.microsoft.com/office/drawing/2014/main" id="{04812C46-200A-4DEB-A05E-3ED6C68C238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3049"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pic>
        <p:nvPicPr>
          <p:cNvPr id="5" name="Imagen 4" descr="Resultado de imagen de fano Aleluya">
            <a:extLst>
              <a:ext uri="{FF2B5EF4-FFF2-40B4-BE49-F238E27FC236}">
                <a16:creationId xmlns:a16="http://schemas.microsoft.com/office/drawing/2014/main" id="{60FC8AA9-0AC8-2A4D-9D71-FC51F583B700}"/>
              </a:ext>
            </a:extLst>
          </p:cNvPr>
          <p:cNvPicPr/>
          <p:nvPr/>
        </p:nvPicPr>
        <p:blipFill>
          <a:blip r:embed="rId2">
            <a:extLst>
              <a:ext uri="{28A0092B-C50C-407E-A947-70E740481C1C}">
                <a14:useLocalDpi xmlns:a14="http://schemas.microsoft.com/office/drawing/2010/main" val="0"/>
              </a:ext>
            </a:extLst>
          </a:blip>
          <a:srcRect l="10344" r="10344"/>
          <a:stretch/>
        </p:blipFill>
        <p:spPr bwMode="auto">
          <a:xfrm>
            <a:off x="3045657" y="578395"/>
            <a:ext cx="9146341" cy="6279605"/>
          </a:xfrm>
          <a:prstGeom prst="rect">
            <a:avLst/>
          </a:prstGeom>
          <a:noFill/>
        </p:spPr>
      </p:pic>
      <p:sp>
        <p:nvSpPr>
          <p:cNvPr id="12" name="Rectangle 11">
            <a:extLst>
              <a:ext uri="{FF2B5EF4-FFF2-40B4-BE49-F238E27FC236}">
                <a16:creationId xmlns:a16="http://schemas.microsoft.com/office/drawing/2014/main" id="{D1EA859B-E555-4109-94F3-6700E046E008}"/>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1" y="0"/>
            <a:ext cx="7390263" cy="6858000"/>
          </a:xfrm>
          <a:prstGeom prst="rect">
            <a:avLst/>
          </a:prstGeom>
          <a:gradFill>
            <a:gsLst>
              <a:gs pos="48000">
                <a:schemeClr val="bg1"/>
              </a:gs>
              <a:gs pos="35000">
                <a:schemeClr val="bg1">
                  <a:alpha val="77000"/>
                </a:schemeClr>
              </a:gs>
              <a:gs pos="19000">
                <a:schemeClr val="bg1">
                  <a:alpha val="38000"/>
                </a:schemeClr>
              </a:gs>
              <a:gs pos="0">
                <a:schemeClr val="bg1">
                  <a:alpha val="0"/>
                </a:schemeClr>
              </a:gs>
              <a:gs pos="100000">
                <a:schemeClr val="bg1"/>
              </a:gs>
            </a:gsLst>
            <a:lin ang="10800000" scaled="0"/>
          </a:gra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ítulo 1">
            <a:extLst>
              <a:ext uri="{FF2B5EF4-FFF2-40B4-BE49-F238E27FC236}">
                <a16:creationId xmlns:a16="http://schemas.microsoft.com/office/drawing/2014/main" id="{BEEFB80F-A5E3-F74B-8FFC-99E73EFFB86F}"/>
              </a:ext>
            </a:extLst>
          </p:cNvPr>
          <p:cNvSpPr>
            <a:spLocks noGrp="1"/>
          </p:cNvSpPr>
          <p:nvPr>
            <p:ph type="title"/>
          </p:nvPr>
        </p:nvSpPr>
        <p:spPr>
          <a:xfrm>
            <a:off x="346560" y="156178"/>
            <a:ext cx="3822189" cy="1899912"/>
          </a:xfrm>
        </p:spPr>
        <p:txBody>
          <a:bodyPr>
            <a:normAutofit/>
          </a:bodyPr>
          <a:lstStyle/>
          <a:p>
            <a:pPr algn="ctr"/>
            <a:r>
              <a:rPr lang="es-ES" sz="4800">
                <a:latin typeface="Bradley Hand" pitchFamily="2" charset="77"/>
              </a:rPr>
              <a:t>Aleluya</a:t>
            </a:r>
            <a:r>
              <a:rPr lang="es-ES" sz="4000">
                <a:latin typeface="Bradley Hand" pitchFamily="2" charset="77"/>
              </a:rPr>
              <a:t> </a:t>
            </a:r>
            <a:endParaRPr lang="es-ES"/>
          </a:p>
        </p:txBody>
      </p:sp>
      <p:sp>
        <p:nvSpPr>
          <p:cNvPr id="3" name="Marcador de contenido 2">
            <a:extLst>
              <a:ext uri="{FF2B5EF4-FFF2-40B4-BE49-F238E27FC236}">
                <a16:creationId xmlns:a16="http://schemas.microsoft.com/office/drawing/2014/main" id="{4EA5CDE1-21D1-6040-A2EA-3212012934AB}"/>
              </a:ext>
            </a:extLst>
          </p:cNvPr>
          <p:cNvSpPr>
            <a:spLocks noGrp="1"/>
          </p:cNvSpPr>
          <p:nvPr>
            <p:ph idx="1"/>
          </p:nvPr>
        </p:nvSpPr>
        <p:spPr>
          <a:xfrm>
            <a:off x="326603" y="1711804"/>
            <a:ext cx="3862101" cy="4743450"/>
          </a:xfrm>
        </p:spPr>
        <p:txBody>
          <a:bodyPr vert="horz" lIns="91440" tIns="45720" rIns="91440" bIns="45720" numCol="1" rtlCol="0" anchor="t">
            <a:normAutofit/>
          </a:bodyPr>
          <a:lstStyle/>
          <a:p>
            <a:pPr marL="0" indent="0">
              <a:buNone/>
            </a:pPr>
            <a:r>
              <a:rPr lang="es-ES" sz="3200"/>
              <a:t>No hay ¡aleluya! si no hay cambio en mi ser,</a:t>
            </a:r>
            <a:br>
              <a:rPr lang="es-ES" sz="3200"/>
            </a:br>
            <a:r>
              <a:rPr lang="es-ES" sz="3200"/>
              <a:t>no hay ¡aleluya! si no hay muerte en mi yo,</a:t>
            </a:r>
            <a:br>
              <a:rPr lang="es-ES" sz="3200"/>
            </a:br>
            <a:r>
              <a:rPr lang="es-ES" sz="3200"/>
              <a:t>no hay ¡aleluya! sin cruz, clavo y lanzada.</a:t>
            </a:r>
            <a:br>
              <a:rPr lang="es-ES" sz="3200"/>
            </a:br>
            <a:r>
              <a:rPr lang="es-ES" sz="3200"/>
              <a:t>Entonces sí, hay ¡aleluya! ¡Aleluya!, el aleluya de mi Dios.</a:t>
            </a:r>
            <a:endParaRPr lang="es-ES" sz="3200">
              <a:ea typeface="Calibri"/>
              <a:cs typeface="Calibri"/>
            </a:endParaRPr>
          </a:p>
        </p:txBody>
      </p:sp>
      <p:grpSp>
        <p:nvGrpSpPr>
          <p:cNvPr id="11" name="Grupo 10">
            <a:extLst>
              <a:ext uri="{FF2B5EF4-FFF2-40B4-BE49-F238E27FC236}">
                <a16:creationId xmlns:a16="http://schemas.microsoft.com/office/drawing/2014/main" id="{D4767C35-707F-CDDF-570B-324C8D23BB3E}"/>
              </a:ext>
            </a:extLst>
          </p:cNvPr>
          <p:cNvGrpSpPr/>
          <p:nvPr/>
        </p:nvGrpSpPr>
        <p:grpSpPr>
          <a:xfrm>
            <a:off x="1057" y="-4361"/>
            <a:ext cx="12190282" cy="517822"/>
            <a:chOff x="1057" y="-4361"/>
            <a:chExt cx="12503431" cy="517822"/>
          </a:xfrm>
        </p:grpSpPr>
        <p:sp>
          <p:nvSpPr>
            <p:cNvPr id="6" name="Rectángulo 5">
              <a:extLst>
                <a:ext uri="{FF2B5EF4-FFF2-40B4-BE49-F238E27FC236}">
                  <a16:creationId xmlns:a16="http://schemas.microsoft.com/office/drawing/2014/main" id="{7498F53B-84EE-3CE0-B369-25E2348D531C}"/>
                </a:ext>
              </a:extLst>
            </p:cNvPr>
            <p:cNvSpPr/>
            <p:nvPr/>
          </p:nvSpPr>
          <p:spPr>
            <a:xfrm>
              <a:off x="6247290" y="-4361"/>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Liturgia Eucarística</a:t>
              </a:r>
              <a:endParaRPr lang="es-ES" sz="2400">
                <a:solidFill>
                  <a:schemeClr val="tx1">
                    <a:lumMod val="49000"/>
                    <a:lumOff val="51000"/>
                  </a:schemeClr>
                </a:solidFill>
                <a:ea typeface="Calibri"/>
                <a:cs typeface="Calibri"/>
              </a:endParaRPr>
            </a:p>
          </p:txBody>
        </p:sp>
        <p:sp>
          <p:nvSpPr>
            <p:cNvPr id="7" name="Rectángulo 6">
              <a:extLst>
                <a:ext uri="{FF2B5EF4-FFF2-40B4-BE49-F238E27FC236}">
                  <a16:creationId xmlns:a16="http://schemas.microsoft.com/office/drawing/2014/main" id="{68DB8DC5-A77A-B111-0CDA-E4F08F3B4830}"/>
                </a:ext>
              </a:extLst>
            </p:cNvPr>
            <p:cNvSpPr/>
            <p:nvPr/>
          </p:nvSpPr>
          <p:spPr>
            <a:xfrm>
              <a:off x="9372455" y="-4360"/>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Rito de Conclusión</a:t>
              </a:r>
              <a:endParaRPr lang="es-ES">
                <a:solidFill>
                  <a:schemeClr val="tx1">
                    <a:lumMod val="49000"/>
                    <a:lumOff val="51000"/>
                  </a:schemeClr>
                </a:solidFill>
                <a:ea typeface="Calibri"/>
                <a:cs typeface="Calibri"/>
              </a:endParaRPr>
            </a:p>
          </p:txBody>
        </p:sp>
        <p:sp>
          <p:nvSpPr>
            <p:cNvPr id="8" name="Rectángulo 7">
              <a:extLst>
                <a:ext uri="{FF2B5EF4-FFF2-40B4-BE49-F238E27FC236}">
                  <a16:creationId xmlns:a16="http://schemas.microsoft.com/office/drawing/2014/main" id="{D2853E94-19CC-1BFA-1015-C7602BFB148F}"/>
                </a:ext>
              </a:extLst>
            </p:cNvPr>
            <p:cNvSpPr/>
            <p:nvPr/>
          </p:nvSpPr>
          <p:spPr>
            <a:xfrm>
              <a:off x="1057" y="-4361"/>
              <a:ext cx="3121596" cy="390807"/>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rgbClr val="7F7F7F"/>
                  </a:solidFill>
                  <a:ea typeface="Calibri"/>
                  <a:cs typeface="Calibri"/>
                </a:rPr>
                <a:t>Ritos Iniciales</a:t>
              </a:r>
              <a:endParaRPr lang="es-ES" sz="2400">
                <a:solidFill>
                  <a:srgbClr val="7F7F7F"/>
                </a:solidFill>
                <a:ea typeface="Calibri"/>
                <a:cs typeface="Calibri"/>
              </a:endParaRPr>
            </a:p>
          </p:txBody>
        </p:sp>
        <p:sp>
          <p:nvSpPr>
            <p:cNvPr id="9" name="Rectángulo 8">
              <a:extLst>
                <a:ext uri="{FF2B5EF4-FFF2-40B4-BE49-F238E27FC236}">
                  <a16:creationId xmlns:a16="http://schemas.microsoft.com/office/drawing/2014/main" id="{08BEE28D-D18C-304A-AA9E-DC494A81B679}"/>
                </a:ext>
              </a:extLst>
            </p:cNvPr>
            <p:cNvSpPr/>
            <p:nvPr/>
          </p:nvSpPr>
          <p:spPr>
            <a:xfrm>
              <a:off x="3122126" y="-4360"/>
              <a:ext cx="3132033" cy="517821"/>
            </a:xfrm>
            <a:prstGeom prst="rect">
              <a:avLst/>
            </a:prstGeom>
            <a:solidFill>
              <a:schemeClr val="accent1"/>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600" b="1">
                  <a:solidFill>
                    <a:srgbClr val="000000"/>
                  </a:solidFill>
                  <a:ea typeface="Calibri"/>
                  <a:cs typeface="Calibri"/>
                </a:rPr>
                <a:t>Liturgia de la Palabra</a:t>
              </a:r>
              <a:endParaRPr lang="es-ES" sz="2600">
                <a:solidFill>
                  <a:srgbClr val="000000"/>
                </a:solidFill>
                <a:ea typeface="Calibri"/>
                <a:cs typeface="Calibri"/>
              </a:endParaRPr>
            </a:p>
          </p:txBody>
        </p:sp>
      </p:grpSp>
    </p:spTree>
    <p:extLst>
      <p:ext uri="{BB962C8B-B14F-4D97-AF65-F5344CB8AC3E}">
        <p14:creationId xmlns:p14="http://schemas.microsoft.com/office/powerpoint/2010/main" val="4152707172"/>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0">
  <p:cSld>
    <p:spTree>
      <p:nvGrpSpPr>
        <p:cNvPr id="1" name="Shape 251"/>
        <p:cNvGrpSpPr/>
        <p:nvPr/>
      </p:nvGrpSpPr>
      <p:grpSpPr>
        <a:xfrm>
          <a:off x="0" y="0"/>
          <a:ext cx="0" cy="0"/>
          <a:chOff x="0" y="0"/>
          <a:chExt cx="0" cy="0"/>
        </a:xfrm>
      </p:grpSpPr>
      <p:sp>
        <p:nvSpPr>
          <p:cNvPr id="252" name="Google Shape;252;p22"/>
          <p:cNvSpPr txBox="1">
            <a:spLocks noGrp="1"/>
          </p:cNvSpPr>
          <p:nvPr>
            <p:ph type="title"/>
          </p:nvPr>
        </p:nvSpPr>
        <p:spPr>
          <a:xfrm>
            <a:off x="2207568" y="391396"/>
            <a:ext cx="7848872" cy="733349"/>
          </a:xfrm>
          <a:prstGeom prst="rect">
            <a:avLst/>
          </a:prstGeom>
          <a:noFill/>
          <a:ln>
            <a:noFill/>
          </a:ln>
        </p:spPr>
        <p:txBody>
          <a:bodyPr spcFirstLastPara="1" vert="horz" wrap="square" lIns="91425" tIns="45700" rIns="91425" bIns="45700" rtlCol="0" anchor="ctr" anchorCtr="0">
            <a:normAutofit/>
          </a:bodyPr>
          <a:lstStyle/>
          <a:p>
            <a:pPr>
              <a:spcBef>
                <a:spcPts val="0"/>
              </a:spcBef>
              <a:buClr>
                <a:schemeClr val="lt1"/>
              </a:buClr>
              <a:buSzPts val="3300"/>
            </a:pPr>
            <a:r>
              <a:rPr lang="es-ES" b="1"/>
              <a:t>Aleluya de la Tierra</a:t>
            </a:r>
            <a:endParaRPr b="1"/>
          </a:p>
        </p:txBody>
      </p:sp>
      <p:sp>
        <p:nvSpPr>
          <p:cNvPr id="253" name="Google Shape;253;p22"/>
          <p:cNvSpPr txBox="1"/>
          <p:nvPr/>
        </p:nvSpPr>
        <p:spPr>
          <a:xfrm>
            <a:off x="0" y="1340768"/>
            <a:ext cx="12192000" cy="3024336"/>
          </a:xfrm>
          <a:prstGeom prst="rect">
            <a:avLst/>
          </a:prstGeom>
          <a:noFill/>
          <a:ln>
            <a:noFill/>
          </a:ln>
        </p:spPr>
        <p:txBody>
          <a:bodyPr spcFirstLastPara="1" wrap="square" lIns="91425" tIns="45700" rIns="91425" bIns="45700" numCol="2" anchor="t" anchorCtr="0">
            <a:normAutofit/>
          </a:bodyPr>
          <a:lstStyle/>
          <a:p>
            <a:pPr marL="82296" algn="ctr">
              <a:buClr>
                <a:schemeClr val="lt1"/>
              </a:buClr>
              <a:buSzPts val="3200"/>
            </a:pPr>
            <a:r>
              <a:rPr lang="es-ES" sz="3200">
                <a:latin typeface="Overlock"/>
                <a:sym typeface="Overlock"/>
              </a:rPr>
              <a:t>El que sufre, mata y muere,</a:t>
            </a:r>
            <a:br>
              <a:rPr lang="es-ES" sz="3200">
                <a:latin typeface="Overlock"/>
                <a:sym typeface="Overlock"/>
              </a:rPr>
            </a:br>
            <a:r>
              <a:rPr lang="es-ES" sz="3200">
                <a:latin typeface="Overlock"/>
                <a:sym typeface="Overlock"/>
              </a:rPr>
              <a:t>desespera y enloquece,</a:t>
            </a:r>
            <a:br>
              <a:rPr lang="es-ES" sz="3200">
                <a:latin typeface="Overlock"/>
                <a:sym typeface="Overlock"/>
              </a:rPr>
            </a:br>
            <a:r>
              <a:rPr lang="es-ES" sz="3200">
                <a:latin typeface="Overlock"/>
                <a:sym typeface="Overlock"/>
              </a:rPr>
              <a:t>y otros son espectadores,</a:t>
            </a:r>
            <a:br>
              <a:rPr lang="es-ES" sz="3200">
                <a:latin typeface="Overlock"/>
                <a:sym typeface="Overlock"/>
              </a:rPr>
            </a:br>
            <a:r>
              <a:rPr lang="es-ES" sz="3200">
                <a:latin typeface="Overlock"/>
                <a:sym typeface="Overlock"/>
              </a:rPr>
              <a:t>no lo sienten</a:t>
            </a:r>
          </a:p>
          <a:p>
            <a:pPr marL="82296" algn="ctr">
              <a:buClr>
                <a:schemeClr val="lt1"/>
              </a:buClr>
              <a:buSzPts val="3200"/>
            </a:pPr>
            <a:endParaRPr lang="es-ES" sz="3200">
              <a:latin typeface="Overlock"/>
              <a:ea typeface="Overlock"/>
              <a:cs typeface="Overlock"/>
              <a:sym typeface="Overlock"/>
            </a:endParaRPr>
          </a:p>
          <a:p>
            <a:pPr marL="82296" algn="ctr">
              <a:buClr>
                <a:schemeClr val="lt1"/>
              </a:buClr>
              <a:buSzPts val="3200"/>
            </a:pPr>
            <a:endParaRPr lang="es-ES" sz="3200">
              <a:latin typeface="Overlock"/>
              <a:ea typeface="Overlock"/>
              <a:cs typeface="Overlock"/>
              <a:sym typeface="Overlock"/>
            </a:endParaRPr>
          </a:p>
          <a:p>
            <a:pPr marL="82296" algn="ctr">
              <a:buClr>
                <a:schemeClr val="lt1"/>
              </a:buClr>
              <a:buSzPts val="3200"/>
            </a:pPr>
            <a:r>
              <a:rPr lang="es-ES" sz="3200" b="1">
                <a:latin typeface="Overlock"/>
                <a:ea typeface="Overlock"/>
                <a:cs typeface="Overlock"/>
                <a:sym typeface="Overlock"/>
              </a:rPr>
              <a:t>Aleluya cantará</a:t>
            </a:r>
            <a:endParaRPr sz="3200" b="1">
              <a:latin typeface="Overlock"/>
              <a:ea typeface="Overlock"/>
              <a:cs typeface="Overlock"/>
              <a:sym typeface="Overlock"/>
            </a:endParaRPr>
          </a:p>
          <a:p>
            <a:pPr marL="82296" algn="ctr">
              <a:spcBef>
                <a:spcPts val="750"/>
              </a:spcBef>
              <a:buClr>
                <a:schemeClr val="lt1"/>
              </a:buClr>
              <a:buSzPts val="3200"/>
            </a:pPr>
            <a:r>
              <a:rPr lang="es-ES" sz="3200" b="1">
                <a:latin typeface="Overlock"/>
                <a:ea typeface="Overlock"/>
                <a:cs typeface="Overlock"/>
                <a:sym typeface="Overlock"/>
              </a:rPr>
              <a:t>Quien perdió la esperanza</a:t>
            </a:r>
            <a:endParaRPr sz="3200" b="1">
              <a:latin typeface="Overlock"/>
              <a:ea typeface="Overlock"/>
              <a:cs typeface="Overlock"/>
              <a:sym typeface="Overlock"/>
            </a:endParaRPr>
          </a:p>
          <a:p>
            <a:pPr marL="82296" algn="ctr">
              <a:spcBef>
                <a:spcPts val="750"/>
              </a:spcBef>
              <a:buClr>
                <a:schemeClr val="lt1"/>
              </a:buClr>
              <a:buSzPts val="3200"/>
            </a:pPr>
            <a:r>
              <a:rPr lang="es-ES" sz="3200" b="1">
                <a:latin typeface="Overlock"/>
                <a:ea typeface="Overlock"/>
                <a:cs typeface="Overlock"/>
                <a:sym typeface="Overlock"/>
              </a:rPr>
              <a:t>Y la tierra sonreirá,</a:t>
            </a:r>
            <a:endParaRPr sz="3200" b="1">
              <a:latin typeface="Overlock"/>
              <a:ea typeface="Overlock"/>
              <a:cs typeface="Overlock"/>
              <a:sym typeface="Overlock"/>
            </a:endParaRPr>
          </a:p>
          <a:p>
            <a:pPr marL="82296" algn="ctr">
              <a:spcBef>
                <a:spcPts val="750"/>
              </a:spcBef>
              <a:buClr>
                <a:schemeClr val="lt1"/>
              </a:buClr>
              <a:buSzPts val="3200"/>
            </a:pPr>
            <a:r>
              <a:rPr lang="es-ES" sz="3200" b="1">
                <a:latin typeface="Overlock"/>
                <a:ea typeface="Overlock"/>
                <a:cs typeface="Overlock"/>
                <a:sym typeface="Overlock"/>
              </a:rPr>
              <a:t>¡Aleluya! (Bis)</a:t>
            </a:r>
            <a:endParaRPr sz="3200" b="1">
              <a:latin typeface="Overlock"/>
              <a:ea typeface="Overlock"/>
              <a:cs typeface="Overlock"/>
              <a:sym typeface="Overlock"/>
            </a:endParaRPr>
          </a:p>
        </p:txBody>
      </p:sp>
      <p:pic>
        <p:nvPicPr>
          <p:cNvPr id="254" name="Google Shape;254;p22" descr="Resultado de imagen de fano aleluya"/>
          <p:cNvPicPr preferRelativeResize="0"/>
          <p:nvPr/>
        </p:nvPicPr>
        <p:blipFill rotWithShape="1">
          <a:blip r:embed="rId3">
            <a:alphaModFix/>
          </a:blip>
          <a:srcRect t="-467"/>
          <a:stretch/>
        </p:blipFill>
        <p:spPr>
          <a:xfrm>
            <a:off x="3125899" y="3501009"/>
            <a:ext cx="5940203" cy="3356992"/>
          </a:xfrm>
          <a:prstGeom prst="rect">
            <a:avLst/>
          </a:prstGeom>
          <a:noFill/>
          <a:ln>
            <a:noFill/>
          </a:ln>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1.xml><?xml version="1.0" encoding="utf-8"?>
<p:sld xmlns:a="http://schemas.openxmlformats.org/drawingml/2006/main" xmlns:r="http://schemas.openxmlformats.org/officeDocument/2006/relationships" xmlns:p="http://schemas.openxmlformats.org/presentationml/2006/main" show="0">
  <p:cSld>
    <p:spTree>
      <p:nvGrpSpPr>
        <p:cNvPr id="1" name="Shape 251"/>
        <p:cNvGrpSpPr/>
        <p:nvPr/>
      </p:nvGrpSpPr>
      <p:grpSpPr>
        <a:xfrm>
          <a:off x="0" y="0"/>
          <a:ext cx="0" cy="0"/>
          <a:chOff x="0" y="0"/>
          <a:chExt cx="0" cy="0"/>
        </a:xfrm>
      </p:grpSpPr>
      <p:sp>
        <p:nvSpPr>
          <p:cNvPr id="252" name="Google Shape;252;p22"/>
          <p:cNvSpPr txBox="1">
            <a:spLocks noGrp="1"/>
          </p:cNvSpPr>
          <p:nvPr>
            <p:ph type="title"/>
          </p:nvPr>
        </p:nvSpPr>
        <p:spPr>
          <a:xfrm>
            <a:off x="1258662" y="592679"/>
            <a:ext cx="7848872" cy="733349"/>
          </a:xfrm>
          <a:prstGeom prst="rect">
            <a:avLst/>
          </a:prstGeom>
          <a:noFill/>
          <a:ln>
            <a:noFill/>
          </a:ln>
        </p:spPr>
        <p:txBody>
          <a:bodyPr spcFirstLastPara="1" vert="horz" wrap="square" lIns="91425" tIns="45700" rIns="91425" bIns="45700" rtlCol="0" anchor="ctr" anchorCtr="0">
            <a:normAutofit/>
          </a:bodyPr>
          <a:lstStyle/>
          <a:p>
            <a:pPr>
              <a:spcBef>
                <a:spcPts val="0"/>
              </a:spcBef>
              <a:buClr>
                <a:schemeClr val="lt1"/>
              </a:buClr>
              <a:buSzPts val="3300"/>
            </a:pPr>
            <a:r>
              <a:rPr lang="es-ES" b="1"/>
              <a:t>Aleluya de la Tierra</a:t>
            </a:r>
            <a:endParaRPr b="1"/>
          </a:p>
        </p:txBody>
      </p:sp>
      <p:sp>
        <p:nvSpPr>
          <p:cNvPr id="253" name="Google Shape;253;p22"/>
          <p:cNvSpPr txBox="1"/>
          <p:nvPr/>
        </p:nvSpPr>
        <p:spPr>
          <a:xfrm>
            <a:off x="0" y="1714579"/>
            <a:ext cx="12192000" cy="4648976"/>
          </a:xfrm>
          <a:prstGeom prst="rect">
            <a:avLst/>
          </a:prstGeom>
          <a:noFill/>
          <a:ln>
            <a:noFill/>
          </a:ln>
        </p:spPr>
        <p:txBody>
          <a:bodyPr spcFirstLastPara="1" wrap="square" lIns="91425" tIns="45700" rIns="91425" bIns="45700" numCol="2" anchor="t" anchorCtr="0">
            <a:normAutofit fontScale="77500" lnSpcReduction="20000"/>
          </a:bodyPr>
          <a:lstStyle/>
          <a:p>
            <a:pPr marL="81915" algn="ctr"/>
            <a:r>
              <a:rPr lang="es-ES" sz="3600">
                <a:latin typeface="Overlock"/>
              </a:rPr>
              <a:t>¿Quién quiere resucitar a este mundo que se muere?</a:t>
            </a:r>
            <a:br>
              <a:rPr lang="es-ES" sz="3600">
                <a:latin typeface="Overlock"/>
              </a:rPr>
            </a:br>
            <a:r>
              <a:rPr lang="es-ES" sz="3600">
                <a:latin typeface="Overlock"/>
              </a:rPr>
              <a:t>¿quién cantará el Aleluya de esa nueva luz que</a:t>
            </a:r>
            <a:br>
              <a:rPr lang="es-ES" sz="3600">
                <a:latin typeface="Overlock"/>
              </a:rPr>
            </a:br>
            <a:r>
              <a:rPr lang="es-ES" sz="3600">
                <a:latin typeface="Overlock"/>
              </a:rPr>
              <a:t>viene?</a:t>
            </a:r>
            <a:br>
              <a:rPr lang="es-ES" sz="3600">
                <a:latin typeface="Overlock"/>
              </a:rPr>
            </a:br>
            <a:r>
              <a:rPr lang="es-ES" sz="3600">
                <a:latin typeface="Overlock"/>
              </a:rPr>
              <a:t>¿Quién cuando mire la tierra y las tragedias observe</a:t>
            </a:r>
            <a:br>
              <a:rPr lang="es-ES" sz="3600">
                <a:latin typeface="Overlock"/>
              </a:rPr>
            </a:br>
            <a:r>
              <a:rPr lang="es-ES" sz="3600">
                <a:latin typeface="Overlock"/>
              </a:rPr>
              <a:t>sentirá en su corazón el dolor de quien se muere?</a:t>
            </a:r>
            <a:br>
              <a:rPr lang="es-ES" sz="3600">
                <a:latin typeface="Overlock"/>
              </a:rPr>
            </a:br>
            <a:r>
              <a:rPr lang="es-ES" sz="3600">
                <a:latin typeface="Overlock"/>
              </a:rPr>
              <a:t>¿Quién es capaz de salvar a este mundo decadente</a:t>
            </a:r>
            <a:br>
              <a:rPr lang="es-ES" sz="3600">
                <a:latin typeface="Overlock"/>
              </a:rPr>
            </a:br>
            <a:r>
              <a:rPr lang="es-ES" sz="3600">
                <a:latin typeface="Overlock"/>
              </a:rPr>
              <a:t>y mantiene la esperanza de los muchos que la pierden?</a:t>
            </a:r>
            <a:endParaRPr lang="es-ES" sz="3600">
              <a:ea typeface="Calibri"/>
              <a:cs typeface="Calibri"/>
            </a:endParaRPr>
          </a:p>
          <a:p>
            <a:pPr marL="81915" algn="ctr"/>
            <a:endParaRPr lang="es-ES" sz="3600">
              <a:latin typeface="Overlock"/>
            </a:endParaRPr>
          </a:p>
          <a:p>
            <a:pPr marL="81915" algn="ctr">
              <a:buSzPts val="3200"/>
            </a:pPr>
            <a:r>
              <a:rPr lang="es-ES" sz="3800">
                <a:latin typeface="Overlock"/>
                <a:sym typeface="Overlock"/>
              </a:rPr>
              <a:t>El que sufre, mata y muere,</a:t>
            </a:r>
            <a:br>
              <a:rPr lang="es-ES" sz="3800">
                <a:latin typeface="Overlock"/>
              </a:rPr>
            </a:br>
            <a:r>
              <a:rPr lang="es-ES" sz="3800">
                <a:latin typeface="Overlock"/>
                <a:sym typeface="Overlock"/>
              </a:rPr>
              <a:t>desespera y enloquece,</a:t>
            </a:r>
            <a:br>
              <a:rPr lang="es-ES" sz="3800">
                <a:latin typeface="Overlock"/>
              </a:rPr>
            </a:br>
            <a:r>
              <a:rPr lang="es-ES" sz="3800">
                <a:latin typeface="Overlock"/>
                <a:sym typeface="Overlock"/>
              </a:rPr>
              <a:t>y otros son espectadores,</a:t>
            </a:r>
            <a:br>
              <a:rPr lang="es-ES" sz="3800">
                <a:latin typeface="Overlock"/>
              </a:rPr>
            </a:br>
            <a:r>
              <a:rPr lang="es-ES" sz="3800">
                <a:latin typeface="Overlock"/>
                <a:sym typeface="Overlock"/>
              </a:rPr>
              <a:t>no lo sienten</a:t>
            </a:r>
            <a:endParaRPr lang="es-ES" sz="3800">
              <a:latin typeface="Calibri" panose="020F0502020204030204"/>
              <a:ea typeface="Calibri"/>
              <a:cs typeface="Calibri"/>
              <a:sym typeface="Overlock"/>
            </a:endParaRPr>
          </a:p>
          <a:p>
            <a:pPr marL="81915" algn="ctr">
              <a:buSzPts val="3200"/>
            </a:pPr>
            <a:endParaRPr lang="es-ES" sz="3800">
              <a:latin typeface="Overlock"/>
              <a:ea typeface="Calibri"/>
              <a:cs typeface="Calibri"/>
            </a:endParaRPr>
          </a:p>
          <a:p>
            <a:pPr marL="81915" algn="ctr">
              <a:buSzPts val="3200"/>
            </a:pPr>
            <a:endParaRPr lang="es-ES" sz="3800">
              <a:latin typeface="Overlock"/>
              <a:ea typeface="Overlock"/>
              <a:cs typeface="Overlock"/>
            </a:endParaRPr>
          </a:p>
          <a:p>
            <a:pPr marL="81915" algn="ctr">
              <a:buClr>
                <a:schemeClr val="lt1"/>
              </a:buClr>
              <a:buSzPts val="3200"/>
            </a:pPr>
            <a:r>
              <a:rPr lang="es-ES" sz="3800" b="1">
                <a:latin typeface="Overlock"/>
                <a:ea typeface="Overlock"/>
                <a:cs typeface="Overlock"/>
                <a:sym typeface="Overlock"/>
              </a:rPr>
              <a:t>Aleluya cantará</a:t>
            </a:r>
            <a:endParaRPr sz="3800" b="1">
              <a:latin typeface="Overlock"/>
              <a:ea typeface="Overlock"/>
              <a:cs typeface="Overlock"/>
            </a:endParaRPr>
          </a:p>
          <a:p>
            <a:pPr marL="81915" algn="ctr">
              <a:spcBef>
                <a:spcPts val="750"/>
              </a:spcBef>
              <a:buClr>
                <a:schemeClr val="lt1"/>
              </a:buClr>
              <a:buSzPts val="3200"/>
            </a:pPr>
            <a:r>
              <a:rPr lang="es-ES" sz="3800" b="1">
                <a:latin typeface="Overlock"/>
                <a:ea typeface="Overlock"/>
                <a:cs typeface="Overlock"/>
                <a:sym typeface="Overlock"/>
              </a:rPr>
              <a:t>Quien perdió la esperanza</a:t>
            </a:r>
            <a:endParaRPr sz="3800" b="1">
              <a:latin typeface="Overlock"/>
              <a:ea typeface="Overlock"/>
              <a:cs typeface="Overlock"/>
            </a:endParaRPr>
          </a:p>
          <a:p>
            <a:pPr marL="81915" algn="ctr">
              <a:spcBef>
                <a:spcPts val="750"/>
              </a:spcBef>
              <a:buClr>
                <a:schemeClr val="lt1"/>
              </a:buClr>
              <a:buSzPts val="3200"/>
            </a:pPr>
            <a:r>
              <a:rPr lang="es-ES" sz="3800" b="1">
                <a:latin typeface="Overlock"/>
                <a:ea typeface="Overlock"/>
                <a:cs typeface="Overlock"/>
                <a:sym typeface="Overlock"/>
              </a:rPr>
              <a:t>Y la tierra sonreirá,</a:t>
            </a:r>
            <a:endParaRPr sz="3800" b="1">
              <a:latin typeface="Overlock"/>
              <a:ea typeface="Overlock"/>
              <a:cs typeface="Overlock"/>
            </a:endParaRPr>
          </a:p>
          <a:p>
            <a:pPr marL="81915" algn="ctr">
              <a:spcBef>
                <a:spcPts val="750"/>
              </a:spcBef>
              <a:buClr>
                <a:schemeClr val="lt1"/>
              </a:buClr>
              <a:buSzPts val="3200"/>
            </a:pPr>
            <a:r>
              <a:rPr lang="es-ES" sz="3800" b="1">
                <a:latin typeface="Overlock"/>
                <a:ea typeface="Overlock"/>
                <a:cs typeface="Overlock"/>
                <a:sym typeface="Overlock"/>
              </a:rPr>
              <a:t>¡Aleluya! (Bis)</a:t>
            </a:r>
            <a:endParaRPr sz="3800" b="1">
              <a:latin typeface="Overlock"/>
              <a:ea typeface="Overlock"/>
              <a:cs typeface="Overlock"/>
            </a:endParaRPr>
          </a:p>
        </p:txBody>
      </p:sp>
      <p:pic>
        <p:nvPicPr>
          <p:cNvPr id="3" name="Google Shape;268;p24" descr="Resultado de imagen de fano aleluya">
            <a:extLst>
              <a:ext uri="{FF2B5EF4-FFF2-40B4-BE49-F238E27FC236}">
                <a16:creationId xmlns:a16="http://schemas.microsoft.com/office/drawing/2014/main" id="{38A7E4CA-4AF6-E2BF-B8AD-EFF559DF0528}"/>
              </a:ext>
            </a:extLst>
          </p:cNvPr>
          <p:cNvPicPr preferRelativeResize="0">
            <a:picLocks noChangeAspect="1"/>
          </p:cNvPicPr>
          <p:nvPr/>
        </p:nvPicPr>
        <p:blipFill rotWithShape="1">
          <a:blip r:embed="rId3">
            <a:alphaModFix/>
          </a:blip>
          <a:srcRect t="-467"/>
          <a:stretch/>
        </p:blipFill>
        <p:spPr>
          <a:xfrm>
            <a:off x="7503890" y="-4187"/>
            <a:ext cx="3536279" cy="1930755"/>
          </a:xfrm>
          <a:prstGeom prst="rect">
            <a:avLst/>
          </a:prstGeom>
          <a:noFill/>
          <a:ln>
            <a:noFill/>
          </a:ln>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2.xml><?xml version="1.0" encoding="utf-8"?>
<p:sld xmlns:a="http://schemas.openxmlformats.org/drawingml/2006/main" xmlns:r="http://schemas.openxmlformats.org/officeDocument/2006/relationships" xmlns:p="http://schemas.openxmlformats.org/presentationml/2006/main" show="0">
  <p:cSld>
    <p:spTree>
      <p:nvGrpSpPr>
        <p:cNvPr id="1" name="Shape 258"/>
        <p:cNvGrpSpPr/>
        <p:nvPr/>
      </p:nvGrpSpPr>
      <p:grpSpPr>
        <a:xfrm>
          <a:off x="0" y="0"/>
          <a:ext cx="0" cy="0"/>
          <a:chOff x="0" y="0"/>
          <a:chExt cx="0" cy="0"/>
        </a:xfrm>
      </p:grpSpPr>
      <p:sp>
        <p:nvSpPr>
          <p:cNvPr id="259" name="Google Shape;259;p23"/>
          <p:cNvSpPr txBox="1">
            <a:spLocks noGrp="1"/>
          </p:cNvSpPr>
          <p:nvPr>
            <p:ph type="title"/>
          </p:nvPr>
        </p:nvSpPr>
        <p:spPr>
          <a:xfrm>
            <a:off x="2207568" y="391396"/>
            <a:ext cx="7848872" cy="733349"/>
          </a:xfrm>
          <a:prstGeom prst="rect">
            <a:avLst/>
          </a:prstGeom>
          <a:noFill/>
          <a:ln>
            <a:noFill/>
          </a:ln>
        </p:spPr>
        <p:txBody>
          <a:bodyPr spcFirstLastPara="1" vert="horz" wrap="square" lIns="91425" tIns="45700" rIns="91425" bIns="45700" rtlCol="0" anchor="ctr" anchorCtr="0">
            <a:normAutofit/>
          </a:bodyPr>
          <a:lstStyle/>
          <a:p>
            <a:pPr>
              <a:spcBef>
                <a:spcPts val="0"/>
              </a:spcBef>
              <a:buClr>
                <a:schemeClr val="lt1"/>
              </a:buClr>
              <a:buSzPts val="3300"/>
            </a:pPr>
            <a:r>
              <a:rPr lang="es-ES" b="1"/>
              <a:t>¡Ale Aleluya!</a:t>
            </a:r>
            <a:endParaRPr b="1"/>
          </a:p>
        </p:txBody>
      </p:sp>
      <p:sp>
        <p:nvSpPr>
          <p:cNvPr id="260" name="Google Shape;260;p23"/>
          <p:cNvSpPr txBox="1"/>
          <p:nvPr/>
        </p:nvSpPr>
        <p:spPr>
          <a:xfrm>
            <a:off x="2024743" y="1275454"/>
            <a:ext cx="5268686" cy="5582547"/>
          </a:xfrm>
          <a:prstGeom prst="rect">
            <a:avLst/>
          </a:prstGeom>
          <a:noFill/>
          <a:ln>
            <a:noFill/>
          </a:ln>
        </p:spPr>
        <p:txBody>
          <a:bodyPr spcFirstLastPara="1" wrap="square" lIns="91425" tIns="45700" rIns="91425" bIns="45700" anchor="t" anchorCtr="0">
            <a:normAutofit lnSpcReduction="10000"/>
          </a:bodyPr>
          <a:lstStyle/>
          <a:p>
            <a:pPr marL="82296" algn="ctr">
              <a:lnSpc>
                <a:spcPct val="90000"/>
              </a:lnSpc>
              <a:buClr>
                <a:schemeClr val="lt1"/>
              </a:buClr>
              <a:buSzPts val="3200"/>
            </a:pPr>
            <a:r>
              <a:rPr lang="es-ES" sz="3600">
                <a:latin typeface="Overlock"/>
                <a:ea typeface="Overlock"/>
                <a:cs typeface="Overlock"/>
                <a:sym typeface="Overlock"/>
              </a:rPr>
              <a:t>Ale, aleluya,</a:t>
            </a:r>
            <a:endParaRPr sz="1600"/>
          </a:p>
          <a:p>
            <a:pPr marL="82296" algn="ctr">
              <a:lnSpc>
                <a:spcPct val="90000"/>
              </a:lnSpc>
              <a:spcBef>
                <a:spcPts val="750"/>
              </a:spcBef>
              <a:buClr>
                <a:schemeClr val="lt1"/>
              </a:buClr>
              <a:buSzPts val="3200"/>
            </a:pPr>
            <a:r>
              <a:rPr lang="es-ES" sz="3600">
                <a:latin typeface="Overlock"/>
                <a:ea typeface="Overlock"/>
                <a:cs typeface="Overlock"/>
                <a:sym typeface="Overlock"/>
              </a:rPr>
              <a:t>aleluya, aleluya,</a:t>
            </a:r>
            <a:endParaRPr sz="1600"/>
          </a:p>
          <a:p>
            <a:pPr marL="82296" algn="ctr">
              <a:lnSpc>
                <a:spcPct val="90000"/>
              </a:lnSpc>
              <a:spcBef>
                <a:spcPts val="750"/>
              </a:spcBef>
              <a:buClr>
                <a:schemeClr val="lt1"/>
              </a:buClr>
              <a:buSzPts val="3200"/>
            </a:pPr>
            <a:r>
              <a:rPr lang="es-ES" sz="3600">
                <a:latin typeface="Overlock"/>
                <a:ea typeface="Overlock"/>
                <a:cs typeface="Overlock"/>
                <a:sym typeface="Overlock"/>
              </a:rPr>
              <a:t>aleluya, aleluya,</a:t>
            </a:r>
            <a:endParaRPr sz="1600"/>
          </a:p>
          <a:p>
            <a:pPr marL="82296" algn="ctr">
              <a:lnSpc>
                <a:spcPct val="90000"/>
              </a:lnSpc>
              <a:spcBef>
                <a:spcPts val="750"/>
              </a:spcBef>
              <a:buClr>
                <a:schemeClr val="lt1"/>
              </a:buClr>
              <a:buSzPts val="3200"/>
            </a:pPr>
            <a:r>
              <a:rPr lang="es-ES" sz="3600">
                <a:latin typeface="Overlock"/>
                <a:ea typeface="Overlock"/>
                <a:cs typeface="Overlock"/>
                <a:sym typeface="Overlock"/>
              </a:rPr>
              <a:t>aleluya, aleluya.</a:t>
            </a:r>
            <a:endParaRPr sz="1600"/>
          </a:p>
          <a:p>
            <a:pPr marL="82296" algn="ctr">
              <a:lnSpc>
                <a:spcPct val="90000"/>
              </a:lnSpc>
              <a:spcBef>
                <a:spcPts val="750"/>
              </a:spcBef>
              <a:buClr>
                <a:schemeClr val="lt1"/>
              </a:buClr>
              <a:buSzPts val="3200"/>
            </a:pPr>
            <a:endParaRPr sz="3600">
              <a:latin typeface="Overlock"/>
              <a:ea typeface="Overlock"/>
              <a:cs typeface="Overlock"/>
              <a:sym typeface="Overlock"/>
            </a:endParaRPr>
          </a:p>
          <a:p>
            <a:pPr marL="82296" algn="ctr">
              <a:lnSpc>
                <a:spcPct val="90000"/>
              </a:lnSpc>
              <a:spcBef>
                <a:spcPts val="750"/>
              </a:spcBef>
              <a:buClr>
                <a:schemeClr val="lt1"/>
              </a:buClr>
              <a:buSzPts val="3200"/>
            </a:pPr>
            <a:r>
              <a:rPr lang="es-ES" sz="3600">
                <a:latin typeface="Overlock"/>
                <a:ea typeface="Overlock"/>
                <a:cs typeface="Overlock"/>
                <a:sym typeface="Overlock"/>
              </a:rPr>
              <a:t>Pasarán los cielos,</a:t>
            </a:r>
            <a:endParaRPr sz="1600"/>
          </a:p>
          <a:p>
            <a:pPr marL="82296" algn="ctr">
              <a:lnSpc>
                <a:spcPct val="90000"/>
              </a:lnSpc>
              <a:spcBef>
                <a:spcPts val="750"/>
              </a:spcBef>
              <a:buClr>
                <a:schemeClr val="lt1"/>
              </a:buClr>
              <a:buSzPts val="3200"/>
            </a:pPr>
            <a:r>
              <a:rPr lang="es-ES" sz="3600">
                <a:latin typeface="Overlock"/>
                <a:ea typeface="Overlock"/>
                <a:cs typeface="Overlock"/>
                <a:sym typeface="Overlock"/>
              </a:rPr>
              <a:t>pasará la tierra,</a:t>
            </a:r>
            <a:endParaRPr sz="1600"/>
          </a:p>
          <a:p>
            <a:pPr marL="82296" algn="ctr">
              <a:lnSpc>
                <a:spcPct val="90000"/>
              </a:lnSpc>
              <a:spcBef>
                <a:spcPts val="750"/>
              </a:spcBef>
              <a:buClr>
                <a:schemeClr val="lt1"/>
              </a:buClr>
              <a:buSzPts val="3200"/>
            </a:pPr>
            <a:r>
              <a:rPr lang="es-ES" sz="3600">
                <a:latin typeface="Overlock"/>
                <a:ea typeface="Overlock"/>
                <a:cs typeface="Overlock"/>
                <a:sym typeface="Overlock"/>
              </a:rPr>
              <a:t>mas tus palabras no pasarán.</a:t>
            </a:r>
            <a:endParaRPr sz="1600"/>
          </a:p>
          <a:p>
            <a:pPr marL="82296" algn="ctr">
              <a:lnSpc>
                <a:spcPct val="90000"/>
              </a:lnSpc>
              <a:spcBef>
                <a:spcPts val="750"/>
              </a:spcBef>
              <a:buClr>
                <a:schemeClr val="lt1"/>
              </a:buClr>
              <a:buSzPts val="3200"/>
            </a:pPr>
            <a:r>
              <a:rPr lang="es-ES" sz="3600">
                <a:latin typeface="Overlock"/>
                <a:ea typeface="Overlock"/>
                <a:cs typeface="Overlock"/>
                <a:sym typeface="Overlock"/>
              </a:rPr>
              <a:t>Aleluya, aleluya.</a:t>
            </a:r>
            <a:endParaRPr sz="1600"/>
          </a:p>
        </p:txBody>
      </p:sp>
      <p:pic>
        <p:nvPicPr>
          <p:cNvPr id="261" name="Google Shape;261;p23" descr="Resultado de imagen de fano aleluya"/>
          <p:cNvPicPr preferRelativeResize="0"/>
          <p:nvPr/>
        </p:nvPicPr>
        <p:blipFill rotWithShape="1">
          <a:blip r:embed="rId3">
            <a:alphaModFix/>
          </a:blip>
          <a:srcRect/>
          <a:stretch/>
        </p:blipFill>
        <p:spPr>
          <a:xfrm>
            <a:off x="5936062" y="1858516"/>
            <a:ext cx="4338353" cy="3140968"/>
          </a:xfrm>
          <a:prstGeom prst="rect">
            <a:avLst/>
          </a:prstGeom>
          <a:noFill/>
          <a:ln>
            <a:noFill/>
          </a:ln>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Shape 265"/>
        <p:cNvGrpSpPr/>
        <p:nvPr/>
      </p:nvGrpSpPr>
      <p:grpSpPr>
        <a:xfrm>
          <a:off x="0" y="0"/>
          <a:ext cx="0" cy="0"/>
          <a:chOff x="0" y="0"/>
          <a:chExt cx="0" cy="0"/>
        </a:xfrm>
      </p:grpSpPr>
      <p:sp>
        <p:nvSpPr>
          <p:cNvPr id="266" name="Google Shape;266;p24"/>
          <p:cNvSpPr txBox="1">
            <a:spLocks noGrp="1"/>
          </p:cNvSpPr>
          <p:nvPr>
            <p:ph type="title"/>
          </p:nvPr>
        </p:nvSpPr>
        <p:spPr>
          <a:xfrm>
            <a:off x="2207568" y="391396"/>
            <a:ext cx="7848872" cy="733349"/>
          </a:xfrm>
          <a:prstGeom prst="rect">
            <a:avLst/>
          </a:prstGeom>
          <a:noFill/>
          <a:ln>
            <a:noFill/>
          </a:ln>
        </p:spPr>
        <p:txBody>
          <a:bodyPr spcFirstLastPara="1" vert="horz" wrap="square" lIns="91425" tIns="45700" rIns="91425" bIns="45700" rtlCol="0" anchor="ctr" anchorCtr="0">
            <a:normAutofit/>
          </a:bodyPr>
          <a:lstStyle/>
          <a:p>
            <a:pPr>
              <a:spcBef>
                <a:spcPts val="0"/>
              </a:spcBef>
              <a:buSzPts val="3300"/>
            </a:pPr>
            <a:r>
              <a:rPr lang="es-ES" b="1">
                <a:ea typeface="Calibri Light"/>
                <a:cs typeface="Calibri Light"/>
              </a:rPr>
              <a:t>Aleluya (Leonard Cohen)</a:t>
            </a:r>
          </a:p>
        </p:txBody>
      </p:sp>
      <p:sp>
        <p:nvSpPr>
          <p:cNvPr id="267" name="Google Shape;267;p24"/>
          <p:cNvSpPr txBox="1"/>
          <p:nvPr/>
        </p:nvSpPr>
        <p:spPr>
          <a:xfrm>
            <a:off x="1338943" y="1268760"/>
            <a:ext cx="5981193" cy="5328592"/>
          </a:xfrm>
          <a:prstGeom prst="rect">
            <a:avLst/>
          </a:prstGeom>
          <a:noFill/>
          <a:ln>
            <a:noFill/>
          </a:ln>
        </p:spPr>
        <p:txBody>
          <a:bodyPr spcFirstLastPara="1" wrap="square" lIns="91425" tIns="45700" rIns="91425" bIns="45700" anchor="t" anchorCtr="0">
            <a:normAutofit/>
          </a:bodyPr>
          <a:lstStyle/>
          <a:p>
            <a:pPr marL="82296">
              <a:lnSpc>
                <a:spcPct val="80000"/>
              </a:lnSpc>
              <a:buClr>
                <a:schemeClr val="lt1"/>
              </a:buClr>
              <a:buSzPts val="2800"/>
            </a:pPr>
            <a:r>
              <a:rPr lang="es-ES" sz="2800">
                <a:latin typeface="Overlock"/>
                <a:ea typeface="Overlock"/>
                <a:cs typeface="Overlock"/>
                <a:sym typeface="Overlock"/>
              </a:rPr>
              <a:t>Quiero escuchar tu corazón,</a:t>
            </a:r>
            <a:endParaRPr/>
          </a:p>
          <a:p>
            <a:pPr marL="82296">
              <a:lnSpc>
                <a:spcPct val="80000"/>
              </a:lnSpc>
              <a:spcBef>
                <a:spcPts val="750"/>
              </a:spcBef>
              <a:buClr>
                <a:schemeClr val="lt1"/>
              </a:buClr>
              <a:buSzPts val="2800"/>
            </a:pPr>
            <a:r>
              <a:rPr lang="es-ES" sz="2800">
                <a:latin typeface="Overlock"/>
                <a:ea typeface="Overlock"/>
                <a:cs typeface="Overlock"/>
                <a:sym typeface="Overlock"/>
              </a:rPr>
              <a:t>conozco el sonido de tu voz,</a:t>
            </a:r>
            <a:endParaRPr/>
          </a:p>
          <a:p>
            <a:pPr marL="82296">
              <a:lnSpc>
                <a:spcPct val="80000"/>
              </a:lnSpc>
              <a:spcBef>
                <a:spcPts val="750"/>
              </a:spcBef>
              <a:buClr>
                <a:schemeClr val="lt1"/>
              </a:buClr>
              <a:buSzPts val="2800"/>
            </a:pPr>
            <a:r>
              <a:rPr lang="es-ES" sz="2800">
                <a:latin typeface="Overlock"/>
                <a:ea typeface="Overlock"/>
                <a:cs typeface="Overlock"/>
                <a:sym typeface="Overlock"/>
              </a:rPr>
              <a:t>abrázame con tu palabra, Padre.</a:t>
            </a:r>
            <a:endParaRPr/>
          </a:p>
          <a:p>
            <a:pPr marL="82296">
              <a:lnSpc>
                <a:spcPct val="80000"/>
              </a:lnSpc>
              <a:spcBef>
                <a:spcPts val="750"/>
              </a:spcBef>
              <a:buClr>
                <a:schemeClr val="lt1"/>
              </a:buClr>
              <a:buSzPts val="2800"/>
            </a:pPr>
            <a:r>
              <a:rPr lang="es-ES" sz="2800">
                <a:latin typeface="Overlock"/>
                <a:ea typeface="Overlock"/>
                <a:cs typeface="Overlock"/>
                <a:sym typeface="Overlock"/>
              </a:rPr>
              <a:t>Ayúdanos a comprender</a:t>
            </a:r>
            <a:endParaRPr/>
          </a:p>
          <a:p>
            <a:pPr marL="82296">
              <a:lnSpc>
                <a:spcPct val="80000"/>
              </a:lnSpc>
              <a:spcBef>
                <a:spcPts val="750"/>
              </a:spcBef>
              <a:buClr>
                <a:schemeClr val="lt1"/>
              </a:buClr>
              <a:buSzPts val="2800"/>
            </a:pPr>
            <a:r>
              <a:rPr lang="es-ES" sz="2800">
                <a:latin typeface="Overlock"/>
                <a:ea typeface="Overlock"/>
                <a:cs typeface="Overlock"/>
                <a:sym typeface="Overlock"/>
              </a:rPr>
              <a:t>que hay tantas cosas por hacer,</a:t>
            </a:r>
            <a:endParaRPr/>
          </a:p>
          <a:p>
            <a:pPr marL="82296">
              <a:lnSpc>
                <a:spcPct val="80000"/>
              </a:lnSpc>
              <a:spcBef>
                <a:spcPts val="750"/>
              </a:spcBef>
              <a:buClr>
                <a:schemeClr val="lt1"/>
              </a:buClr>
              <a:buSzPts val="2800"/>
            </a:pPr>
            <a:r>
              <a:rPr lang="es-ES" sz="2800">
                <a:latin typeface="Overlock"/>
                <a:ea typeface="Overlock"/>
                <a:cs typeface="Overlock"/>
                <a:sym typeface="Overlock"/>
              </a:rPr>
              <a:t>regálanos tus manos, aleluya.</a:t>
            </a:r>
            <a:endParaRPr/>
          </a:p>
          <a:p>
            <a:pPr marL="82296">
              <a:lnSpc>
                <a:spcPct val="80000"/>
              </a:lnSpc>
              <a:spcBef>
                <a:spcPts val="750"/>
              </a:spcBef>
              <a:buClr>
                <a:schemeClr val="lt1"/>
              </a:buClr>
              <a:buSzPts val="2800"/>
            </a:pPr>
            <a:endParaRPr sz="2800">
              <a:latin typeface="Overlock"/>
              <a:ea typeface="Overlock"/>
              <a:cs typeface="Overlock"/>
              <a:sym typeface="Overlock"/>
            </a:endParaRPr>
          </a:p>
          <a:p>
            <a:pPr marL="82296">
              <a:lnSpc>
                <a:spcPct val="80000"/>
              </a:lnSpc>
              <a:spcBef>
                <a:spcPts val="750"/>
              </a:spcBef>
              <a:buClr>
                <a:schemeClr val="lt1"/>
              </a:buClr>
              <a:buSzPts val="2800"/>
            </a:pPr>
            <a:r>
              <a:rPr lang="es-ES" sz="2800" b="1">
                <a:latin typeface="Overlock"/>
                <a:ea typeface="Overlock"/>
                <a:cs typeface="Overlock"/>
                <a:sym typeface="Overlock"/>
              </a:rPr>
              <a:t>ALELUYA, ALELUYA,</a:t>
            </a:r>
            <a:endParaRPr b="1"/>
          </a:p>
          <a:p>
            <a:pPr marL="82296">
              <a:lnSpc>
                <a:spcPct val="80000"/>
              </a:lnSpc>
              <a:spcBef>
                <a:spcPts val="750"/>
              </a:spcBef>
              <a:buClr>
                <a:schemeClr val="lt1"/>
              </a:buClr>
              <a:buSzPts val="2800"/>
            </a:pPr>
            <a:r>
              <a:rPr lang="es-ES" sz="2800" b="1">
                <a:latin typeface="Overlock"/>
                <a:ea typeface="Overlock"/>
                <a:cs typeface="Overlock"/>
                <a:sym typeface="Overlock"/>
              </a:rPr>
              <a:t>ALELUYA, ALELU…</a:t>
            </a:r>
            <a:endParaRPr b="1"/>
          </a:p>
          <a:p>
            <a:pPr marL="82296">
              <a:lnSpc>
                <a:spcPct val="80000"/>
              </a:lnSpc>
              <a:spcBef>
                <a:spcPts val="750"/>
              </a:spcBef>
              <a:buClr>
                <a:schemeClr val="lt1"/>
              </a:buClr>
              <a:buSzPts val="2800"/>
            </a:pPr>
            <a:r>
              <a:rPr lang="es-ES" sz="2800" b="1">
                <a:latin typeface="Overlock"/>
                <a:ea typeface="Overlock"/>
                <a:cs typeface="Overlock"/>
                <a:sym typeface="Overlock"/>
              </a:rPr>
              <a:t>ALELUYA, ALELUYA,</a:t>
            </a:r>
            <a:endParaRPr b="1"/>
          </a:p>
          <a:p>
            <a:pPr marL="82296">
              <a:lnSpc>
                <a:spcPct val="80000"/>
              </a:lnSpc>
              <a:spcBef>
                <a:spcPts val="750"/>
              </a:spcBef>
              <a:buClr>
                <a:schemeClr val="lt1"/>
              </a:buClr>
              <a:buSzPts val="2800"/>
            </a:pPr>
            <a:r>
              <a:rPr lang="es-ES" sz="2800" b="1">
                <a:latin typeface="Overlock"/>
                <a:ea typeface="Overlock"/>
                <a:cs typeface="Overlock"/>
                <a:sym typeface="Overlock"/>
              </a:rPr>
              <a:t>ALELUYA, ALELUYA</a:t>
            </a:r>
            <a:endParaRPr b="1"/>
          </a:p>
        </p:txBody>
      </p:sp>
      <p:pic>
        <p:nvPicPr>
          <p:cNvPr id="268" name="Google Shape;268;p24" descr="Resultado de imagen de fano aleluya"/>
          <p:cNvPicPr preferRelativeResize="0">
            <a:picLocks noChangeAspect="1"/>
          </p:cNvPicPr>
          <p:nvPr/>
        </p:nvPicPr>
        <p:blipFill rotWithShape="1">
          <a:blip r:embed="rId3">
            <a:alphaModFix/>
          </a:blip>
          <a:srcRect t="-467"/>
          <a:stretch/>
        </p:blipFill>
        <p:spPr>
          <a:xfrm>
            <a:off x="6209928" y="3575777"/>
            <a:ext cx="5807901" cy="3282224"/>
          </a:xfrm>
          <a:prstGeom prst="rect">
            <a:avLst/>
          </a:prstGeom>
          <a:noFill/>
          <a:ln>
            <a:noFill/>
          </a:ln>
        </p:spPr>
      </p:pic>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34.xml><?xml version="1.0" encoding="utf-8"?>
<p:sld xmlns:a="http://schemas.openxmlformats.org/drawingml/2006/main" xmlns:r="http://schemas.openxmlformats.org/officeDocument/2006/relationships" xmlns:p="http://schemas.openxmlformats.org/presentationml/2006/main" show="0">
  <p:cSld>
    <p:spTree>
      <p:nvGrpSpPr>
        <p:cNvPr id="1" name="Shape 265">
          <a:extLst>
            <a:ext uri="{FF2B5EF4-FFF2-40B4-BE49-F238E27FC236}">
              <a16:creationId xmlns:a16="http://schemas.microsoft.com/office/drawing/2014/main" id="{5234490A-9C39-4404-02D1-2DF6FF1C241C}"/>
            </a:ext>
          </a:extLst>
        </p:cNvPr>
        <p:cNvGrpSpPr/>
        <p:nvPr/>
      </p:nvGrpSpPr>
      <p:grpSpPr>
        <a:xfrm>
          <a:off x="0" y="0"/>
          <a:ext cx="0" cy="0"/>
          <a:chOff x="0" y="0"/>
          <a:chExt cx="0" cy="0"/>
        </a:xfrm>
      </p:grpSpPr>
      <p:sp>
        <p:nvSpPr>
          <p:cNvPr id="266" name="Google Shape;266;p24">
            <a:extLst>
              <a:ext uri="{FF2B5EF4-FFF2-40B4-BE49-F238E27FC236}">
                <a16:creationId xmlns:a16="http://schemas.microsoft.com/office/drawing/2014/main" id="{5D2D2BFF-5F8F-A287-F198-CB3686C5CD94}"/>
              </a:ext>
            </a:extLst>
          </p:cNvPr>
          <p:cNvSpPr txBox="1">
            <a:spLocks noGrp="1"/>
          </p:cNvSpPr>
          <p:nvPr>
            <p:ph type="title"/>
          </p:nvPr>
        </p:nvSpPr>
        <p:spPr>
          <a:xfrm>
            <a:off x="2207568" y="507143"/>
            <a:ext cx="7848872" cy="733349"/>
          </a:xfrm>
          <a:prstGeom prst="rect">
            <a:avLst/>
          </a:prstGeom>
          <a:noFill/>
          <a:ln>
            <a:noFill/>
          </a:ln>
        </p:spPr>
        <p:txBody>
          <a:bodyPr spcFirstLastPara="1" vert="horz" wrap="square" lIns="91425" tIns="45700" rIns="91425" bIns="45700" rtlCol="0" anchor="ctr" anchorCtr="0">
            <a:normAutofit/>
          </a:bodyPr>
          <a:lstStyle/>
          <a:p>
            <a:pPr algn="ctr">
              <a:spcBef>
                <a:spcPts val="0"/>
              </a:spcBef>
              <a:buSzPts val="3300"/>
            </a:pPr>
            <a:r>
              <a:rPr lang="es-ES" b="1">
                <a:ea typeface="Calibri Light"/>
                <a:cs typeface="Calibri Light"/>
              </a:rPr>
              <a:t>Canta Aleluya</a:t>
            </a:r>
            <a:endParaRPr lang="es-ES"/>
          </a:p>
        </p:txBody>
      </p:sp>
      <p:sp>
        <p:nvSpPr>
          <p:cNvPr id="267" name="Google Shape;267;p24">
            <a:extLst>
              <a:ext uri="{FF2B5EF4-FFF2-40B4-BE49-F238E27FC236}">
                <a16:creationId xmlns:a16="http://schemas.microsoft.com/office/drawing/2014/main" id="{FA4974AD-30A0-60F1-A477-ECA59E31102D}"/>
              </a:ext>
            </a:extLst>
          </p:cNvPr>
          <p:cNvSpPr txBox="1"/>
          <p:nvPr/>
        </p:nvSpPr>
        <p:spPr>
          <a:xfrm>
            <a:off x="1338943" y="1268760"/>
            <a:ext cx="9636863" cy="5328592"/>
          </a:xfrm>
          <a:prstGeom prst="rect">
            <a:avLst/>
          </a:prstGeom>
          <a:noFill/>
          <a:ln>
            <a:noFill/>
          </a:ln>
        </p:spPr>
        <p:txBody>
          <a:bodyPr spcFirstLastPara="1" wrap="square" lIns="91425" tIns="45700" rIns="91425" bIns="45700" anchor="t" anchorCtr="0">
            <a:normAutofit/>
          </a:bodyPr>
          <a:lstStyle/>
          <a:p>
            <a:pPr marL="81915" algn="ctr">
              <a:lnSpc>
                <a:spcPct val="80000"/>
              </a:lnSpc>
            </a:pPr>
            <a:r>
              <a:rPr lang="es-ES" sz="4400">
                <a:latin typeface="Overlock"/>
                <a:sym typeface="Overlock"/>
              </a:rPr>
              <a:t>Canta aleluya al Señor, </a:t>
            </a:r>
            <a:endParaRPr lang="es-ES" sz="4400">
              <a:latin typeface="Calibri" panose="020F0502020204030204"/>
              <a:ea typeface="Calibri" panose="020F0502020204030204"/>
              <a:cs typeface="Calibri" panose="020F0502020204030204"/>
            </a:endParaRPr>
          </a:p>
          <a:p>
            <a:pPr marL="81915" algn="ctr">
              <a:lnSpc>
                <a:spcPct val="80000"/>
              </a:lnSpc>
            </a:pPr>
            <a:r>
              <a:rPr lang="es-ES" sz="4400">
                <a:latin typeface="Overlock"/>
                <a:sym typeface="Overlock"/>
              </a:rPr>
              <a:t>canta aleluya al Señor, </a:t>
            </a:r>
            <a:endParaRPr lang="es-ES" sz="4400">
              <a:latin typeface="Calibri" panose="020F0502020204030204"/>
              <a:ea typeface="Calibri" panose="020F0502020204030204"/>
              <a:cs typeface="Calibri" panose="020F0502020204030204"/>
            </a:endParaRPr>
          </a:p>
          <a:p>
            <a:pPr marL="81915" algn="ctr">
              <a:lnSpc>
                <a:spcPct val="80000"/>
              </a:lnSpc>
            </a:pPr>
            <a:r>
              <a:rPr lang="es-ES" sz="4400">
                <a:latin typeface="Overlock"/>
                <a:sym typeface="Overlock"/>
              </a:rPr>
              <a:t>canta aleluya, canta aleluya, </a:t>
            </a:r>
            <a:endParaRPr lang="es-ES" sz="4400">
              <a:latin typeface="Calibri" panose="020F0502020204030204"/>
              <a:ea typeface="Calibri" panose="020F0502020204030204"/>
              <a:cs typeface="Calibri" panose="020F0502020204030204"/>
            </a:endParaRPr>
          </a:p>
          <a:p>
            <a:pPr marL="81915" algn="ctr">
              <a:lnSpc>
                <a:spcPct val="80000"/>
              </a:lnSpc>
            </a:pPr>
            <a:r>
              <a:rPr lang="es-ES" sz="4400">
                <a:latin typeface="Overlock"/>
                <a:sym typeface="Overlock"/>
              </a:rPr>
              <a:t>canta aleluya al Señor. (Bis)</a:t>
            </a:r>
            <a:endParaRPr lang="es-ES" sz="4400">
              <a:latin typeface="Calibri" panose="020F0502020204030204"/>
              <a:ea typeface="Calibri" panose="020F0502020204030204"/>
              <a:cs typeface="Calibri" panose="020F0502020204030204"/>
            </a:endParaRPr>
          </a:p>
        </p:txBody>
      </p:sp>
      <p:pic>
        <p:nvPicPr>
          <p:cNvPr id="268" name="Google Shape;268;p24" descr="Resultado de imagen de fano aleluya">
            <a:extLst>
              <a:ext uri="{FF2B5EF4-FFF2-40B4-BE49-F238E27FC236}">
                <a16:creationId xmlns:a16="http://schemas.microsoft.com/office/drawing/2014/main" id="{1B950308-39C4-B66B-06C1-ABC97A373DFA}"/>
              </a:ext>
            </a:extLst>
          </p:cNvPr>
          <p:cNvPicPr preferRelativeResize="0">
            <a:picLocks noChangeAspect="1"/>
          </p:cNvPicPr>
          <p:nvPr/>
        </p:nvPicPr>
        <p:blipFill rotWithShape="1">
          <a:blip r:embed="rId3">
            <a:alphaModFix/>
          </a:blip>
          <a:srcRect t="-467"/>
          <a:stretch/>
        </p:blipFill>
        <p:spPr>
          <a:xfrm>
            <a:off x="3190865" y="3575777"/>
            <a:ext cx="5807901" cy="3282224"/>
          </a:xfrm>
          <a:prstGeom prst="rect">
            <a:avLst/>
          </a:prstGeom>
          <a:noFill/>
          <a:ln>
            <a:noFill/>
          </a:ln>
        </p:spPr>
      </p:pic>
      <p:grpSp>
        <p:nvGrpSpPr>
          <p:cNvPr id="7" name="Grupo 6">
            <a:extLst>
              <a:ext uri="{FF2B5EF4-FFF2-40B4-BE49-F238E27FC236}">
                <a16:creationId xmlns:a16="http://schemas.microsoft.com/office/drawing/2014/main" id="{8BBE0A42-112C-9B5E-C345-7770BDF8B6D0}"/>
              </a:ext>
            </a:extLst>
          </p:cNvPr>
          <p:cNvGrpSpPr/>
          <p:nvPr/>
        </p:nvGrpSpPr>
        <p:grpSpPr>
          <a:xfrm>
            <a:off x="1057" y="-4361"/>
            <a:ext cx="12190282" cy="517822"/>
            <a:chOff x="1057" y="-4361"/>
            <a:chExt cx="12503431" cy="517822"/>
          </a:xfrm>
        </p:grpSpPr>
        <p:sp>
          <p:nvSpPr>
            <p:cNvPr id="3" name="Rectángulo 2">
              <a:extLst>
                <a:ext uri="{FF2B5EF4-FFF2-40B4-BE49-F238E27FC236}">
                  <a16:creationId xmlns:a16="http://schemas.microsoft.com/office/drawing/2014/main" id="{AA87DFC6-55DD-CC86-3FB2-EDA51D28B0A8}"/>
                </a:ext>
              </a:extLst>
            </p:cNvPr>
            <p:cNvSpPr/>
            <p:nvPr/>
          </p:nvSpPr>
          <p:spPr>
            <a:xfrm>
              <a:off x="6247290" y="-4361"/>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Liturgia Eucarística</a:t>
              </a:r>
              <a:endParaRPr lang="es-ES" sz="2400">
                <a:solidFill>
                  <a:schemeClr val="tx1">
                    <a:lumMod val="49000"/>
                    <a:lumOff val="51000"/>
                  </a:schemeClr>
                </a:solidFill>
                <a:ea typeface="Calibri"/>
                <a:cs typeface="Calibri"/>
              </a:endParaRPr>
            </a:p>
          </p:txBody>
        </p:sp>
        <p:sp>
          <p:nvSpPr>
            <p:cNvPr id="4" name="Rectángulo 3">
              <a:extLst>
                <a:ext uri="{FF2B5EF4-FFF2-40B4-BE49-F238E27FC236}">
                  <a16:creationId xmlns:a16="http://schemas.microsoft.com/office/drawing/2014/main" id="{D58806C3-ECC3-B053-4CD8-B5158C3DE60F}"/>
                </a:ext>
              </a:extLst>
            </p:cNvPr>
            <p:cNvSpPr/>
            <p:nvPr/>
          </p:nvSpPr>
          <p:spPr>
            <a:xfrm>
              <a:off x="9372455" y="-4360"/>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Rito de Conclusión</a:t>
              </a:r>
              <a:endParaRPr lang="es-ES">
                <a:solidFill>
                  <a:schemeClr val="tx1">
                    <a:lumMod val="49000"/>
                    <a:lumOff val="51000"/>
                  </a:schemeClr>
                </a:solidFill>
                <a:ea typeface="Calibri"/>
                <a:cs typeface="Calibri"/>
              </a:endParaRPr>
            </a:p>
          </p:txBody>
        </p:sp>
        <p:sp>
          <p:nvSpPr>
            <p:cNvPr id="5" name="Rectángulo 4">
              <a:extLst>
                <a:ext uri="{FF2B5EF4-FFF2-40B4-BE49-F238E27FC236}">
                  <a16:creationId xmlns:a16="http://schemas.microsoft.com/office/drawing/2014/main" id="{BD6AA8DD-A8E5-9EDC-7BFD-D69879BE43C1}"/>
                </a:ext>
              </a:extLst>
            </p:cNvPr>
            <p:cNvSpPr/>
            <p:nvPr/>
          </p:nvSpPr>
          <p:spPr>
            <a:xfrm>
              <a:off x="1057" y="-4361"/>
              <a:ext cx="3121596" cy="390807"/>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rgbClr val="7F7F7F"/>
                  </a:solidFill>
                  <a:ea typeface="Calibri"/>
                  <a:cs typeface="Calibri"/>
                </a:rPr>
                <a:t>Ritos Iniciales</a:t>
              </a:r>
              <a:endParaRPr lang="es-ES" sz="2400">
                <a:solidFill>
                  <a:srgbClr val="7F7F7F"/>
                </a:solidFill>
                <a:ea typeface="Calibri"/>
                <a:cs typeface="Calibri"/>
              </a:endParaRPr>
            </a:p>
          </p:txBody>
        </p:sp>
        <p:sp>
          <p:nvSpPr>
            <p:cNvPr id="6" name="Rectángulo 5">
              <a:extLst>
                <a:ext uri="{FF2B5EF4-FFF2-40B4-BE49-F238E27FC236}">
                  <a16:creationId xmlns:a16="http://schemas.microsoft.com/office/drawing/2014/main" id="{93B65B13-AF7E-3DE9-2A8D-48A9708071FF}"/>
                </a:ext>
              </a:extLst>
            </p:cNvPr>
            <p:cNvSpPr/>
            <p:nvPr/>
          </p:nvSpPr>
          <p:spPr>
            <a:xfrm>
              <a:off x="3122126" y="-4360"/>
              <a:ext cx="3132033" cy="517821"/>
            </a:xfrm>
            <a:prstGeom prst="rect">
              <a:avLst/>
            </a:prstGeom>
            <a:solidFill>
              <a:schemeClr val="accent1"/>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600" b="1">
                  <a:solidFill>
                    <a:srgbClr val="000000"/>
                  </a:solidFill>
                  <a:ea typeface="Calibri"/>
                  <a:cs typeface="Calibri"/>
                </a:rPr>
                <a:t>Liturgia de la Palabra</a:t>
              </a:r>
              <a:endParaRPr lang="es-ES" sz="2600">
                <a:solidFill>
                  <a:srgbClr val="000000"/>
                </a:solidFill>
                <a:ea typeface="Calibri"/>
                <a:cs typeface="Calibri"/>
              </a:endParaRPr>
            </a:p>
          </p:txBody>
        </p:sp>
      </p:grpSp>
    </p:spTree>
    <p:extLst>
      <p:ext uri="{BB962C8B-B14F-4D97-AF65-F5344CB8AC3E}">
        <p14:creationId xmlns:p14="http://schemas.microsoft.com/office/powerpoint/2010/main" val="3664205301"/>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35.xml><?xml version="1.0" encoding="utf-8"?>
<p:sld xmlns:a="http://schemas.openxmlformats.org/drawingml/2006/main" xmlns:r="http://schemas.openxmlformats.org/officeDocument/2006/relationships" xmlns:p="http://schemas.openxmlformats.org/presentationml/2006/main" show="0">
  <p:cSld>
    <p:spTree>
      <p:nvGrpSpPr>
        <p:cNvPr id="1" name="Shape 272"/>
        <p:cNvGrpSpPr/>
        <p:nvPr/>
      </p:nvGrpSpPr>
      <p:grpSpPr>
        <a:xfrm>
          <a:off x="0" y="0"/>
          <a:ext cx="0" cy="0"/>
          <a:chOff x="0" y="0"/>
          <a:chExt cx="0" cy="0"/>
        </a:xfrm>
      </p:grpSpPr>
      <p:sp>
        <p:nvSpPr>
          <p:cNvPr id="273" name="Google Shape;273;p25"/>
          <p:cNvSpPr txBox="1">
            <a:spLocks noGrp="1"/>
          </p:cNvSpPr>
          <p:nvPr>
            <p:ph type="title"/>
          </p:nvPr>
        </p:nvSpPr>
        <p:spPr>
          <a:xfrm rot="-423466">
            <a:off x="5501657" y="1812730"/>
            <a:ext cx="6589199" cy="1280890"/>
          </a:xfrm>
          <a:prstGeom prst="rect">
            <a:avLst/>
          </a:prstGeom>
          <a:noFill/>
          <a:ln>
            <a:noFill/>
          </a:ln>
        </p:spPr>
        <p:txBody>
          <a:bodyPr spcFirstLastPara="1" vert="horz" wrap="square" lIns="91425" tIns="45700" rIns="91425" bIns="45700" rtlCol="0" anchor="ctr" anchorCtr="0">
            <a:normAutofit/>
          </a:bodyPr>
          <a:lstStyle/>
          <a:p>
            <a:pPr algn="ctr">
              <a:spcBef>
                <a:spcPts val="0"/>
              </a:spcBef>
              <a:buClr>
                <a:schemeClr val="lt1"/>
              </a:buClr>
              <a:buSzPts val="4400"/>
            </a:pPr>
            <a:r>
              <a:rPr lang="es-ES" b="1"/>
              <a:t>¡Escucha Tú!</a:t>
            </a:r>
            <a:endParaRPr b="1"/>
          </a:p>
        </p:txBody>
      </p:sp>
      <p:sp>
        <p:nvSpPr>
          <p:cNvPr id="274" name="Google Shape;274;p25"/>
          <p:cNvSpPr txBox="1">
            <a:spLocks noGrp="1"/>
          </p:cNvSpPr>
          <p:nvPr>
            <p:ph type="body" idx="1"/>
          </p:nvPr>
        </p:nvSpPr>
        <p:spPr>
          <a:xfrm>
            <a:off x="1847528" y="404664"/>
            <a:ext cx="5888380" cy="5400600"/>
          </a:xfrm>
          <a:prstGeom prst="rect">
            <a:avLst/>
          </a:prstGeom>
          <a:noFill/>
          <a:ln>
            <a:noFill/>
          </a:ln>
        </p:spPr>
        <p:txBody>
          <a:bodyPr spcFirstLastPara="1" vert="horz" wrap="square" lIns="91425" tIns="45700" rIns="91425" bIns="45700" rtlCol="0" anchor="t" anchorCtr="0">
            <a:normAutofit/>
          </a:bodyPr>
          <a:lstStyle/>
          <a:p>
            <a:pPr marL="171450" indent="-171450">
              <a:spcBef>
                <a:spcPts val="0"/>
              </a:spcBef>
              <a:buClr>
                <a:schemeClr val="lt1"/>
              </a:buClr>
              <a:buSzPts val="2300"/>
              <a:buNone/>
            </a:pPr>
            <a:r>
              <a:rPr lang="es-ES" sz="2300"/>
              <a:t>ESCUCHA TÚ LA PALABRA DE DIOS,</a:t>
            </a:r>
            <a:endParaRPr/>
          </a:p>
          <a:p>
            <a:pPr marL="171450" indent="-171450">
              <a:spcBef>
                <a:spcPts val="750"/>
              </a:spcBef>
              <a:buClr>
                <a:schemeClr val="lt1"/>
              </a:buClr>
              <a:buSzPts val="2300"/>
              <a:buNone/>
            </a:pPr>
            <a:r>
              <a:rPr lang="es-ES" sz="2300"/>
              <a:t>NO SÓLO CON TUS OÍDOS,</a:t>
            </a:r>
            <a:endParaRPr/>
          </a:p>
          <a:p>
            <a:pPr marL="171450" indent="-171450">
              <a:spcBef>
                <a:spcPts val="750"/>
              </a:spcBef>
              <a:buClr>
                <a:schemeClr val="lt1"/>
              </a:buClr>
              <a:buSzPts val="2300"/>
              <a:buNone/>
            </a:pPr>
            <a:r>
              <a:rPr lang="es-ES" sz="2300"/>
              <a:t>TAMBIÉN CON EL CORAZÓN.</a:t>
            </a:r>
            <a:endParaRPr/>
          </a:p>
          <a:p>
            <a:pPr marL="171450" indent="-171450">
              <a:spcBef>
                <a:spcPts val="750"/>
              </a:spcBef>
              <a:buClr>
                <a:schemeClr val="lt1"/>
              </a:buClr>
              <a:buSzPts val="2300"/>
              <a:buNone/>
            </a:pPr>
            <a:endParaRPr sz="2300"/>
          </a:p>
          <a:p>
            <a:pPr marL="171450" indent="-171450">
              <a:spcBef>
                <a:spcPts val="750"/>
              </a:spcBef>
              <a:buClr>
                <a:schemeClr val="lt1"/>
              </a:buClr>
              <a:buSzPts val="2300"/>
              <a:buNone/>
            </a:pPr>
            <a:r>
              <a:rPr lang="es-ES" sz="2300"/>
              <a:t>ESCUCHA TÚ LA PALABRA DE DIOS,</a:t>
            </a:r>
            <a:endParaRPr/>
          </a:p>
          <a:p>
            <a:pPr marL="171450" indent="-171450">
              <a:spcBef>
                <a:spcPts val="750"/>
              </a:spcBef>
              <a:buClr>
                <a:schemeClr val="lt1"/>
              </a:buClr>
              <a:buSzPts val="2300"/>
              <a:buNone/>
            </a:pPr>
            <a:r>
              <a:rPr lang="es-ES" sz="2300"/>
              <a:t>Y ESTATE SIEMPRE ATENTO A SU VOZ.</a:t>
            </a:r>
            <a:endParaRPr/>
          </a:p>
          <a:p>
            <a:pPr marL="171450" indent="-171450">
              <a:spcBef>
                <a:spcPts val="750"/>
              </a:spcBef>
              <a:buClr>
                <a:schemeClr val="lt1"/>
              </a:buClr>
              <a:buSzPts val="2300"/>
              <a:buNone/>
            </a:pPr>
            <a:endParaRPr sz="2300"/>
          </a:p>
          <a:p>
            <a:pPr marL="171450" indent="-171450">
              <a:spcBef>
                <a:spcPts val="750"/>
              </a:spcBef>
              <a:buClr>
                <a:schemeClr val="lt1"/>
              </a:buClr>
              <a:buSzPts val="2300"/>
              <a:buNone/>
            </a:pPr>
            <a:r>
              <a:rPr lang="es-ES" sz="2300"/>
              <a:t>Déjala entrar dentro de tu corazón,</a:t>
            </a:r>
            <a:endParaRPr/>
          </a:p>
          <a:p>
            <a:pPr marL="171450" indent="-171450">
              <a:spcBef>
                <a:spcPts val="750"/>
              </a:spcBef>
              <a:buClr>
                <a:schemeClr val="lt1"/>
              </a:buClr>
              <a:buSzPts val="2300"/>
              <a:buNone/>
            </a:pPr>
            <a:r>
              <a:rPr lang="es-ES" sz="2300"/>
              <a:t>pásala a tu mente y a tu situación.</a:t>
            </a:r>
            <a:endParaRPr/>
          </a:p>
          <a:p>
            <a:pPr marL="171450" indent="-171450">
              <a:spcBef>
                <a:spcPts val="750"/>
              </a:spcBef>
              <a:buClr>
                <a:schemeClr val="lt1"/>
              </a:buClr>
              <a:buSzPts val="2300"/>
              <a:buNone/>
            </a:pPr>
            <a:r>
              <a:rPr lang="es-ES" sz="2300"/>
              <a:t>Vívela, vívela, en tu realidad.</a:t>
            </a:r>
            <a:endParaRPr/>
          </a:p>
          <a:p>
            <a:pPr marL="171450" indent="-171450">
              <a:spcBef>
                <a:spcPts val="750"/>
              </a:spcBef>
              <a:buClr>
                <a:schemeClr val="lt1"/>
              </a:buClr>
              <a:buSzPts val="2300"/>
              <a:buNone/>
            </a:pPr>
            <a:r>
              <a:rPr lang="es-ES" sz="2300"/>
              <a:t>Haz que por tu vida </a:t>
            </a:r>
            <a:endParaRPr/>
          </a:p>
          <a:p>
            <a:pPr marL="171450" indent="-171450">
              <a:spcBef>
                <a:spcPts val="750"/>
              </a:spcBef>
              <a:buClr>
                <a:schemeClr val="lt1"/>
              </a:buClr>
              <a:buSzPts val="2300"/>
              <a:buNone/>
            </a:pPr>
            <a:r>
              <a:rPr lang="es-ES" sz="2300"/>
              <a:t>llegue a los demás.</a:t>
            </a:r>
            <a:endParaRPr/>
          </a:p>
          <a:p>
            <a:pPr marL="171450" indent="-171450">
              <a:spcBef>
                <a:spcPts val="750"/>
              </a:spcBef>
              <a:buClr>
                <a:schemeClr val="lt1"/>
              </a:buClr>
              <a:buSzPts val="2100"/>
              <a:buNone/>
            </a:pPr>
            <a:endParaRPr/>
          </a:p>
        </p:txBody>
      </p:sp>
      <p:pic>
        <p:nvPicPr>
          <p:cNvPr id="276" name="Google Shape;276;p25" descr="Resultado de imagen de fano escuchar"/>
          <p:cNvPicPr preferRelativeResize="0"/>
          <p:nvPr/>
        </p:nvPicPr>
        <p:blipFill rotWithShape="1">
          <a:blip r:embed="rId3">
            <a:alphaModFix/>
          </a:blip>
          <a:srcRect/>
          <a:stretch/>
        </p:blipFill>
        <p:spPr>
          <a:xfrm>
            <a:off x="5447928" y="3060934"/>
            <a:ext cx="5220072" cy="3797066"/>
          </a:xfrm>
          <a:prstGeom prst="rect">
            <a:avLst/>
          </a:prstGeom>
          <a:noFill/>
          <a:ln>
            <a:noFill/>
          </a:ln>
        </p:spPr>
      </p:pic>
    </p:spTree>
  </p:cSld>
  <p:clrMapOvr>
    <a:masterClrMapping/>
  </p:clrMapOvr>
  <mc:AlternateContent xmlns:mc="http://schemas.openxmlformats.org/markup-compatibility/2006" xmlns:p14="http://schemas.microsoft.com/office/powerpoint/2010/main">
    <mc:Choice Requires="p14">
      <p:transition spd="slow" p14:dur="1600">
        <p14:prism/>
      </p:transition>
    </mc:Choice>
    <mc:Fallback xmlns="">
      <p:transition spd="slow">
        <p:fade/>
      </p:transition>
    </mc:Fallback>
  </mc:AlternateContent>
</p:sld>
</file>

<file path=ppt/slides/slide3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13" name="Marcador de contenido 2">
            <a:extLst>
              <a:ext uri="{FF2B5EF4-FFF2-40B4-BE49-F238E27FC236}">
                <a16:creationId xmlns:a16="http://schemas.microsoft.com/office/drawing/2014/main" id="{8CB388D0-9EB8-4EE6-8419-180A0A34034A}"/>
              </a:ext>
            </a:extLst>
          </p:cNvPr>
          <p:cNvSpPr txBox="1">
            <a:spLocks/>
          </p:cNvSpPr>
          <p:nvPr/>
        </p:nvSpPr>
        <p:spPr>
          <a:xfrm>
            <a:off x="518341" y="1301679"/>
            <a:ext cx="8329886" cy="3800475"/>
          </a:xfrm>
          <a:prstGeom prst="rect">
            <a:avLst/>
          </a:prstGeom>
        </p:spPr>
        <p:txBody>
          <a:bodyPr vert="horz" lIns="91440" tIns="45720" rIns="91440" bIns="45720" rtlCol="0" anchor="t">
            <a:no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bg1"/>
                </a:solidFill>
                <a:latin typeface="Maiandra GD" panose="020E0502030308020204" pitchFamily="34" charset="0"/>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bg1"/>
                </a:solidFill>
                <a:latin typeface="Maiandra GD" panose="020E0502030308020204" pitchFamily="34" charset="0"/>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bg1"/>
                </a:solidFill>
                <a:latin typeface="Maiandra GD" panose="020E0502030308020204" pitchFamily="34" charset="0"/>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bg1"/>
                </a:solidFill>
                <a:latin typeface="Maiandra GD" panose="020E0502030308020204" pitchFamily="34" charset="0"/>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bg1"/>
                </a:solidFill>
                <a:latin typeface="Maiandra GD" panose="020E0502030308020204" pitchFamily="34" charset="0"/>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r>
              <a:rPr lang="es-ES" sz="3600" b="1">
                <a:solidFill>
                  <a:schemeClr val="tx1"/>
                </a:solidFill>
                <a:latin typeface="+mn-lt"/>
              </a:rPr>
              <a:t>Mi palabra será como la lluvia</a:t>
            </a:r>
            <a:endParaRPr lang="es-ES">
              <a:solidFill>
                <a:schemeClr val="tx1"/>
              </a:solidFill>
            </a:endParaRPr>
          </a:p>
          <a:p>
            <a:pPr marL="0" indent="0">
              <a:buNone/>
            </a:pPr>
            <a:r>
              <a:rPr lang="es-ES" sz="3600" b="1">
                <a:solidFill>
                  <a:schemeClr val="tx1"/>
                </a:solidFill>
                <a:latin typeface="+mn-lt"/>
              </a:rPr>
              <a:t>que al caer desde el cielo empapa la tierra</a:t>
            </a:r>
          </a:p>
          <a:p>
            <a:pPr marL="0" indent="0">
              <a:buNone/>
            </a:pPr>
            <a:r>
              <a:rPr lang="es-ES" sz="3600" b="1">
                <a:solidFill>
                  <a:schemeClr val="tx1"/>
                </a:solidFill>
                <a:latin typeface="+mn-lt"/>
              </a:rPr>
              <a:t>la hace fecunda, la llena de vida.</a:t>
            </a:r>
            <a:endParaRPr lang="es-ES">
              <a:solidFill>
                <a:schemeClr val="tx1"/>
              </a:solidFill>
            </a:endParaRPr>
          </a:p>
          <a:p>
            <a:pPr marL="0" indent="0">
              <a:buNone/>
            </a:pPr>
            <a:endParaRPr lang="es-ES" sz="3600" b="1">
              <a:solidFill>
                <a:schemeClr val="tx1"/>
              </a:solidFill>
              <a:latin typeface="+mn-lt"/>
              <a:ea typeface="Calibri"/>
              <a:cs typeface="Calibri"/>
            </a:endParaRPr>
          </a:p>
          <a:p>
            <a:pPr marL="0" indent="0">
              <a:buNone/>
            </a:pPr>
            <a:r>
              <a:rPr lang="es-ES" sz="3600" b="1">
                <a:solidFill>
                  <a:schemeClr val="tx1"/>
                </a:solidFill>
                <a:latin typeface="+mn-lt"/>
                <a:ea typeface="Calibri"/>
                <a:cs typeface="Calibri"/>
              </a:rPr>
              <a:t>Mi palabra será como la lluvia, </a:t>
            </a:r>
          </a:p>
          <a:p>
            <a:pPr marL="0" indent="0">
              <a:buNone/>
            </a:pPr>
            <a:r>
              <a:rPr lang="es-ES" sz="3600" b="1">
                <a:solidFill>
                  <a:schemeClr val="tx1"/>
                </a:solidFill>
                <a:latin typeface="+mn-lt"/>
                <a:ea typeface="Calibri"/>
                <a:cs typeface="Calibri"/>
              </a:rPr>
              <a:t>mi palabra será como la lluvia que al caer,</a:t>
            </a:r>
            <a:endParaRPr lang="es-ES">
              <a:solidFill>
                <a:schemeClr val="tx1"/>
              </a:solidFill>
              <a:ea typeface="Calibri"/>
              <a:cs typeface="Calibri"/>
            </a:endParaRPr>
          </a:p>
          <a:p>
            <a:pPr marL="0" indent="0">
              <a:buNone/>
            </a:pPr>
            <a:r>
              <a:rPr lang="es-ES" sz="3600" b="1">
                <a:solidFill>
                  <a:schemeClr val="tx1"/>
                </a:solidFill>
                <a:latin typeface="+mn-lt"/>
                <a:ea typeface="Calibri"/>
                <a:cs typeface="Calibri"/>
              </a:rPr>
              <a:t>empapa la tierra, la llena de vida.</a:t>
            </a:r>
          </a:p>
          <a:p>
            <a:pPr marL="0" indent="0">
              <a:buNone/>
            </a:pPr>
            <a:endParaRPr lang="es-ES" sz="3600" b="1">
              <a:solidFill>
                <a:schemeClr val="tx1"/>
              </a:solidFill>
              <a:latin typeface="+mn-lt"/>
              <a:ea typeface="Calibri"/>
              <a:cs typeface="Calibri"/>
            </a:endParaRPr>
          </a:p>
          <a:p>
            <a:pPr marL="0" indent="0">
              <a:buNone/>
            </a:pPr>
            <a:r>
              <a:rPr lang="es-ES" sz="3600" b="1">
                <a:solidFill>
                  <a:schemeClr val="tx1"/>
                </a:solidFill>
                <a:latin typeface="+mn-lt"/>
                <a:ea typeface="Calibri"/>
                <a:cs typeface="Calibri"/>
              </a:rPr>
              <a:t>Mi palabra será como la lluvia…</a:t>
            </a:r>
            <a:endParaRPr lang="es-ES">
              <a:solidFill>
                <a:schemeClr val="tx1"/>
              </a:solidFill>
            </a:endParaRPr>
          </a:p>
          <a:p>
            <a:pPr marL="0" indent="0">
              <a:buNone/>
            </a:pPr>
            <a:endParaRPr lang="es-ES" sz="3600" b="1">
              <a:solidFill>
                <a:schemeClr val="tx1"/>
              </a:solidFill>
              <a:latin typeface="+mn-lt"/>
            </a:endParaRPr>
          </a:p>
          <a:p>
            <a:pPr marL="0" indent="0">
              <a:buNone/>
            </a:pPr>
            <a:endParaRPr lang="es-ES" sz="3600" b="1">
              <a:solidFill>
                <a:srgbClr val="000000"/>
              </a:solidFill>
              <a:latin typeface="+mn-lt"/>
              <a:ea typeface="Calibri" panose="020F0502020204030204"/>
              <a:cs typeface="Calibri" panose="020F0502020204030204"/>
            </a:endParaRPr>
          </a:p>
          <a:p>
            <a:pPr marL="0" indent="0">
              <a:buNone/>
            </a:pPr>
            <a:endParaRPr lang="es-ES" sz="3200">
              <a:latin typeface="+mn-lt"/>
              <a:ea typeface="Calibri" panose="020F0502020204030204"/>
              <a:cs typeface="Calibri" panose="020F0502020204030204"/>
            </a:endParaRPr>
          </a:p>
        </p:txBody>
      </p:sp>
      <p:sp>
        <p:nvSpPr>
          <p:cNvPr id="5" name="Título 1">
            <a:extLst>
              <a:ext uri="{FF2B5EF4-FFF2-40B4-BE49-F238E27FC236}">
                <a16:creationId xmlns:a16="http://schemas.microsoft.com/office/drawing/2014/main" id="{66FED19B-C76D-4904-9A17-63C74AB35C8C}"/>
              </a:ext>
            </a:extLst>
          </p:cNvPr>
          <p:cNvSpPr txBox="1">
            <a:spLocks/>
          </p:cNvSpPr>
          <p:nvPr/>
        </p:nvSpPr>
        <p:spPr>
          <a:xfrm>
            <a:off x="2721577" y="547954"/>
            <a:ext cx="4657725" cy="949373"/>
          </a:xfrm>
          <a:prstGeom prst="rect">
            <a:avLst/>
          </a:prstGeom>
        </p:spPr>
        <p:txBody>
          <a:bodyPr lIns="91440" tIns="45720" rIns="91440" bIns="45720" anchor="t"/>
          <a:lstStyle/>
          <a:p>
            <a:pPr defTabSz="914400">
              <a:spcBef>
                <a:spcPct val="0"/>
              </a:spcBef>
              <a:defRPr/>
            </a:pPr>
            <a:r>
              <a:rPr lang="es-ES" sz="3600" cap="all">
                <a:solidFill>
                  <a:schemeClr val="accent1"/>
                </a:solidFill>
                <a:effectLst>
                  <a:reflection blurRad="12700" stA="48000" endA="300" endPos="55000" dir="5400000" sy="-90000" algn="bl" rotWithShape="0"/>
                </a:effectLst>
                <a:ea typeface="+mj-ea"/>
                <a:cs typeface="Calibri"/>
              </a:rPr>
              <a:t>Mi palabra</a:t>
            </a:r>
            <a:endParaRPr lang="es-ES">
              <a:solidFill>
                <a:schemeClr val="accent1"/>
              </a:solidFill>
              <a:ea typeface="+mj-ea"/>
            </a:endParaRPr>
          </a:p>
        </p:txBody>
      </p:sp>
      <p:pic>
        <p:nvPicPr>
          <p:cNvPr id="5122" name="Picture 2" descr="Felizmente cantamos &quot;Aleluya&quot;! - rompecabezas en línea">
            <a:extLst>
              <a:ext uri="{FF2B5EF4-FFF2-40B4-BE49-F238E27FC236}">
                <a16:creationId xmlns:a16="http://schemas.microsoft.com/office/drawing/2014/main" id="{EBFEC0C4-C22C-4310-155E-7DB5226494B4}"/>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606610" y="1156995"/>
            <a:ext cx="3580417" cy="5146849"/>
          </a:xfrm>
          <a:prstGeom prst="rect">
            <a:avLst/>
          </a:prstGeom>
          <a:noFill/>
          <a:extLst>
            <a:ext uri="{909E8E84-426E-40DD-AFC4-6F175D3DCCD1}">
              <a14:hiddenFill xmlns:a14="http://schemas.microsoft.com/office/drawing/2010/main">
                <a:solidFill>
                  <a:srgbClr val="FFFFFF"/>
                </a:solidFill>
              </a14:hiddenFill>
            </a:ext>
          </a:extLst>
        </p:spPr>
      </p:pic>
      <p:grpSp>
        <p:nvGrpSpPr>
          <p:cNvPr id="8" name="Grupo 7">
            <a:extLst>
              <a:ext uri="{FF2B5EF4-FFF2-40B4-BE49-F238E27FC236}">
                <a16:creationId xmlns:a16="http://schemas.microsoft.com/office/drawing/2014/main" id="{C01BDACC-3208-6B3D-D893-39D4A10790C8}"/>
              </a:ext>
            </a:extLst>
          </p:cNvPr>
          <p:cNvGrpSpPr/>
          <p:nvPr/>
        </p:nvGrpSpPr>
        <p:grpSpPr>
          <a:xfrm>
            <a:off x="1057" y="-4361"/>
            <a:ext cx="12190282" cy="517822"/>
            <a:chOff x="1057" y="-4361"/>
            <a:chExt cx="12503431" cy="517822"/>
          </a:xfrm>
        </p:grpSpPr>
        <p:sp>
          <p:nvSpPr>
            <p:cNvPr id="3" name="Rectángulo 2">
              <a:extLst>
                <a:ext uri="{FF2B5EF4-FFF2-40B4-BE49-F238E27FC236}">
                  <a16:creationId xmlns:a16="http://schemas.microsoft.com/office/drawing/2014/main" id="{6B9A3E2F-3A88-9DAE-7358-FDCE3F8D7DA0}"/>
                </a:ext>
              </a:extLst>
            </p:cNvPr>
            <p:cNvSpPr/>
            <p:nvPr/>
          </p:nvSpPr>
          <p:spPr>
            <a:xfrm>
              <a:off x="6247290" y="-4361"/>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Liturgia Eucarística</a:t>
              </a:r>
              <a:endParaRPr lang="es-ES" sz="2400">
                <a:solidFill>
                  <a:schemeClr val="tx1">
                    <a:lumMod val="49000"/>
                    <a:lumOff val="51000"/>
                  </a:schemeClr>
                </a:solidFill>
                <a:ea typeface="Calibri"/>
                <a:cs typeface="Calibri"/>
              </a:endParaRPr>
            </a:p>
          </p:txBody>
        </p:sp>
        <p:sp>
          <p:nvSpPr>
            <p:cNvPr id="4" name="Rectángulo 3">
              <a:extLst>
                <a:ext uri="{FF2B5EF4-FFF2-40B4-BE49-F238E27FC236}">
                  <a16:creationId xmlns:a16="http://schemas.microsoft.com/office/drawing/2014/main" id="{6C0F3AFA-74C8-49EF-6119-6275BF55A299}"/>
                </a:ext>
              </a:extLst>
            </p:cNvPr>
            <p:cNvSpPr/>
            <p:nvPr/>
          </p:nvSpPr>
          <p:spPr>
            <a:xfrm>
              <a:off x="9372455" y="-4360"/>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Rito de Conclusión</a:t>
              </a:r>
              <a:endParaRPr lang="es-ES">
                <a:solidFill>
                  <a:schemeClr val="tx1">
                    <a:lumMod val="49000"/>
                    <a:lumOff val="51000"/>
                  </a:schemeClr>
                </a:solidFill>
                <a:ea typeface="Calibri"/>
                <a:cs typeface="Calibri"/>
              </a:endParaRPr>
            </a:p>
          </p:txBody>
        </p:sp>
        <p:sp>
          <p:nvSpPr>
            <p:cNvPr id="6" name="Rectángulo 5">
              <a:extLst>
                <a:ext uri="{FF2B5EF4-FFF2-40B4-BE49-F238E27FC236}">
                  <a16:creationId xmlns:a16="http://schemas.microsoft.com/office/drawing/2014/main" id="{47C960FF-2F01-C83B-1701-DD7F24482016}"/>
                </a:ext>
              </a:extLst>
            </p:cNvPr>
            <p:cNvSpPr/>
            <p:nvPr/>
          </p:nvSpPr>
          <p:spPr>
            <a:xfrm>
              <a:off x="1057" y="-4361"/>
              <a:ext cx="3121596" cy="390807"/>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rgbClr val="7F7F7F"/>
                  </a:solidFill>
                  <a:ea typeface="Calibri"/>
                  <a:cs typeface="Calibri"/>
                </a:rPr>
                <a:t>Ritos Iniciales</a:t>
              </a:r>
              <a:endParaRPr lang="es-ES" sz="2400">
                <a:solidFill>
                  <a:srgbClr val="7F7F7F"/>
                </a:solidFill>
                <a:ea typeface="Calibri"/>
                <a:cs typeface="Calibri"/>
              </a:endParaRPr>
            </a:p>
          </p:txBody>
        </p:sp>
        <p:sp>
          <p:nvSpPr>
            <p:cNvPr id="7" name="Rectángulo 6">
              <a:extLst>
                <a:ext uri="{FF2B5EF4-FFF2-40B4-BE49-F238E27FC236}">
                  <a16:creationId xmlns:a16="http://schemas.microsoft.com/office/drawing/2014/main" id="{90764C3C-2919-82EC-72F9-33C27AF35E42}"/>
                </a:ext>
              </a:extLst>
            </p:cNvPr>
            <p:cNvSpPr/>
            <p:nvPr/>
          </p:nvSpPr>
          <p:spPr>
            <a:xfrm>
              <a:off x="3122126" y="-4360"/>
              <a:ext cx="3132033" cy="517821"/>
            </a:xfrm>
            <a:prstGeom prst="rect">
              <a:avLst/>
            </a:prstGeom>
            <a:solidFill>
              <a:schemeClr val="accent1"/>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600" b="1">
                  <a:solidFill>
                    <a:srgbClr val="000000"/>
                  </a:solidFill>
                  <a:ea typeface="Calibri"/>
                  <a:cs typeface="Calibri"/>
                </a:rPr>
                <a:t>Liturgia de la Palabra</a:t>
              </a:r>
              <a:endParaRPr lang="es-ES" sz="2600">
                <a:solidFill>
                  <a:srgbClr val="000000"/>
                </a:solidFill>
                <a:ea typeface="Calibri"/>
                <a:cs typeface="Calibri"/>
              </a:endParaRPr>
            </a:p>
          </p:txBody>
        </p:sp>
      </p:grpSp>
    </p:spTree>
    <p:extLst>
      <p:ext uri="{BB962C8B-B14F-4D97-AF65-F5344CB8AC3E}">
        <p14:creationId xmlns:p14="http://schemas.microsoft.com/office/powerpoint/2010/main" val="412802493"/>
      </p:ext>
    </p:extLst>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sld>
</file>

<file path=ppt/slides/slide3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2050" name="Picture 2" descr="Resultado de imagen de fano aleluya">
            <a:extLst>
              <a:ext uri="{FF2B5EF4-FFF2-40B4-BE49-F238E27FC236}">
                <a16:creationId xmlns:a16="http://schemas.microsoft.com/office/drawing/2014/main" id="{7C3E3C63-BCE8-4DB5-8765-07F8A2F76F51}"/>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285764" y="1700808"/>
            <a:ext cx="3382237" cy="4032448"/>
          </a:xfrm>
          <a:prstGeom prst="rect">
            <a:avLst/>
          </a:prstGeom>
          <a:noFill/>
          <a:extLst>
            <a:ext uri="{909E8E84-426E-40DD-AFC4-6F175D3DCCD1}">
              <a14:hiddenFill xmlns:a14="http://schemas.microsoft.com/office/drawing/2010/main">
                <a:solidFill>
                  <a:srgbClr val="FFFFFF"/>
                </a:solidFill>
              </a14:hiddenFill>
            </a:ext>
          </a:extLst>
        </p:spPr>
      </p:pic>
      <p:sp>
        <p:nvSpPr>
          <p:cNvPr id="10" name="Título 1">
            <a:extLst>
              <a:ext uri="{FF2B5EF4-FFF2-40B4-BE49-F238E27FC236}">
                <a16:creationId xmlns:a16="http://schemas.microsoft.com/office/drawing/2014/main" id="{A9BF4C86-3CB9-454A-A0EF-7FA6BFBF0FF0}"/>
              </a:ext>
            </a:extLst>
          </p:cNvPr>
          <p:cNvSpPr txBox="1">
            <a:spLocks/>
          </p:cNvSpPr>
          <p:nvPr/>
        </p:nvSpPr>
        <p:spPr>
          <a:xfrm>
            <a:off x="4122793" y="623202"/>
            <a:ext cx="3960440" cy="1076703"/>
          </a:xfrm>
          <a:prstGeom prst="rect">
            <a:avLst/>
          </a:prstGeom>
        </p:spPr>
        <p:txBody>
          <a:bodyPr vert="horz" lIns="91440" tIns="45720" rIns="91440" bIns="45720" rtlCol="0" anchor="ctr">
            <a:normAutofit/>
          </a:bodyPr>
          <a:lstStyle>
            <a:lvl1pPr algn="l" defTabSz="685800" rtl="0" eaLnBrk="1" latinLnBrk="0" hangingPunct="1">
              <a:lnSpc>
                <a:spcPct val="90000"/>
              </a:lnSpc>
              <a:spcBef>
                <a:spcPct val="0"/>
              </a:spcBef>
              <a:buNone/>
              <a:defRPr sz="3300" kern="1200">
                <a:solidFill>
                  <a:schemeClr val="bg1"/>
                </a:solidFill>
                <a:latin typeface="Maiandra GD" panose="020E0502030308020204" pitchFamily="34" charset="0"/>
                <a:ea typeface="Ebrima" panose="02000000000000000000" pitchFamily="2" charset="0"/>
                <a:cs typeface="Ebrima" panose="02000000000000000000" pitchFamily="2" charset="0"/>
              </a:defRPr>
            </a:lvl1pPr>
          </a:lstStyle>
          <a:p>
            <a:pPr marL="0" marR="0" lvl="0" indent="0" algn="ctr" defTabSz="685800" rtl="0" eaLnBrk="1" fontAlgn="auto" latinLnBrk="0" hangingPunct="1">
              <a:lnSpc>
                <a:spcPct val="90000"/>
              </a:lnSpc>
              <a:spcBef>
                <a:spcPct val="0"/>
              </a:spcBef>
              <a:spcAft>
                <a:spcPts val="0"/>
              </a:spcAft>
              <a:buClrTx/>
              <a:buSzTx/>
              <a:buFontTx/>
              <a:buNone/>
              <a:tabLst/>
              <a:defRPr/>
            </a:pPr>
            <a:r>
              <a:rPr kumimoji="0" lang="es-ES" sz="4400" b="1" i="0" u="sng" strike="noStrike" kern="1200" cap="none" spc="0" normalizeH="0" baseline="0" noProof="0">
                <a:ln>
                  <a:noFill/>
                </a:ln>
                <a:solidFill>
                  <a:srgbClr val="1D9A78"/>
                </a:solidFill>
                <a:effectLst/>
                <a:uLnTx/>
                <a:uFillTx/>
                <a:latin typeface="Calibri" panose="020F0502020204030204"/>
                <a:ea typeface="Ebrima"/>
                <a:cs typeface="Calibri"/>
              </a:rPr>
              <a:t>ALELUYA </a:t>
            </a:r>
            <a:r>
              <a:rPr kumimoji="0" lang="es-ES" sz="2400" b="1" i="0" u="sng" strike="noStrike" kern="1200" cap="none" spc="0" normalizeH="0" baseline="0" noProof="0" err="1">
                <a:ln>
                  <a:noFill/>
                </a:ln>
                <a:solidFill>
                  <a:srgbClr val="1D9A78"/>
                </a:solidFill>
                <a:effectLst/>
                <a:uLnTx/>
                <a:uFillTx/>
                <a:latin typeface="Calibri" panose="020F0502020204030204"/>
                <a:ea typeface="Ebrima"/>
                <a:cs typeface="Calibri"/>
              </a:rPr>
              <a:t>Taizé</a:t>
            </a:r>
            <a:endParaRPr lang="es-ES" sz="4400" b="1" i="0" u="sng" strike="noStrike" kern="1200" cap="none" spc="0" normalizeH="0" baseline="0" noProof="0" err="1">
              <a:ln>
                <a:noFill/>
              </a:ln>
              <a:solidFill>
                <a:srgbClr val="1D9A78"/>
              </a:solidFill>
              <a:effectLst/>
              <a:uLnTx/>
              <a:uFillTx/>
              <a:latin typeface="Calibri" panose="020F0502020204030204"/>
              <a:ea typeface="Ebrima"/>
              <a:cs typeface="Calibri"/>
            </a:endParaRPr>
          </a:p>
        </p:txBody>
      </p:sp>
      <p:sp>
        <p:nvSpPr>
          <p:cNvPr id="5" name="Rectángulo 4">
            <a:extLst>
              <a:ext uri="{FF2B5EF4-FFF2-40B4-BE49-F238E27FC236}">
                <a16:creationId xmlns:a16="http://schemas.microsoft.com/office/drawing/2014/main" id="{736DF058-F07D-4214-8299-B8C8B4D5B175}"/>
              </a:ext>
            </a:extLst>
          </p:cNvPr>
          <p:cNvSpPr/>
          <p:nvPr/>
        </p:nvSpPr>
        <p:spPr>
          <a:xfrm>
            <a:off x="885871" y="1859147"/>
            <a:ext cx="6408712" cy="4031873"/>
          </a:xfrm>
          <a:prstGeom prst="rect">
            <a:avLst/>
          </a:prstGeom>
        </p:spPr>
        <p:txBody>
          <a:bodyPr wrap="square" lIns="91440" tIns="45720" rIns="91440" bIns="45720" anchor="t">
            <a:spAutoFit/>
          </a:bodyPr>
          <a:lstStyle/>
          <a:p>
            <a:pPr marL="0" marR="0" lvl="0" indent="0" algn="l" defTabSz="457200" rtl="0" eaLnBrk="1" fontAlgn="auto" latinLnBrk="0" hangingPunct="1">
              <a:lnSpc>
                <a:spcPct val="100000"/>
              </a:lnSpc>
              <a:spcBef>
                <a:spcPts val="0"/>
              </a:spcBef>
              <a:spcAft>
                <a:spcPts val="0"/>
              </a:spcAft>
              <a:buClrTx/>
              <a:buSzTx/>
              <a:buFontTx/>
              <a:buNone/>
              <a:tabLst/>
              <a:defRPr/>
            </a:pPr>
            <a:endParaRPr lang="es-ES" sz="4000" b="0" i="0" u="none" strike="noStrike" kern="1200" cap="none" spc="0" normalizeH="0" baseline="0" noProof="0">
              <a:ln>
                <a:noFill/>
              </a:ln>
              <a:solidFill>
                <a:prstClr val="black"/>
              </a:solidFill>
              <a:effectLst/>
              <a:uLnTx/>
              <a:uFillTx/>
              <a:latin typeface="Calibri" panose="020F0502020204030204"/>
              <a:ea typeface="Calibri"/>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s-ES" sz="4000" b="0" i="0" u="none" strike="noStrike" kern="1200" cap="none" spc="0" normalizeH="0" baseline="0" noProof="0">
                <a:ln>
                  <a:noFill/>
                </a:ln>
                <a:solidFill>
                  <a:prstClr val="black"/>
                </a:solidFill>
                <a:effectLst/>
                <a:uLnTx/>
                <a:uFillTx/>
                <a:latin typeface="Calibri" panose="020F0502020204030204"/>
                <a:ea typeface="+mn-ea"/>
                <a:cs typeface="Calibri"/>
              </a:rPr>
              <a:t>ALELUYA, ALELU, ALELUYA,</a:t>
            </a:r>
            <a:endParaRPr lang="es-ES" sz="4000" b="0" i="0" u="none" strike="noStrike" kern="1200" cap="none" spc="0" normalizeH="0" baseline="0" noProof="0">
              <a:ln>
                <a:noFill/>
              </a:ln>
              <a:solidFill>
                <a:prstClr val="black"/>
              </a:solidFill>
              <a:effectLst/>
              <a:uLnTx/>
              <a:uFillTx/>
              <a:latin typeface="Calibri" panose="020F0502020204030204"/>
              <a:ea typeface="Calibri"/>
              <a:cs typeface="Calibri"/>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s-ES" sz="4000" b="0" i="0" u="none" strike="noStrike" kern="1200" cap="none" spc="0" normalizeH="0" baseline="0" noProof="0">
                <a:ln>
                  <a:noFill/>
                </a:ln>
                <a:solidFill>
                  <a:prstClr val="black"/>
                </a:solidFill>
                <a:effectLst/>
                <a:uLnTx/>
                <a:uFillTx/>
                <a:latin typeface="Calibri" panose="020F0502020204030204"/>
                <a:ea typeface="+mn-ea"/>
                <a:cs typeface="Calibri"/>
              </a:rPr>
              <a:t>ALELUYA, ALELUYA.</a:t>
            </a:r>
            <a:endParaRPr lang="es-ES" sz="4000" b="0" i="0" u="none" strike="noStrike" kern="1200" cap="none" spc="0" normalizeH="0" baseline="0" noProof="0">
              <a:ln>
                <a:noFill/>
              </a:ln>
              <a:solidFill>
                <a:prstClr val="black"/>
              </a:solidFill>
              <a:effectLst/>
              <a:uLnTx/>
              <a:uFillTx/>
              <a:latin typeface="Calibri" panose="020F0502020204030204"/>
              <a:ea typeface="Calibri"/>
              <a:cs typeface="Calibri"/>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s-ES" sz="4000" b="0" i="0" u="none" strike="noStrike" kern="1200" cap="none" spc="0" normalizeH="0" baseline="0" noProof="0">
                <a:ln>
                  <a:noFill/>
                </a:ln>
                <a:solidFill>
                  <a:prstClr val="black"/>
                </a:solidFill>
                <a:effectLst/>
                <a:uLnTx/>
                <a:uFillTx/>
                <a:latin typeface="Calibri" panose="020F0502020204030204"/>
                <a:ea typeface="+mn-ea"/>
                <a:cs typeface="Calibri"/>
              </a:rPr>
              <a:t>ALELUYA, ALELU, ALELUYA,</a:t>
            </a:r>
            <a:endParaRPr lang="es-ES" sz="4000" b="0" i="0" u="none" strike="noStrike" kern="1200" cap="none" spc="0" normalizeH="0" baseline="0" noProof="0">
              <a:ln>
                <a:noFill/>
              </a:ln>
              <a:solidFill>
                <a:prstClr val="black"/>
              </a:solidFill>
              <a:effectLst/>
              <a:uLnTx/>
              <a:uFillTx/>
              <a:latin typeface="Calibri" panose="020F0502020204030204"/>
              <a:ea typeface="Calibri"/>
              <a:cs typeface="Calibri"/>
            </a:endParaRPr>
          </a:p>
          <a:p>
            <a:pPr marL="0" marR="0" lvl="0" indent="0" algn="l" defTabSz="457200" rtl="0" eaLnBrk="1" fontAlgn="auto" latinLnBrk="0" hangingPunct="1">
              <a:lnSpc>
                <a:spcPct val="100000"/>
              </a:lnSpc>
              <a:spcBef>
                <a:spcPts val="0"/>
              </a:spcBef>
              <a:spcAft>
                <a:spcPts val="0"/>
              </a:spcAft>
              <a:buClrTx/>
              <a:buSzTx/>
              <a:buFontTx/>
              <a:buNone/>
              <a:tabLst/>
              <a:defRPr/>
            </a:pPr>
            <a:r>
              <a:rPr kumimoji="0" lang="es-ES" sz="4000" b="0" i="0" u="none" strike="noStrike" kern="1200" cap="none" spc="0" normalizeH="0" baseline="0" noProof="0">
                <a:ln>
                  <a:noFill/>
                </a:ln>
                <a:solidFill>
                  <a:prstClr val="black"/>
                </a:solidFill>
                <a:effectLst/>
                <a:uLnTx/>
                <a:uFillTx/>
                <a:latin typeface="Calibri" panose="020F0502020204030204"/>
                <a:ea typeface="+mn-ea"/>
                <a:cs typeface="Calibri"/>
              </a:rPr>
              <a:t>ALELUYA, ALELUYA. (BIS)</a:t>
            </a:r>
            <a:endParaRPr lang="es-ES" sz="4000" b="0" i="0" u="none" strike="noStrike" kern="1200" cap="none" spc="0" normalizeH="0" baseline="0" noProof="0">
              <a:ln>
                <a:noFill/>
              </a:ln>
              <a:solidFill>
                <a:prstClr val="black"/>
              </a:solidFill>
              <a:effectLst/>
              <a:uLnTx/>
              <a:uFillTx/>
              <a:latin typeface="Calibri" panose="020F0502020204030204"/>
              <a:ea typeface="Calibri"/>
              <a:cs typeface="Calibri"/>
            </a:endParaRP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s-ES" sz="2800" b="0" i="0" u="none" strike="noStrike" kern="1200" cap="none" spc="0" normalizeH="0" baseline="0" noProof="0">
              <a:ln>
                <a:noFill/>
              </a:ln>
              <a:solidFill>
                <a:prstClr val="black"/>
              </a:solidFill>
              <a:effectLst/>
              <a:uLnTx/>
              <a:uFillTx/>
              <a:latin typeface="Calibri" panose="020F0502020204030204"/>
              <a:ea typeface="+mn-ea"/>
              <a:cs typeface="Calibri" panose="020F0502020204030204" pitchFamily="34" charset="0"/>
            </a:endParaRPr>
          </a:p>
          <a:p>
            <a:pPr marL="0" marR="0" lvl="0" indent="0" algn="l" defTabSz="457200" rtl="0" eaLnBrk="1" fontAlgn="auto" latinLnBrk="0" hangingPunct="1">
              <a:lnSpc>
                <a:spcPct val="100000"/>
              </a:lnSpc>
              <a:spcBef>
                <a:spcPts val="0"/>
              </a:spcBef>
              <a:spcAft>
                <a:spcPts val="0"/>
              </a:spcAft>
              <a:buClrTx/>
              <a:buSzTx/>
              <a:buFontTx/>
              <a:buNone/>
              <a:tabLst/>
              <a:defRPr/>
            </a:pPr>
            <a:endParaRPr kumimoji="0" lang="es-ES" sz="2800" b="0" i="0" u="none" strike="noStrike" kern="1200" cap="none" spc="0" normalizeH="0" baseline="0" noProof="0">
              <a:ln>
                <a:noFill/>
              </a:ln>
              <a:solidFill>
                <a:prstClr val="black"/>
              </a:solidFill>
              <a:effectLst/>
              <a:uLnTx/>
              <a:uFillTx/>
              <a:latin typeface="Calibri" panose="020F0502020204030204"/>
              <a:ea typeface="+mn-ea"/>
              <a:cs typeface="Calibri" panose="020F0502020204030204" pitchFamily="34" charset="0"/>
            </a:endParaRPr>
          </a:p>
        </p:txBody>
      </p:sp>
      <p:grpSp>
        <p:nvGrpSpPr>
          <p:cNvPr id="15" name="Grupo 14">
            <a:extLst>
              <a:ext uri="{FF2B5EF4-FFF2-40B4-BE49-F238E27FC236}">
                <a16:creationId xmlns:a16="http://schemas.microsoft.com/office/drawing/2014/main" id="{E35DC314-84F1-74A6-6E0E-7459871163F8}"/>
              </a:ext>
            </a:extLst>
          </p:cNvPr>
          <p:cNvGrpSpPr/>
          <p:nvPr/>
        </p:nvGrpSpPr>
        <p:grpSpPr>
          <a:xfrm>
            <a:off x="1057" y="-4361"/>
            <a:ext cx="12190282" cy="517822"/>
            <a:chOff x="1057" y="-4361"/>
            <a:chExt cx="12503431" cy="517822"/>
          </a:xfrm>
        </p:grpSpPr>
        <p:sp>
          <p:nvSpPr>
            <p:cNvPr id="11" name="Rectángulo 10">
              <a:extLst>
                <a:ext uri="{FF2B5EF4-FFF2-40B4-BE49-F238E27FC236}">
                  <a16:creationId xmlns:a16="http://schemas.microsoft.com/office/drawing/2014/main" id="{98237689-D0A4-64DE-0FE2-6D94987DD763}"/>
                </a:ext>
              </a:extLst>
            </p:cNvPr>
            <p:cNvSpPr/>
            <p:nvPr/>
          </p:nvSpPr>
          <p:spPr>
            <a:xfrm>
              <a:off x="6247290" y="-4361"/>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Liturgia Eucarística</a:t>
              </a:r>
              <a:endParaRPr lang="es-ES" sz="2400">
                <a:solidFill>
                  <a:schemeClr val="tx1">
                    <a:lumMod val="49000"/>
                    <a:lumOff val="51000"/>
                  </a:schemeClr>
                </a:solidFill>
                <a:ea typeface="Calibri"/>
                <a:cs typeface="Calibri"/>
              </a:endParaRPr>
            </a:p>
          </p:txBody>
        </p:sp>
        <p:sp>
          <p:nvSpPr>
            <p:cNvPr id="12" name="Rectángulo 11">
              <a:extLst>
                <a:ext uri="{FF2B5EF4-FFF2-40B4-BE49-F238E27FC236}">
                  <a16:creationId xmlns:a16="http://schemas.microsoft.com/office/drawing/2014/main" id="{836B850D-39C5-1473-1B67-9EAC8DF24E7D}"/>
                </a:ext>
              </a:extLst>
            </p:cNvPr>
            <p:cNvSpPr/>
            <p:nvPr/>
          </p:nvSpPr>
          <p:spPr>
            <a:xfrm>
              <a:off x="9372455" y="-4360"/>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Rito de Conclusión</a:t>
              </a:r>
              <a:endParaRPr lang="es-ES">
                <a:solidFill>
                  <a:schemeClr val="tx1">
                    <a:lumMod val="49000"/>
                    <a:lumOff val="51000"/>
                  </a:schemeClr>
                </a:solidFill>
                <a:ea typeface="Calibri"/>
                <a:cs typeface="Calibri"/>
              </a:endParaRPr>
            </a:p>
          </p:txBody>
        </p:sp>
        <p:sp>
          <p:nvSpPr>
            <p:cNvPr id="13" name="Rectángulo 12">
              <a:extLst>
                <a:ext uri="{FF2B5EF4-FFF2-40B4-BE49-F238E27FC236}">
                  <a16:creationId xmlns:a16="http://schemas.microsoft.com/office/drawing/2014/main" id="{5463863C-9ECA-63C8-9393-BAF296A59BD8}"/>
                </a:ext>
              </a:extLst>
            </p:cNvPr>
            <p:cNvSpPr/>
            <p:nvPr/>
          </p:nvSpPr>
          <p:spPr>
            <a:xfrm>
              <a:off x="1057" y="-4361"/>
              <a:ext cx="3121596" cy="390807"/>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rgbClr val="7F7F7F"/>
                  </a:solidFill>
                  <a:ea typeface="Calibri"/>
                  <a:cs typeface="Calibri"/>
                </a:rPr>
                <a:t>Ritos Iniciales</a:t>
              </a:r>
              <a:endParaRPr lang="es-ES" sz="2400">
                <a:solidFill>
                  <a:srgbClr val="7F7F7F"/>
                </a:solidFill>
                <a:ea typeface="Calibri"/>
                <a:cs typeface="Calibri"/>
              </a:endParaRPr>
            </a:p>
          </p:txBody>
        </p:sp>
        <p:sp>
          <p:nvSpPr>
            <p:cNvPr id="14" name="Rectángulo 13">
              <a:extLst>
                <a:ext uri="{FF2B5EF4-FFF2-40B4-BE49-F238E27FC236}">
                  <a16:creationId xmlns:a16="http://schemas.microsoft.com/office/drawing/2014/main" id="{A9FEA2C4-97BB-A16B-09B8-C5CB238A677B}"/>
                </a:ext>
              </a:extLst>
            </p:cNvPr>
            <p:cNvSpPr/>
            <p:nvPr/>
          </p:nvSpPr>
          <p:spPr>
            <a:xfrm>
              <a:off x="3122126" y="-4360"/>
              <a:ext cx="3132033" cy="517821"/>
            </a:xfrm>
            <a:prstGeom prst="rect">
              <a:avLst/>
            </a:prstGeom>
            <a:solidFill>
              <a:schemeClr val="accent1"/>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600" b="1">
                  <a:solidFill>
                    <a:srgbClr val="000000"/>
                  </a:solidFill>
                  <a:ea typeface="Calibri"/>
                  <a:cs typeface="Calibri"/>
                </a:rPr>
                <a:t>Liturgia de la Palabra</a:t>
              </a:r>
              <a:endParaRPr lang="es-ES" sz="2600">
                <a:solidFill>
                  <a:srgbClr val="000000"/>
                </a:solidFill>
                <a:ea typeface="Calibri"/>
                <a:cs typeface="Calibri"/>
              </a:endParaRPr>
            </a:p>
          </p:txBody>
        </p:sp>
      </p:grpSp>
    </p:spTree>
    <p:extLst>
      <p:ext uri="{BB962C8B-B14F-4D97-AF65-F5344CB8AC3E}">
        <p14:creationId xmlns:p14="http://schemas.microsoft.com/office/powerpoint/2010/main" val="1814900366"/>
      </p:ext>
    </p:extLst>
  </p:cSld>
  <p:clrMapOvr>
    <a:masterClrMapping/>
  </p:clrMapOvr>
  <mc:AlternateContent xmlns:mc="http://schemas.openxmlformats.org/markup-compatibility/2006">
    <mc:Choice xmlns:p14="http://schemas.microsoft.com/office/powerpoint/2010/main" Requires="p14">
      <p:transition spd="slow" p14:dur="1500">
        <p:random/>
      </p:transition>
    </mc:Choice>
    <mc:Fallback>
      <p:transition spd="slow">
        <p:random/>
      </p:transition>
    </mc:Fallback>
  </mc:AlternateContent>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AA3FB4E-B1B8-3BB7-BCF8-14DC4DB95444}"/>
              </a:ext>
            </a:extLst>
          </p:cNvPr>
          <p:cNvSpPr>
            <a:spLocks noGrp="1"/>
          </p:cNvSpPr>
          <p:nvPr>
            <p:ph type="title"/>
          </p:nvPr>
        </p:nvSpPr>
        <p:spPr>
          <a:xfrm>
            <a:off x="268016" y="502648"/>
            <a:ext cx="12041387" cy="811028"/>
          </a:xfrm>
        </p:spPr>
        <p:txBody>
          <a:bodyPr>
            <a:noAutofit/>
          </a:bodyPr>
          <a:lstStyle/>
          <a:p>
            <a:r>
              <a:rPr lang="es-ES" sz="3600" dirty="0">
                <a:solidFill>
                  <a:schemeClr val="accent4"/>
                </a:solidFill>
              </a:rPr>
              <a:t>Mateo 10,26-33</a:t>
            </a:r>
            <a:endParaRPr lang="es-ES" sz="3200" dirty="0">
              <a:solidFill>
                <a:schemeClr val="accent4"/>
              </a:solidFill>
              <a:ea typeface="Calibri Light" panose="020F0302020204030204"/>
              <a:cs typeface="Calibri Light" panose="020F0302020204030204"/>
            </a:endParaRPr>
          </a:p>
        </p:txBody>
      </p:sp>
      <p:sp>
        <p:nvSpPr>
          <p:cNvPr id="5" name="CuadroTexto 4">
            <a:extLst>
              <a:ext uri="{FF2B5EF4-FFF2-40B4-BE49-F238E27FC236}">
                <a16:creationId xmlns:a16="http://schemas.microsoft.com/office/drawing/2014/main" id="{CB4151D1-7315-853E-ED3A-AF5588F49988}"/>
              </a:ext>
            </a:extLst>
          </p:cNvPr>
          <p:cNvSpPr txBox="1"/>
          <p:nvPr/>
        </p:nvSpPr>
        <p:spPr>
          <a:xfrm>
            <a:off x="90126" y="1133909"/>
            <a:ext cx="11840874" cy="5324535"/>
          </a:xfrm>
          <a:prstGeom prst="rect">
            <a:avLst/>
          </a:prstGeom>
          <a:noFill/>
        </p:spPr>
        <p:txBody>
          <a:bodyPr wrap="square" lIns="91440" tIns="45720" rIns="91440" bIns="45720" anchor="t">
            <a:spAutoFit/>
          </a:bodyPr>
          <a:lstStyle/>
          <a:p>
            <a:r>
              <a:rPr lang="es-ES" sz="2400" dirty="0">
                <a:latin typeface="Calibri"/>
                <a:ea typeface="Calibri"/>
                <a:cs typeface="Calibri"/>
              </a:rPr>
              <a:t>En aquel tiempo, dijo Jesús a sus apóstoles: "No tengáis miedo a los hombres, porque nada hay cubierto que no llegue a descubrirse; nada hay escondido que no llegue a saberse. Lo que os digo de noche decidlo en pleno día, y lo que escuchéis al oído pregonadlo desde la azotea. No tengáis miedo a los que matan el cuerpo, pero no pueden matar el alma. No, temed al que puede destruir con el fuego alma y cuerpo. ¿No se venden un par de gorriones por unos cuartos? Y, sin embargo, ni uno solo cae al suelo sin que lo disponga vuestro Padre. Pues vosotros hasta los cabellos de la cabeza tenéis contados. Por eso, no tengáis miedo; no hay comparación entre vosotros y los gorriones.</a:t>
            </a:r>
          </a:p>
          <a:p>
            <a:endParaRPr lang="es-ES" sz="2400" dirty="0">
              <a:latin typeface="Calibri"/>
              <a:ea typeface="Calibri"/>
              <a:cs typeface="Calibri"/>
            </a:endParaRPr>
          </a:p>
          <a:p>
            <a:r>
              <a:rPr lang="es-ES" sz="2400" dirty="0">
                <a:latin typeface="Calibri"/>
                <a:ea typeface="Calibri"/>
                <a:cs typeface="Calibri"/>
              </a:rPr>
              <a:t>Si uno se pone de mi parte ante los hombres, yo también me pondré de su parte ante mi Padre del cielo. Y si uno me niega ante los hombres, yo también lo negaré ante mi Padre del cielo."</a:t>
            </a:r>
          </a:p>
          <a:p>
            <a:endParaRPr lang="es-ES" sz="2400" dirty="0">
              <a:latin typeface="Calibri"/>
              <a:ea typeface="Calibri"/>
              <a:cs typeface="Calibri"/>
            </a:endParaRPr>
          </a:p>
          <a:p>
            <a:r>
              <a:rPr lang="es-ES" sz="2800" dirty="0">
                <a:solidFill>
                  <a:schemeClr val="accent4"/>
                </a:solidFill>
                <a:latin typeface="Open Sans"/>
                <a:ea typeface="Open Sans"/>
                <a:cs typeface="Open Sans"/>
              </a:rPr>
              <a:t>Palabra del Señor</a:t>
            </a:r>
            <a:endParaRPr lang="es-ES" dirty="0"/>
          </a:p>
        </p:txBody>
      </p:sp>
      <p:grpSp>
        <p:nvGrpSpPr>
          <p:cNvPr id="15" name="Grupo 14">
            <a:extLst>
              <a:ext uri="{FF2B5EF4-FFF2-40B4-BE49-F238E27FC236}">
                <a16:creationId xmlns:a16="http://schemas.microsoft.com/office/drawing/2014/main" id="{9E552B07-E17C-E75F-DBFA-362A2982D923}"/>
              </a:ext>
            </a:extLst>
          </p:cNvPr>
          <p:cNvGrpSpPr/>
          <p:nvPr/>
        </p:nvGrpSpPr>
        <p:grpSpPr>
          <a:xfrm>
            <a:off x="1057" y="-4361"/>
            <a:ext cx="12190282" cy="517822"/>
            <a:chOff x="1057" y="-4361"/>
            <a:chExt cx="12503431" cy="517822"/>
          </a:xfrm>
        </p:grpSpPr>
        <p:sp>
          <p:nvSpPr>
            <p:cNvPr id="11" name="Rectángulo 10">
              <a:extLst>
                <a:ext uri="{FF2B5EF4-FFF2-40B4-BE49-F238E27FC236}">
                  <a16:creationId xmlns:a16="http://schemas.microsoft.com/office/drawing/2014/main" id="{F6B8B095-3BEC-BEFB-D7A5-28C2E191B3AB}"/>
                </a:ext>
              </a:extLst>
            </p:cNvPr>
            <p:cNvSpPr/>
            <p:nvPr/>
          </p:nvSpPr>
          <p:spPr>
            <a:xfrm>
              <a:off x="6247290" y="-4361"/>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Liturgia Eucarística</a:t>
              </a:r>
              <a:endParaRPr lang="es-ES" sz="2400">
                <a:solidFill>
                  <a:schemeClr val="tx1">
                    <a:lumMod val="49000"/>
                    <a:lumOff val="51000"/>
                  </a:schemeClr>
                </a:solidFill>
                <a:ea typeface="Calibri"/>
                <a:cs typeface="Calibri"/>
              </a:endParaRPr>
            </a:p>
          </p:txBody>
        </p:sp>
        <p:sp>
          <p:nvSpPr>
            <p:cNvPr id="12" name="Rectángulo 11">
              <a:extLst>
                <a:ext uri="{FF2B5EF4-FFF2-40B4-BE49-F238E27FC236}">
                  <a16:creationId xmlns:a16="http://schemas.microsoft.com/office/drawing/2014/main" id="{A3B6E3EA-9294-C345-74D0-26AED2CABF38}"/>
                </a:ext>
              </a:extLst>
            </p:cNvPr>
            <p:cNvSpPr/>
            <p:nvPr/>
          </p:nvSpPr>
          <p:spPr>
            <a:xfrm>
              <a:off x="9372455" y="-4360"/>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Rito de Conclusión</a:t>
              </a:r>
              <a:endParaRPr lang="es-ES">
                <a:solidFill>
                  <a:schemeClr val="tx1">
                    <a:lumMod val="49000"/>
                    <a:lumOff val="51000"/>
                  </a:schemeClr>
                </a:solidFill>
                <a:ea typeface="Calibri"/>
                <a:cs typeface="Calibri"/>
              </a:endParaRPr>
            </a:p>
          </p:txBody>
        </p:sp>
        <p:sp>
          <p:nvSpPr>
            <p:cNvPr id="13" name="Rectángulo 12">
              <a:extLst>
                <a:ext uri="{FF2B5EF4-FFF2-40B4-BE49-F238E27FC236}">
                  <a16:creationId xmlns:a16="http://schemas.microsoft.com/office/drawing/2014/main" id="{A581AA00-A1DF-172E-1691-F5D9BCD59CC0}"/>
                </a:ext>
              </a:extLst>
            </p:cNvPr>
            <p:cNvSpPr/>
            <p:nvPr/>
          </p:nvSpPr>
          <p:spPr>
            <a:xfrm>
              <a:off x="1057" y="-4361"/>
              <a:ext cx="3121596" cy="390807"/>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rgbClr val="7F7F7F"/>
                  </a:solidFill>
                  <a:ea typeface="Calibri"/>
                  <a:cs typeface="Calibri"/>
                </a:rPr>
                <a:t>Ritos Iniciales</a:t>
              </a:r>
              <a:endParaRPr lang="es-ES" sz="2400">
                <a:solidFill>
                  <a:srgbClr val="7F7F7F"/>
                </a:solidFill>
                <a:ea typeface="Calibri"/>
                <a:cs typeface="Calibri"/>
              </a:endParaRPr>
            </a:p>
          </p:txBody>
        </p:sp>
        <p:sp>
          <p:nvSpPr>
            <p:cNvPr id="14" name="Rectángulo 13">
              <a:extLst>
                <a:ext uri="{FF2B5EF4-FFF2-40B4-BE49-F238E27FC236}">
                  <a16:creationId xmlns:a16="http://schemas.microsoft.com/office/drawing/2014/main" id="{11D28D79-B986-5759-F1ED-F08A2713D7AB}"/>
                </a:ext>
              </a:extLst>
            </p:cNvPr>
            <p:cNvSpPr/>
            <p:nvPr/>
          </p:nvSpPr>
          <p:spPr>
            <a:xfrm>
              <a:off x="3122126" y="-4360"/>
              <a:ext cx="3132033" cy="517821"/>
            </a:xfrm>
            <a:prstGeom prst="rect">
              <a:avLst/>
            </a:prstGeom>
            <a:solidFill>
              <a:schemeClr val="accent1"/>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600" b="1">
                  <a:solidFill>
                    <a:srgbClr val="000000"/>
                  </a:solidFill>
                  <a:ea typeface="Calibri"/>
                  <a:cs typeface="Calibri"/>
                </a:rPr>
                <a:t>Liturgia de la Palabra</a:t>
              </a:r>
              <a:endParaRPr lang="es-ES" sz="2600">
                <a:solidFill>
                  <a:srgbClr val="000000"/>
                </a:solidFill>
                <a:ea typeface="Calibri"/>
                <a:cs typeface="Calibri"/>
              </a:endParaRPr>
            </a:p>
          </p:txBody>
        </p:sp>
      </p:grpSp>
    </p:spTree>
    <p:extLst>
      <p:ext uri="{BB962C8B-B14F-4D97-AF65-F5344CB8AC3E}">
        <p14:creationId xmlns:p14="http://schemas.microsoft.com/office/powerpoint/2010/main" val="4193172247"/>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B3FEC09-70A2-D265-14C4-46290E786E04}"/>
            </a:ext>
          </a:extLst>
        </p:cNvPr>
        <p:cNvGrpSpPr/>
        <p:nvPr/>
      </p:nvGrpSpPr>
      <p:grpSpPr>
        <a:xfrm>
          <a:off x="0" y="0"/>
          <a:ext cx="0" cy="0"/>
          <a:chOff x="0" y="0"/>
          <a:chExt cx="0" cy="0"/>
        </a:xfrm>
      </p:grpSpPr>
      <p:pic>
        <p:nvPicPr>
          <p:cNvPr id="9" name="Imagen 8" descr="Imagen de la pantalla de un video juego&#10;&#10;Descripción generada automáticamente con confianza media">
            <a:extLst>
              <a:ext uri="{FF2B5EF4-FFF2-40B4-BE49-F238E27FC236}">
                <a16:creationId xmlns:a16="http://schemas.microsoft.com/office/drawing/2014/main" id="{952190C3-F1EB-C664-BB22-D30E7409120C}"/>
              </a:ext>
            </a:extLst>
          </p:cNvPr>
          <p:cNvPicPr>
            <a:picLocks noChangeAspect="1"/>
          </p:cNvPicPr>
          <p:nvPr/>
        </p:nvPicPr>
        <p:blipFill rotWithShape="1">
          <a:blip r:embed="rId2"/>
          <a:srcRect l="26283" t="-1" r="26846" b="3309"/>
          <a:stretch/>
        </p:blipFill>
        <p:spPr>
          <a:xfrm>
            <a:off x="5012891" y="0"/>
            <a:ext cx="8634855" cy="6858000"/>
          </a:xfrm>
          <a:prstGeom prst="rect">
            <a:avLst/>
          </a:prstGeom>
        </p:spPr>
      </p:pic>
      <p:sp>
        <p:nvSpPr>
          <p:cNvPr id="12" name="Llamada de nube 11">
            <a:extLst>
              <a:ext uri="{FF2B5EF4-FFF2-40B4-BE49-F238E27FC236}">
                <a16:creationId xmlns:a16="http://schemas.microsoft.com/office/drawing/2014/main" id="{B7BB3746-398D-A33C-71C2-C7F00127827D}"/>
              </a:ext>
            </a:extLst>
          </p:cNvPr>
          <p:cNvSpPr/>
          <p:nvPr/>
        </p:nvSpPr>
        <p:spPr>
          <a:xfrm>
            <a:off x="3088371" y="0"/>
            <a:ext cx="3423754" cy="6858000"/>
          </a:xfrm>
          <a:prstGeom prst="cloudCallou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3" name="Imagen 2" descr="Un dibujo de un perro&#10;&#10;Descripción generada automáticamente con confianza media">
            <a:extLst>
              <a:ext uri="{FF2B5EF4-FFF2-40B4-BE49-F238E27FC236}">
                <a16:creationId xmlns:a16="http://schemas.microsoft.com/office/drawing/2014/main" id="{7BC2B359-39C8-F6B6-3B36-30CC2205FCB8}"/>
              </a:ext>
            </a:extLst>
          </p:cNvPr>
          <p:cNvPicPr>
            <a:picLocks noChangeAspect="1"/>
          </p:cNvPicPr>
          <p:nvPr/>
        </p:nvPicPr>
        <p:blipFill>
          <a:blip r:embed="rId3">
            <a:clrChange>
              <a:clrFrom>
                <a:srgbClr val="FFFFFF"/>
              </a:clrFrom>
              <a:clrTo>
                <a:srgbClr val="FFFFFF">
                  <a:alpha val="0"/>
                </a:srgbClr>
              </a:clrTo>
            </a:clrChange>
          </a:blip>
          <a:stretch>
            <a:fillRect/>
          </a:stretch>
        </p:blipFill>
        <p:spPr>
          <a:xfrm>
            <a:off x="3089" y="2356243"/>
            <a:ext cx="6232014" cy="2782120"/>
          </a:xfrm>
          <a:prstGeom prst="rect">
            <a:avLst/>
          </a:prstGeom>
        </p:spPr>
      </p:pic>
      <p:pic>
        <p:nvPicPr>
          <p:cNvPr id="2" name="Imagen 1" descr="Imagen que contiene Escala de tiempo&#10;&#10;El contenido generado por IA puede ser incorrecto.">
            <a:extLst>
              <a:ext uri="{FF2B5EF4-FFF2-40B4-BE49-F238E27FC236}">
                <a16:creationId xmlns:a16="http://schemas.microsoft.com/office/drawing/2014/main" id="{FA07C22B-9C9B-FFF6-59D4-DA9CF685E549}"/>
              </a:ext>
            </a:extLst>
          </p:cNvPr>
          <p:cNvPicPr>
            <a:picLocks noChangeAspect="1"/>
          </p:cNvPicPr>
          <p:nvPr/>
        </p:nvPicPr>
        <p:blipFill>
          <a:blip r:embed="rId4"/>
          <a:stretch>
            <a:fillRect/>
          </a:stretch>
        </p:blipFill>
        <p:spPr>
          <a:xfrm>
            <a:off x="169297" y="598240"/>
            <a:ext cx="1541821" cy="1487436"/>
          </a:xfrm>
          <a:prstGeom prst="rect">
            <a:avLst/>
          </a:prstGeom>
        </p:spPr>
      </p:pic>
      <p:grpSp>
        <p:nvGrpSpPr>
          <p:cNvPr id="22" name="Grupo 21">
            <a:extLst>
              <a:ext uri="{FF2B5EF4-FFF2-40B4-BE49-F238E27FC236}">
                <a16:creationId xmlns:a16="http://schemas.microsoft.com/office/drawing/2014/main" id="{2A20B16E-FDBB-8E8E-FB40-6D4DBDBA8ED9}"/>
              </a:ext>
            </a:extLst>
          </p:cNvPr>
          <p:cNvGrpSpPr/>
          <p:nvPr/>
        </p:nvGrpSpPr>
        <p:grpSpPr>
          <a:xfrm>
            <a:off x="1057" y="-4361"/>
            <a:ext cx="12190282" cy="517822"/>
            <a:chOff x="1057" y="-4361"/>
            <a:chExt cx="12503431" cy="517822"/>
          </a:xfrm>
        </p:grpSpPr>
        <p:sp>
          <p:nvSpPr>
            <p:cNvPr id="18" name="Rectángulo 17">
              <a:extLst>
                <a:ext uri="{FF2B5EF4-FFF2-40B4-BE49-F238E27FC236}">
                  <a16:creationId xmlns:a16="http://schemas.microsoft.com/office/drawing/2014/main" id="{ED9CCAF2-1C57-380A-2E09-634E1C2D7D48}"/>
                </a:ext>
              </a:extLst>
            </p:cNvPr>
            <p:cNvSpPr/>
            <p:nvPr/>
          </p:nvSpPr>
          <p:spPr>
            <a:xfrm>
              <a:off x="6247290" y="-4361"/>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Liturgia Eucarística</a:t>
              </a:r>
              <a:endParaRPr lang="es-ES" sz="2400">
                <a:solidFill>
                  <a:schemeClr val="tx1">
                    <a:lumMod val="49000"/>
                    <a:lumOff val="51000"/>
                  </a:schemeClr>
                </a:solidFill>
                <a:ea typeface="Calibri"/>
                <a:cs typeface="Calibri"/>
              </a:endParaRPr>
            </a:p>
          </p:txBody>
        </p:sp>
        <p:sp>
          <p:nvSpPr>
            <p:cNvPr id="19" name="Rectángulo 18">
              <a:extLst>
                <a:ext uri="{FF2B5EF4-FFF2-40B4-BE49-F238E27FC236}">
                  <a16:creationId xmlns:a16="http://schemas.microsoft.com/office/drawing/2014/main" id="{95846FF2-6BB9-5985-E630-AC5B858C150F}"/>
                </a:ext>
              </a:extLst>
            </p:cNvPr>
            <p:cNvSpPr/>
            <p:nvPr/>
          </p:nvSpPr>
          <p:spPr>
            <a:xfrm>
              <a:off x="9372455" y="-4360"/>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Rito de Conclusión</a:t>
              </a:r>
              <a:endParaRPr lang="es-ES">
                <a:solidFill>
                  <a:schemeClr val="tx1">
                    <a:lumMod val="49000"/>
                    <a:lumOff val="51000"/>
                  </a:schemeClr>
                </a:solidFill>
                <a:ea typeface="Calibri"/>
                <a:cs typeface="Calibri"/>
              </a:endParaRPr>
            </a:p>
          </p:txBody>
        </p:sp>
        <p:sp>
          <p:nvSpPr>
            <p:cNvPr id="20" name="Rectángulo 19">
              <a:extLst>
                <a:ext uri="{FF2B5EF4-FFF2-40B4-BE49-F238E27FC236}">
                  <a16:creationId xmlns:a16="http://schemas.microsoft.com/office/drawing/2014/main" id="{62058E9F-762F-DDDF-AFC3-BE15C76A6D0D}"/>
                </a:ext>
              </a:extLst>
            </p:cNvPr>
            <p:cNvSpPr/>
            <p:nvPr/>
          </p:nvSpPr>
          <p:spPr>
            <a:xfrm>
              <a:off x="1057" y="-4361"/>
              <a:ext cx="3121596" cy="390807"/>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rgbClr val="7F7F7F"/>
                  </a:solidFill>
                  <a:ea typeface="Calibri"/>
                  <a:cs typeface="Calibri"/>
                </a:rPr>
                <a:t>Ritos Iniciales</a:t>
              </a:r>
              <a:endParaRPr lang="es-ES" sz="2400">
                <a:solidFill>
                  <a:srgbClr val="7F7F7F"/>
                </a:solidFill>
                <a:ea typeface="Calibri"/>
                <a:cs typeface="Calibri"/>
              </a:endParaRPr>
            </a:p>
          </p:txBody>
        </p:sp>
        <p:sp>
          <p:nvSpPr>
            <p:cNvPr id="21" name="Rectángulo 20">
              <a:extLst>
                <a:ext uri="{FF2B5EF4-FFF2-40B4-BE49-F238E27FC236}">
                  <a16:creationId xmlns:a16="http://schemas.microsoft.com/office/drawing/2014/main" id="{E9E89C39-C30E-C5E8-954A-4BE9DA41C0BA}"/>
                </a:ext>
              </a:extLst>
            </p:cNvPr>
            <p:cNvSpPr/>
            <p:nvPr/>
          </p:nvSpPr>
          <p:spPr>
            <a:xfrm>
              <a:off x="3122126" y="-4360"/>
              <a:ext cx="3132033" cy="517821"/>
            </a:xfrm>
            <a:prstGeom prst="rect">
              <a:avLst/>
            </a:prstGeom>
            <a:solidFill>
              <a:schemeClr val="accent1"/>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600" b="1">
                  <a:solidFill>
                    <a:srgbClr val="000000"/>
                  </a:solidFill>
                  <a:ea typeface="Calibri"/>
                  <a:cs typeface="Calibri"/>
                </a:rPr>
                <a:t>Liturgia de la Palabra</a:t>
              </a:r>
              <a:endParaRPr lang="es-ES" sz="2600">
                <a:solidFill>
                  <a:srgbClr val="000000"/>
                </a:solidFill>
                <a:ea typeface="Calibri"/>
                <a:cs typeface="Calibri"/>
              </a:endParaRPr>
            </a:p>
          </p:txBody>
        </p:sp>
      </p:grpSp>
    </p:spTree>
    <p:extLst>
      <p:ext uri="{BB962C8B-B14F-4D97-AF65-F5344CB8AC3E}">
        <p14:creationId xmlns:p14="http://schemas.microsoft.com/office/powerpoint/2010/main" val="3153033450"/>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p:cNvGrpSpPr/>
        <p:nvPr/>
      </p:nvGrpSpPr>
      <p:grpSpPr>
        <a:xfrm>
          <a:off x="0" y="0"/>
          <a:ext cx="0" cy="0"/>
          <a:chOff x="0" y="0"/>
          <a:chExt cx="0" cy="0"/>
        </a:xfrm>
      </p:grpSpPr>
      <p:sp>
        <p:nvSpPr>
          <p:cNvPr id="14" name="Rectangle 13">
            <a:extLst>
              <a:ext uri="{FF2B5EF4-FFF2-40B4-BE49-F238E27FC236}">
                <a16:creationId xmlns:a16="http://schemas.microsoft.com/office/drawing/2014/main" id="{42A4FC2C-047E-45A5-965D-8E1E3BF09BC6}"/>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bwMode="white">
          <a:xfrm>
            <a:off x="1524" y="0"/>
            <a:ext cx="12188952" cy="6858000"/>
          </a:xfrm>
          <a:prstGeom prst="rect">
            <a:avLst/>
          </a:prstGeom>
          <a:no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lang="en-US"/>
          </a:p>
        </p:txBody>
      </p:sp>
      <p:pic>
        <p:nvPicPr>
          <p:cNvPr id="9" name="Marcador de contenido 8" descr="Texto, Pizarra&#10;&#10;Descripción generada automáticamente">
            <a:extLst>
              <a:ext uri="{FF2B5EF4-FFF2-40B4-BE49-F238E27FC236}">
                <a16:creationId xmlns:a16="http://schemas.microsoft.com/office/drawing/2014/main" id="{4E87C6BD-F201-62F4-175B-CB346F9ED1BA}"/>
              </a:ext>
            </a:extLst>
          </p:cNvPr>
          <p:cNvPicPr>
            <a:picLocks noGrp="1" noChangeAspect="1"/>
          </p:cNvPicPr>
          <p:nvPr>
            <p:ph idx="1"/>
          </p:nvPr>
        </p:nvPicPr>
        <p:blipFill>
          <a:blip r:embed="rId2"/>
          <a:srcRect t="3345" b="21669"/>
          <a:stretch/>
        </p:blipFill>
        <p:spPr>
          <a:xfrm>
            <a:off x="20" y="1282"/>
            <a:ext cx="12191980" cy="6856718"/>
          </a:xfrm>
          <a:prstGeom prst="rect">
            <a:avLst/>
          </a:prstGeom>
        </p:spPr>
      </p:pic>
    </p:spTree>
    <p:extLst>
      <p:ext uri="{BB962C8B-B14F-4D97-AF65-F5344CB8AC3E}">
        <p14:creationId xmlns:p14="http://schemas.microsoft.com/office/powerpoint/2010/main" val="3541788186"/>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14338" name="2 Marcador de contenido"/>
          <p:cNvSpPr>
            <a:spLocks noGrp="1"/>
          </p:cNvSpPr>
          <p:nvPr>
            <p:ph idx="1"/>
          </p:nvPr>
        </p:nvSpPr>
        <p:spPr>
          <a:xfrm>
            <a:off x="1981200" y="476251"/>
            <a:ext cx="8229600" cy="2177009"/>
          </a:xfrm>
        </p:spPr>
        <p:txBody>
          <a:bodyPr>
            <a:normAutofit/>
          </a:bodyPr>
          <a:lstStyle/>
          <a:p>
            <a:pPr eaLnBrk="1" hangingPunct="1">
              <a:buFont typeface="Arial" panose="020B0604020202020204" pitchFamily="34" charset="0"/>
              <a:buNone/>
            </a:pPr>
            <a:r>
              <a:rPr lang="es-ES" altLang="es-ES" sz="2600"/>
              <a:t>N., N. y N.</a:t>
            </a:r>
          </a:p>
          <a:p>
            <a:pPr eaLnBrk="1" hangingPunct="1">
              <a:buFont typeface="Arial" panose="020B0604020202020204" pitchFamily="34" charset="0"/>
              <a:buNone/>
            </a:pPr>
            <a:r>
              <a:rPr lang="es-ES" altLang="es-ES" sz="2600"/>
              <a:t>Vais a recibir por primera vez a Jesús en la Eucaristía, signo de vuestra amistad con Él. </a:t>
            </a:r>
          </a:p>
          <a:p>
            <a:pPr eaLnBrk="1" hangingPunct="1">
              <a:buFont typeface="Arial" panose="020B0604020202020204" pitchFamily="34" charset="0"/>
              <a:buNone/>
            </a:pPr>
            <a:r>
              <a:rPr lang="es-ES" altLang="es-ES" sz="2600"/>
              <a:t>Por eso os pregunto si mantenéis vivos los compromisos de vuestro Bautismo.</a:t>
            </a:r>
          </a:p>
          <a:p>
            <a:pPr eaLnBrk="1" hangingPunct="1">
              <a:buFont typeface="Arial" panose="020B0604020202020204" pitchFamily="34" charset="0"/>
              <a:buNone/>
            </a:pPr>
            <a:endParaRPr lang="es-BO" altLang="es-ES"/>
          </a:p>
        </p:txBody>
      </p:sp>
      <p:pic>
        <p:nvPicPr>
          <p:cNvPr id="14339" name="3 Imagen" descr="images75MS3WB0.jpg"/>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6365823" y="2482051"/>
            <a:ext cx="4202534" cy="403804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2" name="2 Marcador de contenido">
            <a:extLst>
              <a:ext uri="{FF2B5EF4-FFF2-40B4-BE49-F238E27FC236}">
                <a16:creationId xmlns:a16="http://schemas.microsoft.com/office/drawing/2014/main" id="{10238EEF-2574-9A5F-7E69-666E264184BC}"/>
              </a:ext>
            </a:extLst>
          </p:cNvPr>
          <p:cNvSpPr txBox="1">
            <a:spLocks/>
          </p:cNvSpPr>
          <p:nvPr/>
        </p:nvSpPr>
        <p:spPr>
          <a:xfrm>
            <a:off x="1981201" y="2577997"/>
            <a:ext cx="5089161" cy="4077325"/>
          </a:xfrm>
          <a:prstGeom prst="rect">
            <a:avLst/>
          </a:prstGeom>
        </p:spPr>
        <p:txBody>
          <a:bodyPr vert="horz" lIns="91440" tIns="45720" rIns="91440" bIns="45720" rtlCol="0">
            <a:norm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a:buClrTx/>
              <a:buFont typeface="Arial" panose="020B0604020202020204" pitchFamily="34" charset="0"/>
              <a:buNone/>
            </a:pPr>
            <a:r>
              <a:rPr lang="es-ES" altLang="es-ES" sz="2600"/>
              <a:t>Para ser cristianos de verdad, </a:t>
            </a:r>
          </a:p>
          <a:p>
            <a:pPr>
              <a:buClrTx/>
              <a:buFont typeface="Arial" panose="020B0604020202020204" pitchFamily="34" charset="0"/>
              <a:buNone/>
            </a:pPr>
            <a:r>
              <a:rPr lang="es-ES" altLang="es-ES" sz="2600"/>
              <a:t>¿estáis dispuestos a ser amigos de Jesús toda la vida</a:t>
            </a:r>
          </a:p>
          <a:p>
            <a:pPr>
              <a:buClrTx/>
              <a:buFont typeface="Arial" panose="020B0604020202020204" pitchFamily="34" charset="0"/>
              <a:buNone/>
            </a:pPr>
            <a:r>
              <a:rPr lang="es-ES" altLang="es-ES" sz="2600"/>
              <a:t>  luchando por apartarse de las mentiras, las peleas, las desobediencias, los caprichos, el egoísmo y todo aquello que no construya su Reino de Amor? </a:t>
            </a:r>
          </a:p>
          <a:p>
            <a:pPr>
              <a:buClrTx/>
              <a:buFont typeface="Arial" panose="020B0604020202020204" pitchFamily="34" charset="0"/>
              <a:buNone/>
            </a:pPr>
            <a:r>
              <a:rPr lang="es-BO" altLang="es-ES" sz="2600"/>
              <a:t>	</a:t>
            </a:r>
            <a:r>
              <a:rPr lang="es-BO" altLang="es-ES" sz="4000" b="1">
                <a:solidFill>
                  <a:srgbClr val="FF0000"/>
                </a:solidFill>
              </a:rPr>
              <a:t>Sí, estoy dispuesto/a.</a:t>
            </a:r>
          </a:p>
          <a:p>
            <a:pPr>
              <a:buClrTx/>
              <a:buFont typeface="Arial" panose="020B0604020202020204" pitchFamily="34" charset="0"/>
              <a:buNone/>
            </a:pPr>
            <a:endParaRPr lang="es-BO" altLang="es-ES"/>
          </a:p>
        </p:txBody>
      </p:sp>
    </p:spTree>
    <p:extLst>
      <p:ext uri="{BB962C8B-B14F-4D97-AF65-F5344CB8AC3E}">
        <p14:creationId xmlns:p14="http://schemas.microsoft.com/office/powerpoint/2010/main" val="3671900503"/>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2" name="19 Imagen" descr="485x300-prim-comun-15-2.jpg">
            <a:extLst>
              <a:ext uri="{FF2B5EF4-FFF2-40B4-BE49-F238E27FC236}">
                <a16:creationId xmlns:a16="http://schemas.microsoft.com/office/drawing/2014/main" id="{6AB37044-B474-D0F1-3DF1-B2F3DFEAA0B9}"/>
              </a:ext>
            </a:extLst>
          </p:cNvPr>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rot="878102">
            <a:off x="5812141" y="3027952"/>
            <a:ext cx="4572000" cy="2834059"/>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 name="2 Marcador de contenido">
            <a:extLst>
              <a:ext uri="{FF2B5EF4-FFF2-40B4-BE49-F238E27FC236}">
                <a16:creationId xmlns:a16="http://schemas.microsoft.com/office/drawing/2014/main" id="{8F181440-8D04-61CC-A27B-509FACC846C6}"/>
              </a:ext>
            </a:extLst>
          </p:cNvPr>
          <p:cNvSpPr txBox="1">
            <a:spLocks/>
          </p:cNvSpPr>
          <p:nvPr/>
        </p:nvSpPr>
        <p:spPr>
          <a:xfrm>
            <a:off x="1906251" y="464384"/>
            <a:ext cx="4714406" cy="6393617"/>
          </a:xfrm>
          <a:prstGeom prst="rect">
            <a:avLst/>
          </a:prstGeom>
        </p:spPr>
        <p:txBody>
          <a:bodyPr vert="horz" lIns="91440" tIns="45720" rIns="91440" bIns="45720" rtlCol="0">
            <a:norm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a:buClrTx/>
              <a:buFont typeface="Arial" panose="020B0604020202020204" pitchFamily="34" charset="0"/>
              <a:buNone/>
            </a:pPr>
            <a:r>
              <a:rPr lang="es-ES" altLang="es-ES" sz="2600"/>
              <a:t>¿estáis dispuestos </a:t>
            </a:r>
          </a:p>
          <a:p>
            <a:pPr>
              <a:buClrTx/>
              <a:buFont typeface="Arial" panose="020B0604020202020204" pitchFamily="34" charset="0"/>
              <a:buNone/>
            </a:pPr>
            <a:r>
              <a:rPr lang="es-ES" altLang="es-ES" sz="2600"/>
              <a:t>a perdonar cuando alguien os haga algún mal, </a:t>
            </a:r>
          </a:p>
          <a:p>
            <a:pPr>
              <a:buClrTx/>
              <a:buFont typeface="Arial" panose="020B0604020202020204" pitchFamily="34" charset="0"/>
              <a:buNone/>
            </a:pPr>
            <a:r>
              <a:rPr lang="es-ES" altLang="es-ES" sz="2600"/>
              <a:t>a querer a todas las personas, incluso a las que no os caigan tan bien, </a:t>
            </a:r>
          </a:p>
          <a:p>
            <a:pPr>
              <a:buClrTx/>
              <a:buFont typeface="Arial" panose="020B0604020202020204" pitchFamily="34" charset="0"/>
              <a:buNone/>
            </a:pPr>
            <a:r>
              <a:rPr lang="es-ES" altLang="es-ES" sz="2600"/>
              <a:t>a ayudar a vuestra familia, amigos y a todas las personas que lo necesiten?</a:t>
            </a:r>
          </a:p>
          <a:p>
            <a:pPr>
              <a:buClrTx/>
              <a:buFont typeface="Arial" panose="020B0604020202020204" pitchFamily="34" charset="0"/>
              <a:buNone/>
            </a:pPr>
            <a:r>
              <a:rPr lang="es-BO" altLang="es-ES" sz="2600"/>
              <a:t>	</a:t>
            </a:r>
            <a:r>
              <a:rPr lang="es-BO" altLang="es-ES" sz="4000" b="1">
                <a:solidFill>
                  <a:srgbClr val="FF0000"/>
                </a:solidFill>
              </a:rPr>
              <a:t>Sí, estoy dispuesto/a.</a:t>
            </a:r>
          </a:p>
          <a:p>
            <a:pPr>
              <a:buClrTx/>
              <a:buFont typeface="Arial" panose="020B0604020202020204" pitchFamily="34" charset="0"/>
              <a:buNone/>
            </a:pPr>
            <a:endParaRPr lang="es-BO" altLang="es-ES"/>
          </a:p>
        </p:txBody>
      </p:sp>
    </p:spTree>
    <p:extLst>
      <p:ext uri="{BB962C8B-B14F-4D97-AF65-F5344CB8AC3E}">
        <p14:creationId xmlns:p14="http://schemas.microsoft.com/office/powerpoint/2010/main" val="2137141586"/>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2 Marcador de contenido">
            <a:extLst>
              <a:ext uri="{FF2B5EF4-FFF2-40B4-BE49-F238E27FC236}">
                <a16:creationId xmlns:a16="http://schemas.microsoft.com/office/drawing/2014/main" id="{B598E25F-5B22-ABAC-3D1F-107C3F5E7AC9}"/>
              </a:ext>
            </a:extLst>
          </p:cNvPr>
          <p:cNvSpPr txBox="1">
            <a:spLocks/>
          </p:cNvSpPr>
          <p:nvPr/>
        </p:nvSpPr>
        <p:spPr>
          <a:xfrm>
            <a:off x="1906251" y="464384"/>
            <a:ext cx="5703757" cy="6393617"/>
          </a:xfrm>
          <a:prstGeom prst="rect">
            <a:avLst/>
          </a:prstGeom>
        </p:spPr>
        <p:txBody>
          <a:bodyPr vert="horz" lIns="91440" tIns="45720" rIns="91440" bIns="45720" rtlCol="0">
            <a:norm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tx1"/>
                </a:solidFill>
                <a:latin typeface="+mn-lt"/>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tx1"/>
                </a:solidFill>
                <a:latin typeface="+mn-lt"/>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tx1"/>
                </a:solidFill>
                <a:latin typeface="+mn-lt"/>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a:buClrTx/>
              <a:buFont typeface="Arial" panose="020B0604020202020204" pitchFamily="34" charset="0"/>
              <a:buNone/>
            </a:pPr>
            <a:r>
              <a:rPr lang="es-ES" altLang="es-ES" sz="2600"/>
              <a:t>Después de estar dispuestos a vivir como cristianos, como verdaderos amigos de Jesús, </a:t>
            </a:r>
          </a:p>
          <a:p>
            <a:pPr>
              <a:buClrTx/>
              <a:buFont typeface="Arial" panose="020B0604020202020204" pitchFamily="34" charset="0"/>
              <a:buNone/>
            </a:pPr>
            <a:r>
              <a:rPr lang="es-ES" altLang="es-ES" sz="2600"/>
              <a:t>¿os sentís comprometidos a vivir el Evangelio de Jesús y a anunciarlo con vuestra vida y vuestras palabras a los demás?</a:t>
            </a:r>
          </a:p>
          <a:p>
            <a:pPr>
              <a:buClrTx/>
              <a:buFont typeface="Arial" panose="020B0604020202020204" pitchFamily="34" charset="0"/>
              <a:buNone/>
            </a:pPr>
            <a:r>
              <a:rPr lang="es-BO" altLang="es-ES" sz="2600"/>
              <a:t>	</a:t>
            </a:r>
            <a:r>
              <a:rPr lang="es-BO" altLang="es-ES" sz="4000" b="1">
                <a:solidFill>
                  <a:srgbClr val="FF0000"/>
                </a:solidFill>
              </a:rPr>
              <a:t>Sí, me comprometo.</a:t>
            </a:r>
          </a:p>
          <a:p>
            <a:pPr>
              <a:buClrTx/>
              <a:buFont typeface="Arial" panose="020B0604020202020204" pitchFamily="34" charset="0"/>
              <a:buNone/>
            </a:pPr>
            <a:endParaRPr lang="es-BO" altLang="es-ES"/>
          </a:p>
        </p:txBody>
      </p:sp>
      <p:pic>
        <p:nvPicPr>
          <p:cNvPr id="3" name="12 Imagen" descr="blogger-image-1755582903.jpg">
            <a:extLst>
              <a:ext uri="{FF2B5EF4-FFF2-40B4-BE49-F238E27FC236}">
                <a16:creationId xmlns:a16="http://schemas.microsoft.com/office/drawing/2014/main" id="{CACA6316-B1E8-8E9E-EC3B-F55A06718808}"/>
              </a:ext>
            </a:extLst>
          </p:cNvPr>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6640850" y="3048520"/>
            <a:ext cx="3644900" cy="36449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2257151389"/>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2" name="Imagen 1"/>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4566254" y="2376132"/>
            <a:ext cx="6101746" cy="4481868"/>
          </a:xfrm>
          <a:prstGeom prst="rect">
            <a:avLst/>
          </a:prstGeom>
        </p:spPr>
      </p:pic>
      <p:sp>
        <p:nvSpPr>
          <p:cNvPr id="15362" name="2 Marcador de contenido"/>
          <p:cNvSpPr>
            <a:spLocks noGrp="1"/>
          </p:cNvSpPr>
          <p:nvPr>
            <p:ph idx="1"/>
          </p:nvPr>
        </p:nvSpPr>
        <p:spPr>
          <a:xfrm>
            <a:off x="1981200" y="401300"/>
            <a:ext cx="5898630" cy="5649913"/>
          </a:xfrm>
        </p:spPr>
        <p:txBody>
          <a:bodyPr/>
          <a:lstStyle/>
          <a:p>
            <a:pPr eaLnBrk="1" hangingPunct="1">
              <a:buFont typeface="Arial" panose="020B0604020202020204" pitchFamily="34" charset="0"/>
              <a:buNone/>
            </a:pPr>
            <a:endParaRPr lang="es-BO" altLang="es-ES" sz="2000"/>
          </a:p>
          <a:p>
            <a:pPr eaLnBrk="1" hangingPunct="1">
              <a:buFont typeface="Arial" panose="020B0604020202020204" pitchFamily="34" charset="0"/>
              <a:buNone/>
            </a:pPr>
            <a:r>
              <a:rPr lang="es-BO" altLang="es-ES"/>
              <a:t>Para ello, juntos con la comunidad que os acoge, confesemos nuestra fe</a:t>
            </a:r>
          </a:p>
          <a:p>
            <a:pPr eaLnBrk="1" hangingPunct="1">
              <a:buFont typeface="Arial" panose="020B0604020202020204" pitchFamily="34" charset="0"/>
              <a:buNone/>
            </a:pPr>
            <a:endParaRPr lang="es-BO" altLang="es-ES"/>
          </a:p>
          <a:p>
            <a:pPr eaLnBrk="1" hangingPunct="1">
              <a:buFont typeface="Arial" panose="020B0604020202020204" pitchFamily="34" charset="0"/>
              <a:buNone/>
            </a:pPr>
            <a:r>
              <a:rPr lang="es-BO" altLang="es-ES"/>
              <a:t>¿Creéis en Dios, que es nuestro Padre, y ha creado el cielo y la tierra?</a:t>
            </a:r>
          </a:p>
          <a:p>
            <a:pPr eaLnBrk="1" hangingPunct="1">
              <a:buFont typeface="Arial" panose="020B0604020202020204" pitchFamily="34" charset="0"/>
              <a:buNone/>
            </a:pPr>
            <a:endParaRPr lang="es-BO" altLang="es-ES"/>
          </a:p>
          <a:p>
            <a:pPr eaLnBrk="1" hangingPunct="1">
              <a:buFont typeface="Arial" panose="020B0604020202020204" pitchFamily="34" charset="0"/>
              <a:buNone/>
            </a:pPr>
            <a:r>
              <a:rPr lang="es-BO" altLang="es-ES"/>
              <a:t>	</a:t>
            </a:r>
            <a:r>
              <a:rPr lang="es-BO" altLang="es-ES" sz="3200" b="1">
                <a:solidFill>
                  <a:srgbClr val="FF0000"/>
                </a:solidFill>
              </a:rPr>
              <a:t>Sí, creo.</a:t>
            </a:r>
          </a:p>
          <a:p>
            <a:pPr eaLnBrk="1" hangingPunct="1"/>
            <a:endParaRPr lang="es-BO" altLang="es-ES"/>
          </a:p>
        </p:txBody>
      </p:sp>
    </p:spTree>
    <p:extLst>
      <p:ext uri="{BB962C8B-B14F-4D97-AF65-F5344CB8AC3E}">
        <p14:creationId xmlns:p14="http://schemas.microsoft.com/office/powerpoint/2010/main" val="3705488745"/>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16386" name="2 Marcador de contenido"/>
          <p:cNvSpPr>
            <a:spLocks noGrp="1"/>
          </p:cNvSpPr>
          <p:nvPr>
            <p:ph idx="1"/>
          </p:nvPr>
        </p:nvSpPr>
        <p:spPr>
          <a:xfrm>
            <a:off x="1981200" y="164386"/>
            <a:ext cx="4654446" cy="5749925"/>
          </a:xfrm>
        </p:spPr>
        <p:txBody>
          <a:bodyPr/>
          <a:lstStyle/>
          <a:p>
            <a:pPr eaLnBrk="1" hangingPunct="1">
              <a:buFont typeface="Arial" panose="020B0604020202020204" pitchFamily="34" charset="0"/>
              <a:buNone/>
            </a:pPr>
            <a:endParaRPr lang="es-BO" altLang="es-ES" sz="2000"/>
          </a:p>
          <a:p>
            <a:pPr eaLnBrk="1" hangingPunct="1">
              <a:buFont typeface="Arial" panose="020B0604020202020204" pitchFamily="34" charset="0"/>
              <a:buNone/>
            </a:pPr>
            <a:r>
              <a:rPr lang="es-BO" altLang="es-ES"/>
              <a:t>¿Creéis en Jesucristo, su único Hijo, nuestro hermano y Señor, que nació de la Virgen María, murió, fue sepultado, resucitó de entre los muertos, y está sentado a la derecha del Padre?</a:t>
            </a:r>
          </a:p>
          <a:p>
            <a:pPr eaLnBrk="1" hangingPunct="1">
              <a:buFont typeface="Arial" panose="020B0604020202020204" pitchFamily="34" charset="0"/>
              <a:buNone/>
            </a:pPr>
            <a:endParaRPr lang="es-BO" altLang="es-ES" sz="2600"/>
          </a:p>
          <a:p>
            <a:pPr eaLnBrk="1" hangingPunct="1">
              <a:buFont typeface="Arial" panose="020B0604020202020204" pitchFamily="34" charset="0"/>
              <a:buNone/>
            </a:pPr>
            <a:r>
              <a:rPr lang="es-BO" altLang="es-ES" sz="2600" b="1">
                <a:solidFill>
                  <a:srgbClr val="FF0000"/>
                </a:solidFill>
              </a:rPr>
              <a:t>     </a:t>
            </a:r>
            <a:r>
              <a:rPr lang="es-BO" altLang="es-ES" sz="3200" b="1">
                <a:solidFill>
                  <a:srgbClr val="FF0000"/>
                </a:solidFill>
              </a:rPr>
              <a:t>Sí, creo.</a:t>
            </a:r>
          </a:p>
          <a:p>
            <a:pPr eaLnBrk="1" hangingPunct="1"/>
            <a:endParaRPr lang="es-BO" altLang="es-ES"/>
          </a:p>
        </p:txBody>
      </p:sp>
      <p:pic>
        <p:nvPicPr>
          <p:cNvPr id="16387" name="3 Imagen" descr="3advent3.jpg"/>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6749086" y="1435044"/>
            <a:ext cx="3918915" cy="542295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451159911"/>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17410" name="2 Marcador de contenido"/>
          <p:cNvSpPr>
            <a:spLocks noGrp="1"/>
          </p:cNvSpPr>
          <p:nvPr>
            <p:ph idx="1"/>
          </p:nvPr>
        </p:nvSpPr>
        <p:spPr>
          <a:xfrm>
            <a:off x="1991545" y="353219"/>
            <a:ext cx="7657125" cy="4518584"/>
          </a:xfrm>
        </p:spPr>
        <p:txBody>
          <a:bodyPr/>
          <a:lstStyle/>
          <a:p>
            <a:pPr eaLnBrk="1" hangingPunct="1">
              <a:buFont typeface="Arial" panose="020B0604020202020204" pitchFamily="34" charset="0"/>
              <a:buNone/>
            </a:pPr>
            <a:endParaRPr lang="es-BO" altLang="es-ES" sz="2000"/>
          </a:p>
          <a:p>
            <a:pPr eaLnBrk="1" hangingPunct="1">
              <a:buFont typeface="Arial" panose="020B0604020202020204" pitchFamily="34" charset="0"/>
              <a:buNone/>
            </a:pPr>
            <a:r>
              <a:rPr lang="es-BO" altLang="es-ES"/>
              <a:t>¿Creéis en el Espíritu Santo, Señor y dador de vida, presente en la Iglesia y fuerza nuestra en los momentos de dificultad?</a:t>
            </a:r>
          </a:p>
          <a:p>
            <a:pPr eaLnBrk="1" hangingPunct="1">
              <a:buFont typeface="Arial" panose="020B0604020202020204" pitchFamily="34" charset="0"/>
              <a:buNone/>
            </a:pPr>
            <a:endParaRPr lang="es-BO" altLang="es-ES"/>
          </a:p>
          <a:p>
            <a:pPr eaLnBrk="1" hangingPunct="1">
              <a:buFont typeface="Arial" panose="020B0604020202020204" pitchFamily="34" charset="0"/>
              <a:buNone/>
            </a:pPr>
            <a:r>
              <a:rPr lang="es-BO" altLang="es-ES"/>
              <a:t>Todos: </a:t>
            </a:r>
          </a:p>
          <a:p>
            <a:pPr eaLnBrk="1" hangingPunct="1">
              <a:buFont typeface="Arial" panose="020B0604020202020204" pitchFamily="34" charset="0"/>
              <a:buNone/>
            </a:pPr>
            <a:r>
              <a:rPr lang="es-BO" altLang="es-ES" sz="2600"/>
              <a:t>	</a:t>
            </a:r>
            <a:r>
              <a:rPr lang="es-BO" altLang="es-ES" sz="3200" b="1">
                <a:solidFill>
                  <a:srgbClr val="FF0000"/>
                </a:solidFill>
              </a:rPr>
              <a:t>Sí, creo.</a:t>
            </a:r>
          </a:p>
          <a:p>
            <a:pPr eaLnBrk="1" hangingPunct="1"/>
            <a:endParaRPr lang="es-BO" altLang="es-ES"/>
          </a:p>
        </p:txBody>
      </p:sp>
      <p:pic>
        <p:nvPicPr>
          <p:cNvPr id="17411" name="3 Imagen" descr="espiritu-santo.gif"/>
          <p:cNvPicPr>
            <a:picLocks noChangeAspect="1"/>
          </p:cNvPicPr>
          <p:nvPr/>
        </p:nvPicPr>
        <p:blipFill>
          <a:blip r:embed="rId2">
            <a:extLst>
              <a:ext uri="{28A0092B-C50C-407E-A947-70E740481C1C}">
                <a14:useLocalDpi xmlns:a14="http://schemas.microsoft.com/office/drawing/2010/main" val="0"/>
              </a:ext>
            </a:extLst>
          </a:blip>
          <a:srcRect/>
          <a:stretch>
            <a:fillRect/>
          </a:stretch>
        </p:blipFill>
        <p:spPr bwMode="auto">
          <a:xfrm>
            <a:off x="6096001" y="2298388"/>
            <a:ext cx="4054883" cy="406739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407021365"/>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18434" name="2 Marcador de contenido"/>
          <p:cNvSpPr>
            <a:spLocks noGrp="1"/>
          </p:cNvSpPr>
          <p:nvPr>
            <p:ph idx="1"/>
          </p:nvPr>
        </p:nvSpPr>
        <p:spPr>
          <a:xfrm>
            <a:off x="1981200" y="419725"/>
            <a:ext cx="6093502" cy="5706438"/>
          </a:xfrm>
        </p:spPr>
        <p:txBody>
          <a:bodyPr/>
          <a:lstStyle/>
          <a:p>
            <a:pPr eaLnBrk="1" hangingPunct="1">
              <a:buFont typeface="Arial" panose="020B0604020202020204" pitchFamily="34" charset="0"/>
              <a:buNone/>
            </a:pPr>
            <a:r>
              <a:rPr lang="es-BO" altLang="es-ES"/>
              <a:t>¿Y creéis en la santa Iglesia Católica, </a:t>
            </a:r>
          </a:p>
          <a:p>
            <a:pPr eaLnBrk="1" hangingPunct="1">
              <a:buFont typeface="Arial" panose="020B0604020202020204" pitchFamily="34" charset="0"/>
              <a:buNone/>
            </a:pPr>
            <a:r>
              <a:rPr lang="es-BO" altLang="es-ES"/>
              <a:t>en la comunión de los Santos, </a:t>
            </a:r>
          </a:p>
          <a:p>
            <a:pPr eaLnBrk="1" hangingPunct="1">
              <a:buFont typeface="Arial" panose="020B0604020202020204" pitchFamily="34" charset="0"/>
              <a:buNone/>
            </a:pPr>
            <a:r>
              <a:rPr lang="es-BO" altLang="es-ES"/>
              <a:t>en el perdón de los pecados, </a:t>
            </a:r>
          </a:p>
          <a:p>
            <a:pPr eaLnBrk="1" hangingPunct="1">
              <a:buFont typeface="Arial" panose="020B0604020202020204" pitchFamily="34" charset="0"/>
              <a:buNone/>
            </a:pPr>
            <a:r>
              <a:rPr lang="es-BO" altLang="es-ES"/>
              <a:t>en la resurrección de los muertos, </a:t>
            </a:r>
          </a:p>
          <a:p>
            <a:pPr eaLnBrk="1" hangingPunct="1">
              <a:buFont typeface="Arial" panose="020B0604020202020204" pitchFamily="34" charset="0"/>
              <a:buNone/>
            </a:pPr>
            <a:r>
              <a:rPr lang="es-BO" altLang="es-ES"/>
              <a:t>y en la vida eterna?</a:t>
            </a:r>
          </a:p>
          <a:p>
            <a:pPr eaLnBrk="1" hangingPunct="1">
              <a:buFont typeface="Arial" panose="020B0604020202020204" pitchFamily="34" charset="0"/>
              <a:buNone/>
            </a:pPr>
            <a:r>
              <a:rPr lang="es-BO" altLang="es-ES"/>
              <a:t> </a:t>
            </a:r>
          </a:p>
          <a:p>
            <a:pPr eaLnBrk="1" hangingPunct="1">
              <a:buFont typeface="Arial" panose="020B0604020202020204" pitchFamily="34" charset="0"/>
              <a:buNone/>
            </a:pPr>
            <a:r>
              <a:rPr lang="es-BO" altLang="es-ES"/>
              <a:t>	</a:t>
            </a:r>
            <a:r>
              <a:rPr lang="es-BO" altLang="es-ES" sz="3200" b="1">
                <a:solidFill>
                  <a:srgbClr val="FF0000"/>
                </a:solidFill>
              </a:rPr>
              <a:t>Sí, creo.</a:t>
            </a:r>
          </a:p>
          <a:p>
            <a:pPr eaLnBrk="1" hangingPunct="1">
              <a:buFont typeface="Arial" panose="020B0604020202020204" pitchFamily="34" charset="0"/>
              <a:buNone/>
            </a:pPr>
            <a:endParaRPr lang="es-BO" altLang="es-ES"/>
          </a:p>
        </p:txBody>
      </p:sp>
      <p:pic>
        <p:nvPicPr>
          <p:cNvPr id="2" name="Imagen 1"/>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4570491" y="3034146"/>
            <a:ext cx="5990007" cy="3622529"/>
          </a:xfrm>
          <a:prstGeom prst="rect">
            <a:avLst/>
          </a:prstGeom>
        </p:spPr>
      </p:pic>
    </p:spTree>
    <p:extLst>
      <p:ext uri="{BB962C8B-B14F-4D97-AF65-F5344CB8AC3E}">
        <p14:creationId xmlns:p14="http://schemas.microsoft.com/office/powerpoint/2010/main" val="2508631339"/>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Shape 495"/>
        <p:cNvGrpSpPr/>
        <p:nvPr/>
      </p:nvGrpSpPr>
      <p:grpSpPr>
        <a:xfrm>
          <a:off x="0" y="0"/>
          <a:ext cx="0" cy="0"/>
          <a:chOff x="0" y="0"/>
          <a:chExt cx="0" cy="0"/>
        </a:xfrm>
      </p:grpSpPr>
      <p:sp>
        <p:nvSpPr>
          <p:cNvPr id="497" name="Google Shape;497;p13"/>
          <p:cNvSpPr txBox="1"/>
          <p:nvPr/>
        </p:nvSpPr>
        <p:spPr>
          <a:xfrm>
            <a:off x="8627534" y="0"/>
            <a:ext cx="1900923" cy="3816424"/>
          </a:xfrm>
          <a:prstGeom prst="rect">
            <a:avLst/>
          </a:prstGeom>
          <a:noFill/>
          <a:ln>
            <a:noFill/>
          </a:ln>
        </p:spPr>
        <p:txBody>
          <a:bodyPr spcFirstLastPara="1" wrap="square" lIns="91425" tIns="45700" rIns="91425" bIns="45700" anchor="b" anchorCtr="0">
            <a:noAutofit/>
          </a:bodyPr>
          <a:lstStyle/>
          <a:p>
            <a:pPr algn="r">
              <a:lnSpc>
                <a:spcPct val="90000"/>
              </a:lnSpc>
              <a:buClr>
                <a:schemeClr val="lt1"/>
              </a:buClr>
              <a:buSzPts val="4000"/>
            </a:pPr>
            <a:r>
              <a:rPr lang="es-ES" sz="4000" b="1">
                <a:solidFill>
                  <a:schemeClr val="lt1"/>
                </a:solidFill>
                <a:latin typeface="Calibri" panose="020F0502020204030204" pitchFamily="34" charset="0"/>
                <a:ea typeface="Overlock"/>
                <a:cs typeface="Calibri" panose="020F0502020204030204" pitchFamily="34" charset="0"/>
                <a:sym typeface="Overlock"/>
              </a:rPr>
              <a:t>CREDO</a:t>
            </a:r>
            <a:endParaRPr sz="3200" b="1">
              <a:solidFill>
                <a:schemeClr val="lt1"/>
              </a:solidFill>
              <a:latin typeface="Calibri" panose="020F0502020204030204" pitchFamily="34" charset="0"/>
              <a:ea typeface="Overlock"/>
              <a:cs typeface="Calibri" panose="020F0502020204030204" pitchFamily="34" charset="0"/>
              <a:sym typeface="Overlock"/>
            </a:endParaRPr>
          </a:p>
        </p:txBody>
      </p:sp>
      <p:sp>
        <p:nvSpPr>
          <p:cNvPr id="498" name="Google Shape;498;p13"/>
          <p:cNvSpPr txBox="1"/>
          <p:nvPr/>
        </p:nvSpPr>
        <p:spPr>
          <a:xfrm>
            <a:off x="1144970" y="697477"/>
            <a:ext cx="11051498" cy="5946623"/>
          </a:xfrm>
          <a:prstGeom prst="rect">
            <a:avLst/>
          </a:prstGeom>
        </p:spPr>
        <p:txBody>
          <a:bodyPr vert="horz" lIns="91440" tIns="45720" rIns="91440" bIns="45720" numCol="2" rtlCol="0" anchor="t">
            <a:noAutofit/>
          </a:bodyPr>
          <a:lstStyle/>
          <a:p>
            <a:pPr marL="228600" indent="-228600" defTabSz="914400">
              <a:lnSpc>
                <a:spcPct val="90000"/>
              </a:lnSpc>
              <a:spcBef>
                <a:spcPts val="1000"/>
              </a:spcBef>
            </a:pPr>
            <a:r>
              <a:rPr lang="es-ES" sz="2000" b="1">
                <a:sym typeface="Calibri"/>
              </a:rPr>
              <a:t>Creo en Dios, Padre Todopoderoso,</a:t>
            </a:r>
            <a:endParaRPr lang="es-ES" sz="2000" b="1">
              <a:ea typeface="Calibri"/>
              <a:cs typeface="Calibri"/>
            </a:endParaRPr>
          </a:p>
          <a:p>
            <a:pPr marL="228600" indent="-228600" defTabSz="914400">
              <a:lnSpc>
                <a:spcPct val="90000"/>
              </a:lnSpc>
              <a:spcBef>
                <a:spcPts val="1000"/>
              </a:spcBef>
            </a:pPr>
            <a:r>
              <a:rPr lang="es-ES" sz="2000" b="1">
                <a:sym typeface="Calibri"/>
              </a:rPr>
              <a:t>creador del cielo y de la tierra.</a:t>
            </a:r>
            <a:endParaRPr sz="2000" b="1">
              <a:ea typeface="Calibri"/>
              <a:cs typeface="Calibri"/>
            </a:endParaRPr>
          </a:p>
          <a:p>
            <a:pPr marL="228600" indent="-228600" defTabSz="914400">
              <a:lnSpc>
                <a:spcPct val="90000"/>
              </a:lnSpc>
              <a:spcBef>
                <a:spcPts val="1000"/>
              </a:spcBef>
            </a:pPr>
            <a:endParaRPr sz="2000" b="1">
              <a:ea typeface="Calibri"/>
              <a:cs typeface="Calibri"/>
            </a:endParaRPr>
          </a:p>
          <a:p>
            <a:pPr marL="228600" indent="-228600" defTabSz="914400">
              <a:lnSpc>
                <a:spcPct val="90000"/>
              </a:lnSpc>
              <a:spcBef>
                <a:spcPts val="1000"/>
              </a:spcBef>
            </a:pPr>
            <a:r>
              <a:rPr lang="es-ES" sz="2000" b="1">
                <a:sym typeface="Calibri"/>
              </a:rPr>
              <a:t>Creo en Jesucristo, su único hijo, nuestro Señor,</a:t>
            </a:r>
            <a:endParaRPr sz="2000" b="1">
              <a:ea typeface="Calibri"/>
              <a:cs typeface="Calibri"/>
            </a:endParaRPr>
          </a:p>
          <a:p>
            <a:pPr marL="228600" indent="-228600" defTabSz="914400">
              <a:lnSpc>
                <a:spcPct val="90000"/>
              </a:lnSpc>
              <a:spcBef>
                <a:spcPts val="1000"/>
              </a:spcBef>
            </a:pPr>
            <a:r>
              <a:rPr lang="es-ES" sz="2000" b="1">
                <a:sym typeface="Calibri"/>
              </a:rPr>
              <a:t>que fue concebido por obra y gracia del Espíritu Santo,</a:t>
            </a:r>
            <a:endParaRPr sz="2000" b="1">
              <a:ea typeface="Calibri"/>
              <a:cs typeface="Calibri"/>
            </a:endParaRPr>
          </a:p>
          <a:p>
            <a:pPr marL="228600" indent="-228600" defTabSz="914400">
              <a:lnSpc>
                <a:spcPct val="90000"/>
              </a:lnSpc>
              <a:spcBef>
                <a:spcPts val="1000"/>
              </a:spcBef>
            </a:pPr>
            <a:r>
              <a:rPr lang="es-ES" sz="2000" b="1">
                <a:sym typeface="Calibri"/>
              </a:rPr>
              <a:t>nació de Santa María Virgen,</a:t>
            </a:r>
            <a:endParaRPr sz="2000" b="1">
              <a:ea typeface="Calibri"/>
              <a:cs typeface="Calibri"/>
            </a:endParaRPr>
          </a:p>
          <a:p>
            <a:pPr marL="228600" indent="-228600" defTabSz="914400">
              <a:lnSpc>
                <a:spcPct val="90000"/>
              </a:lnSpc>
              <a:spcBef>
                <a:spcPts val="1000"/>
              </a:spcBef>
            </a:pPr>
            <a:r>
              <a:rPr lang="es-ES" sz="2000" b="1">
                <a:sym typeface="Calibri"/>
              </a:rPr>
              <a:t>padeció bajo el poder de Poncio Pilato,</a:t>
            </a:r>
            <a:endParaRPr sz="2000" b="1">
              <a:ea typeface="Calibri"/>
              <a:cs typeface="Calibri"/>
            </a:endParaRPr>
          </a:p>
          <a:p>
            <a:pPr marL="228600" indent="-228600" defTabSz="914400">
              <a:lnSpc>
                <a:spcPct val="90000"/>
              </a:lnSpc>
              <a:spcBef>
                <a:spcPts val="1000"/>
              </a:spcBef>
            </a:pPr>
            <a:r>
              <a:rPr lang="es-ES" sz="2000" b="1">
                <a:sym typeface="Calibri"/>
              </a:rPr>
              <a:t>fue crucificado, muerto y sepultado,</a:t>
            </a:r>
            <a:endParaRPr sz="2000" b="1">
              <a:ea typeface="Calibri"/>
              <a:cs typeface="Calibri"/>
            </a:endParaRPr>
          </a:p>
          <a:p>
            <a:pPr marL="228600" indent="-228600" defTabSz="914400">
              <a:lnSpc>
                <a:spcPct val="90000"/>
              </a:lnSpc>
              <a:spcBef>
                <a:spcPts val="1000"/>
              </a:spcBef>
            </a:pPr>
            <a:r>
              <a:rPr lang="es-ES" sz="2000" b="1">
                <a:sym typeface="Calibri"/>
              </a:rPr>
              <a:t>descendió a los infiernos,</a:t>
            </a:r>
            <a:endParaRPr sz="2000" b="1">
              <a:ea typeface="Calibri"/>
              <a:cs typeface="Calibri"/>
            </a:endParaRPr>
          </a:p>
          <a:p>
            <a:pPr marL="228600" indent="-228600" defTabSz="914400">
              <a:lnSpc>
                <a:spcPct val="90000"/>
              </a:lnSpc>
              <a:spcBef>
                <a:spcPts val="1000"/>
              </a:spcBef>
            </a:pPr>
            <a:r>
              <a:rPr lang="es-ES" sz="2000" b="1">
                <a:sym typeface="Calibri"/>
              </a:rPr>
              <a:t>al tercer día resucitó de entre los muertos,</a:t>
            </a:r>
            <a:endParaRPr sz="2000" b="1">
              <a:ea typeface="Calibri"/>
              <a:cs typeface="Calibri"/>
            </a:endParaRPr>
          </a:p>
          <a:p>
            <a:pPr marL="228600" indent="-228600" defTabSz="914400">
              <a:lnSpc>
                <a:spcPct val="90000"/>
              </a:lnSpc>
              <a:spcBef>
                <a:spcPts val="1000"/>
              </a:spcBef>
            </a:pPr>
            <a:r>
              <a:rPr lang="es-ES" sz="2000" b="1">
                <a:sym typeface="Calibri"/>
              </a:rPr>
              <a:t>subió a los cielos</a:t>
            </a:r>
            <a:endParaRPr sz="2000" b="1">
              <a:ea typeface="Calibri"/>
              <a:cs typeface="Calibri"/>
            </a:endParaRPr>
          </a:p>
          <a:p>
            <a:pPr marL="228600" indent="-228600" defTabSz="914400">
              <a:lnSpc>
                <a:spcPct val="90000"/>
              </a:lnSpc>
              <a:spcBef>
                <a:spcPts val="1000"/>
              </a:spcBef>
            </a:pPr>
            <a:r>
              <a:rPr lang="es-ES" sz="2000" b="1">
                <a:sym typeface="Calibri"/>
              </a:rPr>
              <a:t>y está sentado a la derecha de Dios,</a:t>
            </a:r>
            <a:endParaRPr lang="es-ES" sz="2000" b="1">
              <a:ea typeface="Calibri"/>
              <a:cs typeface="Calibri"/>
            </a:endParaRPr>
          </a:p>
          <a:p>
            <a:pPr marL="228600" indent="-228600" defTabSz="914400">
              <a:lnSpc>
                <a:spcPct val="90000"/>
              </a:lnSpc>
              <a:spcBef>
                <a:spcPts val="1000"/>
              </a:spcBef>
            </a:pPr>
            <a:r>
              <a:rPr lang="es-ES" sz="2000" b="1">
                <a:sym typeface="Calibri"/>
              </a:rPr>
              <a:t>Padre todopoderoso.</a:t>
            </a:r>
            <a:endParaRPr sz="2000" b="1">
              <a:ea typeface="Calibri"/>
              <a:cs typeface="Calibri"/>
            </a:endParaRPr>
          </a:p>
          <a:p>
            <a:pPr marL="228600" indent="-228600" defTabSz="914400">
              <a:lnSpc>
                <a:spcPct val="90000"/>
              </a:lnSpc>
              <a:spcBef>
                <a:spcPts val="1000"/>
              </a:spcBef>
            </a:pPr>
            <a:r>
              <a:rPr lang="es-ES" sz="2000" b="1">
                <a:sym typeface="Calibri"/>
              </a:rPr>
              <a:t>Desde allí ha de venir a juzgar a vivos y muertos.</a:t>
            </a:r>
            <a:endParaRPr sz="2000" b="1">
              <a:ea typeface="Calibri"/>
              <a:cs typeface="Calibri"/>
            </a:endParaRPr>
          </a:p>
          <a:p>
            <a:pPr marL="228600" indent="-228600" defTabSz="914400">
              <a:lnSpc>
                <a:spcPct val="90000"/>
              </a:lnSpc>
              <a:spcBef>
                <a:spcPts val="1000"/>
              </a:spcBef>
            </a:pPr>
            <a:endParaRPr sz="2000" b="1">
              <a:ea typeface="Calibri"/>
              <a:cs typeface="Calibri"/>
            </a:endParaRPr>
          </a:p>
          <a:p>
            <a:pPr marL="228600" indent="-228600" defTabSz="914400">
              <a:lnSpc>
                <a:spcPct val="90000"/>
              </a:lnSpc>
              <a:spcBef>
                <a:spcPts val="1000"/>
              </a:spcBef>
            </a:pPr>
            <a:r>
              <a:rPr lang="es-ES" sz="2000" b="1">
                <a:sym typeface="Calibri"/>
              </a:rPr>
              <a:t>Creo en el Espíritu Santo,</a:t>
            </a:r>
            <a:endParaRPr sz="2000" b="1">
              <a:ea typeface="Calibri"/>
              <a:cs typeface="Calibri"/>
            </a:endParaRPr>
          </a:p>
          <a:p>
            <a:pPr marL="228600" indent="-228600" defTabSz="914400">
              <a:lnSpc>
                <a:spcPct val="90000"/>
              </a:lnSpc>
              <a:spcBef>
                <a:spcPts val="1000"/>
              </a:spcBef>
            </a:pPr>
            <a:r>
              <a:rPr lang="es-ES" sz="2000" b="1">
                <a:sym typeface="Calibri"/>
              </a:rPr>
              <a:t>la santa Iglesia católica,</a:t>
            </a:r>
            <a:endParaRPr sz="2000" b="1">
              <a:ea typeface="Calibri"/>
              <a:cs typeface="Calibri"/>
            </a:endParaRPr>
          </a:p>
          <a:p>
            <a:pPr marL="228600" indent="-228600" defTabSz="914400">
              <a:lnSpc>
                <a:spcPct val="90000"/>
              </a:lnSpc>
              <a:spcBef>
                <a:spcPts val="1000"/>
              </a:spcBef>
            </a:pPr>
            <a:r>
              <a:rPr lang="es-ES" sz="2000" b="1">
                <a:sym typeface="Calibri"/>
              </a:rPr>
              <a:t>la comunión de los santos,</a:t>
            </a:r>
            <a:endParaRPr sz="2000" b="1">
              <a:ea typeface="Calibri"/>
              <a:cs typeface="Calibri"/>
            </a:endParaRPr>
          </a:p>
          <a:p>
            <a:pPr marL="228600" indent="-228600" defTabSz="914400">
              <a:lnSpc>
                <a:spcPct val="90000"/>
              </a:lnSpc>
              <a:spcBef>
                <a:spcPts val="1000"/>
              </a:spcBef>
            </a:pPr>
            <a:r>
              <a:rPr lang="es-ES" sz="2000" b="1">
                <a:sym typeface="Calibri"/>
              </a:rPr>
              <a:t>el perdón de los pecados,</a:t>
            </a:r>
            <a:endParaRPr sz="2000" b="1">
              <a:ea typeface="Calibri"/>
              <a:cs typeface="Calibri"/>
            </a:endParaRPr>
          </a:p>
          <a:p>
            <a:pPr marL="228600" indent="-228600" defTabSz="914400">
              <a:lnSpc>
                <a:spcPct val="90000"/>
              </a:lnSpc>
              <a:spcBef>
                <a:spcPts val="1000"/>
              </a:spcBef>
            </a:pPr>
            <a:r>
              <a:rPr lang="es-ES" sz="2000" b="1">
                <a:sym typeface="Calibri"/>
              </a:rPr>
              <a:t>la resurrección de la carne</a:t>
            </a:r>
            <a:endParaRPr sz="2000" b="1">
              <a:ea typeface="Calibri"/>
              <a:cs typeface="Calibri"/>
            </a:endParaRPr>
          </a:p>
          <a:p>
            <a:pPr marL="228600" indent="-228600" defTabSz="914400">
              <a:lnSpc>
                <a:spcPct val="90000"/>
              </a:lnSpc>
              <a:spcBef>
                <a:spcPts val="1000"/>
              </a:spcBef>
            </a:pPr>
            <a:r>
              <a:rPr lang="es-ES" sz="2000" b="1">
                <a:sym typeface="Calibri"/>
              </a:rPr>
              <a:t>y la vida eterna</a:t>
            </a:r>
            <a:endParaRPr sz="2000" b="1">
              <a:ea typeface="Calibri"/>
              <a:cs typeface="Calibri"/>
            </a:endParaRPr>
          </a:p>
          <a:p>
            <a:pPr marL="228600" indent="-228600" defTabSz="914400">
              <a:lnSpc>
                <a:spcPct val="90000"/>
              </a:lnSpc>
              <a:spcBef>
                <a:spcPts val="1000"/>
              </a:spcBef>
            </a:pPr>
            <a:r>
              <a:rPr lang="es-ES" sz="2000" b="1">
                <a:sym typeface="Calibri"/>
              </a:rPr>
              <a:t>Amén.</a:t>
            </a:r>
            <a:endParaRPr sz="2000" b="1">
              <a:ea typeface="Calibri"/>
              <a:cs typeface="Calibri"/>
            </a:endParaRPr>
          </a:p>
        </p:txBody>
      </p:sp>
      <p:pic>
        <p:nvPicPr>
          <p:cNvPr id="7170" name="Picture 2" descr="EL Rincón de Yanka: SI NO EVANGELIZA, NO ES ECLESIAL NI EVANGÉLICO:  ESTRUCTURAS CADUCAS">
            <a:extLst>
              <a:ext uri="{FF2B5EF4-FFF2-40B4-BE49-F238E27FC236}">
                <a16:creationId xmlns:a16="http://schemas.microsoft.com/office/drawing/2014/main" id="{B338B845-9BBB-563C-9400-E7EA2C063A1C}"/>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t="5824" b="3508"/>
          <a:stretch/>
        </p:blipFill>
        <p:spPr bwMode="auto">
          <a:xfrm>
            <a:off x="7266079" y="4103045"/>
            <a:ext cx="3942272" cy="2182483"/>
          </a:xfrm>
          <a:prstGeom prst="rect">
            <a:avLst/>
          </a:prstGeom>
          <a:noFill/>
          <a:extLst>
            <a:ext uri="{909E8E84-426E-40DD-AFC4-6F175D3DCCD1}">
              <a14:hiddenFill xmlns:a14="http://schemas.microsoft.com/office/drawing/2010/main">
                <a:solidFill>
                  <a:srgbClr val="FFFFFF"/>
                </a:solidFill>
              </a14:hiddenFill>
            </a:ext>
          </a:extLst>
        </p:spPr>
      </p:pic>
      <p:grpSp>
        <p:nvGrpSpPr>
          <p:cNvPr id="13" name="Grupo 12">
            <a:extLst>
              <a:ext uri="{FF2B5EF4-FFF2-40B4-BE49-F238E27FC236}">
                <a16:creationId xmlns:a16="http://schemas.microsoft.com/office/drawing/2014/main" id="{AC87079A-F1C8-66C4-AC48-3B902A414F64}"/>
              </a:ext>
            </a:extLst>
          </p:cNvPr>
          <p:cNvGrpSpPr/>
          <p:nvPr/>
        </p:nvGrpSpPr>
        <p:grpSpPr>
          <a:xfrm>
            <a:off x="1057" y="-4361"/>
            <a:ext cx="12190282" cy="517822"/>
            <a:chOff x="1057" y="-4361"/>
            <a:chExt cx="12503431" cy="517822"/>
          </a:xfrm>
        </p:grpSpPr>
        <p:sp>
          <p:nvSpPr>
            <p:cNvPr id="9" name="Rectángulo 8">
              <a:extLst>
                <a:ext uri="{FF2B5EF4-FFF2-40B4-BE49-F238E27FC236}">
                  <a16:creationId xmlns:a16="http://schemas.microsoft.com/office/drawing/2014/main" id="{0D5C4701-55C0-8595-3C1B-BA3ECCAF438C}"/>
                </a:ext>
              </a:extLst>
            </p:cNvPr>
            <p:cNvSpPr/>
            <p:nvPr/>
          </p:nvSpPr>
          <p:spPr>
            <a:xfrm>
              <a:off x="6247290" y="-4361"/>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Liturgia Eucarística</a:t>
              </a:r>
              <a:endParaRPr lang="es-ES" sz="2400">
                <a:solidFill>
                  <a:schemeClr val="tx1">
                    <a:lumMod val="49000"/>
                    <a:lumOff val="51000"/>
                  </a:schemeClr>
                </a:solidFill>
                <a:ea typeface="Calibri"/>
                <a:cs typeface="Calibri"/>
              </a:endParaRPr>
            </a:p>
          </p:txBody>
        </p:sp>
        <p:sp>
          <p:nvSpPr>
            <p:cNvPr id="10" name="Rectángulo 9">
              <a:extLst>
                <a:ext uri="{FF2B5EF4-FFF2-40B4-BE49-F238E27FC236}">
                  <a16:creationId xmlns:a16="http://schemas.microsoft.com/office/drawing/2014/main" id="{51938873-1E21-22ED-19BE-A3DFDF69D82F}"/>
                </a:ext>
              </a:extLst>
            </p:cNvPr>
            <p:cNvSpPr/>
            <p:nvPr/>
          </p:nvSpPr>
          <p:spPr>
            <a:xfrm>
              <a:off x="9372455" y="-4360"/>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Rito de Conclusión</a:t>
              </a:r>
              <a:endParaRPr lang="es-ES">
                <a:solidFill>
                  <a:schemeClr val="tx1">
                    <a:lumMod val="49000"/>
                    <a:lumOff val="51000"/>
                  </a:schemeClr>
                </a:solidFill>
                <a:ea typeface="Calibri"/>
                <a:cs typeface="Calibri"/>
              </a:endParaRPr>
            </a:p>
          </p:txBody>
        </p:sp>
        <p:sp>
          <p:nvSpPr>
            <p:cNvPr id="11" name="Rectángulo 10">
              <a:extLst>
                <a:ext uri="{FF2B5EF4-FFF2-40B4-BE49-F238E27FC236}">
                  <a16:creationId xmlns:a16="http://schemas.microsoft.com/office/drawing/2014/main" id="{E7BDCC89-3B3E-10CE-15BA-2A46D555ADD1}"/>
                </a:ext>
              </a:extLst>
            </p:cNvPr>
            <p:cNvSpPr/>
            <p:nvPr/>
          </p:nvSpPr>
          <p:spPr>
            <a:xfrm>
              <a:off x="1057" y="-4361"/>
              <a:ext cx="3121596" cy="390807"/>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rgbClr val="7F7F7F"/>
                  </a:solidFill>
                  <a:ea typeface="Calibri"/>
                  <a:cs typeface="Calibri"/>
                </a:rPr>
                <a:t>Ritos Iniciales</a:t>
              </a:r>
              <a:endParaRPr lang="es-ES" sz="2400">
                <a:solidFill>
                  <a:srgbClr val="7F7F7F"/>
                </a:solidFill>
                <a:ea typeface="Calibri"/>
                <a:cs typeface="Calibri"/>
              </a:endParaRPr>
            </a:p>
          </p:txBody>
        </p:sp>
        <p:sp>
          <p:nvSpPr>
            <p:cNvPr id="12" name="Rectángulo 11">
              <a:extLst>
                <a:ext uri="{FF2B5EF4-FFF2-40B4-BE49-F238E27FC236}">
                  <a16:creationId xmlns:a16="http://schemas.microsoft.com/office/drawing/2014/main" id="{97469C83-554B-1D64-C195-796AC02F07DF}"/>
                </a:ext>
              </a:extLst>
            </p:cNvPr>
            <p:cNvSpPr/>
            <p:nvPr/>
          </p:nvSpPr>
          <p:spPr>
            <a:xfrm>
              <a:off x="3122126" y="-4360"/>
              <a:ext cx="3132033" cy="517821"/>
            </a:xfrm>
            <a:prstGeom prst="rect">
              <a:avLst/>
            </a:prstGeom>
            <a:solidFill>
              <a:schemeClr val="accent1"/>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600" b="1">
                  <a:solidFill>
                    <a:srgbClr val="000000"/>
                  </a:solidFill>
                  <a:ea typeface="Calibri"/>
                  <a:cs typeface="Calibri"/>
                </a:rPr>
                <a:t>Liturgia de la Palabra</a:t>
              </a:r>
              <a:endParaRPr lang="es-ES" sz="2600">
                <a:solidFill>
                  <a:srgbClr val="000000"/>
                </a:solidFill>
                <a:ea typeface="Calibri"/>
                <a:cs typeface="Calibri"/>
              </a:endParaRPr>
            </a:p>
          </p:txBody>
        </p:sp>
      </p:grpSp>
    </p:spTree>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D1B810-68F5-1918-351F-7547F53ED79B}"/>
            </a:ext>
          </a:extLst>
        </p:cNvPr>
        <p:cNvGrpSpPr/>
        <p:nvPr/>
      </p:nvGrpSpPr>
      <p:grpSpPr>
        <a:xfrm>
          <a:off x="0" y="0"/>
          <a:ext cx="0" cy="0"/>
          <a:chOff x="0" y="0"/>
          <a:chExt cx="0" cy="0"/>
        </a:xfrm>
      </p:grpSpPr>
      <p:pic>
        <p:nvPicPr>
          <p:cNvPr id="9" name="Imagen 8" descr="Imagen de la pantalla de un video juego&#10;&#10;Descripción generada automáticamente con confianza media">
            <a:extLst>
              <a:ext uri="{FF2B5EF4-FFF2-40B4-BE49-F238E27FC236}">
                <a16:creationId xmlns:a16="http://schemas.microsoft.com/office/drawing/2014/main" id="{F357F9C4-7118-CE02-454A-52BD1C2F3799}"/>
              </a:ext>
            </a:extLst>
          </p:cNvPr>
          <p:cNvPicPr>
            <a:picLocks noChangeAspect="1"/>
          </p:cNvPicPr>
          <p:nvPr/>
        </p:nvPicPr>
        <p:blipFill rotWithShape="1">
          <a:blip r:embed="rId2"/>
          <a:srcRect l="26283" t="-1" r="26846" b="3309"/>
          <a:stretch/>
        </p:blipFill>
        <p:spPr>
          <a:xfrm>
            <a:off x="5012891" y="0"/>
            <a:ext cx="8634855" cy="6858000"/>
          </a:xfrm>
          <a:prstGeom prst="rect">
            <a:avLst/>
          </a:prstGeom>
        </p:spPr>
      </p:pic>
      <p:sp>
        <p:nvSpPr>
          <p:cNvPr id="12" name="Llamada de nube 11">
            <a:extLst>
              <a:ext uri="{FF2B5EF4-FFF2-40B4-BE49-F238E27FC236}">
                <a16:creationId xmlns:a16="http://schemas.microsoft.com/office/drawing/2014/main" id="{3649FC3A-B8F1-56A1-389A-610517DB7081}"/>
              </a:ext>
            </a:extLst>
          </p:cNvPr>
          <p:cNvSpPr/>
          <p:nvPr/>
        </p:nvSpPr>
        <p:spPr>
          <a:xfrm>
            <a:off x="3088371" y="0"/>
            <a:ext cx="3423754" cy="6858000"/>
          </a:xfrm>
          <a:prstGeom prst="cloudCallou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3" name="Imagen 2" descr="Un dibujo de un perro&#10;&#10;Descripción generada automáticamente con confianza media">
            <a:extLst>
              <a:ext uri="{FF2B5EF4-FFF2-40B4-BE49-F238E27FC236}">
                <a16:creationId xmlns:a16="http://schemas.microsoft.com/office/drawing/2014/main" id="{DE904ECA-E176-7904-EDF3-C8261089B051}"/>
              </a:ext>
            </a:extLst>
          </p:cNvPr>
          <p:cNvPicPr>
            <a:picLocks noChangeAspect="1"/>
          </p:cNvPicPr>
          <p:nvPr/>
        </p:nvPicPr>
        <p:blipFill>
          <a:blip r:embed="rId3">
            <a:clrChange>
              <a:clrFrom>
                <a:srgbClr val="FFFFFF"/>
              </a:clrFrom>
              <a:clrTo>
                <a:srgbClr val="FFFFFF">
                  <a:alpha val="0"/>
                </a:srgbClr>
              </a:clrTo>
            </a:clrChange>
          </a:blip>
          <a:stretch>
            <a:fillRect/>
          </a:stretch>
        </p:blipFill>
        <p:spPr>
          <a:xfrm>
            <a:off x="3089" y="2356243"/>
            <a:ext cx="6232014" cy="2782120"/>
          </a:xfrm>
          <a:prstGeom prst="rect">
            <a:avLst/>
          </a:prstGeom>
        </p:spPr>
      </p:pic>
      <p:pic>
        <p:nvPicPr>
          <p:cNvPr id="2" name="Imagen 1" descr="Imagen que contiene Escala de tiempo&#10;&#10;El contenido generado por IA puede ser incorrecto.">
            <a:extLst>
              <a:ext uri="{FF2B5EF4-FFF2-40B4-BE49-F238E27FC236}">
                <a16:creationId xmlns:a16="http://schemas.microsoft.com/office/drawing/2014/main" id="{23B726C8-A2F4-BD93-9FE9-16E01BC1B5B7}"/>
              </a:ext>
            </a:extLst>
          </p:cNvPr>
          <p:cNvPicPr>
            <a:picLocks noChangeAspect="1"/>
          </p:cNvPicPr>
          <p:nvPr/>
        </p:nvPicPr>
        <p:blipFill>
          <a:blip r:embed="rId4"/>
          <a:stretch>
            <a:fillRect/>
          </a:stretch>
        </p:blipFill>
        <p:spPr>
          <a:xfrm>
            <a:off x="169297" y="598240"/>
            <a:ext cx="1541821" cy="1487436"/>
          </a:xfrm>
          <a:prstGeom prst="rect">
            <a:avLst/>
          </a:prstGeom>
        </p:spPr>
      </p:pic>
      <p:grpSp>
        <p:nvGrpSpPr>
          <p:cNvPr id="16" name="Grupo 15">
            <a:extLst>
              <a:ext uri="{FF2B5EF4-FFF2-40B4-BE49-F238E27FC236}">
                <a16:creationId xmlns:a16="http://schemas.microsoft.com/office/drawing/2014/main" id="{5A52D2F1-8545-7267-E7C8-7CEF96F2626A}"/>
              </a:ext>
            </a:extLst>
          </p:cNvPr>
          <p:cNvGrpSpPr/>
          <p:nvPr/>
        </p:nvGrpSpPr>
        <p:grpSpPr>
          <a:xfrm>
            <a:off x="1057" y="-4361"/>
            <a:ext cx="12190282" cy="517822"/>
            <a:chOff x="1057" y="-4361"/>
            <a:chExt cx="12503431" cy="517822"/>
          </a:xfrm>
        </p:grpSpPr>
        <p:sp>
          <p:nvSpPr>
            <p:cNvPr id="11" name="Rectángulo 10">
              <a:extLst>
                <a:ext uri="{FF2B5EF4-FFF2-40B4-BE49-F238E27FC236}">
                  <a16:creationId xmlns:a16="http://schemas.microsoft.com/office/drawing/2014/main" id="{BD68AF7E-4506-00F3-CEB0-807879285CE7}"/>
                </a:ext>
              </a:extLst>
            </p:cNvPr>
            <p:cNvSpPr/>
            <p:nvPr/>
          </p:nvSpPr>
          <p:spPr>
            <a:xfrm>
              <a:off x="6247290" y="-4361"/>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Liturgia Eucarística</a:t>
              </a:r>
              <a:endParaRPr lang="es-ES" sz="2400">
                <a:solidFill>
                  <a:schemeClr val="tx1">
                    <a:lumMod val="49000"/>
                    <a:lumOff val="51000"/>
                  </a:schemeClr>
                </a:solidFill>
                <a:ea typeface="Calibri"/>
                <a:cs typeface="Calibri"/>
              </a:endParaRPr>
            </a:p>
          </p:txBody>
        </p:sp>
        <p:sp>
          <p:nvSpPr>
            <p:cNvPr id="13" name="Rectángulo 12">
              <a:extLst>
                <a:ext uri="{FF2B5EF4-FFF2-40B4-BE49-F238E27FC236}">
                  <a16:creationId xmlns:a16="http://schemas.microsoft.com/office/drawing/2014/main" id="{C4998788-5B97-9154-20F8-0D4A17196D34}"/>
                </a:ext>
              </a:extLst>
            </p:cNvPr>
            <p:cNvSpPr/>
            <p:nvPr/>
          </p:nvSpPr>
          <p:spPr>
            <a:xfrm>
              <a:off x="9372455" y="-4360"/>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Rito de Conclusión</a:t>
              </a:r>
              <a:endParaRPr lang="es-ES">
                <a:solidFill>
                  <a:schemeClr val="tx1">
                    <a:lumMod val="49000"/>
                    <a:lumOff val="51000"/>
                  </a:schemeClr>
                </a:solidFill>
                <a:ea typeface="Calibri"/>
                <a:cs typeface="Calibri"/>
              </a:endParaRPr>
            </a:p>
          </p:txBody>
        </p:sp>
        <p:sp>
          <p:nvSpPr>
            <p:cNvPr id="14" name="Rectángulo 13">
              <a:extLst>
                <a:ext uri="{FF2B5EF4-FFF2-40B4-BE49-F238E27FC236}">
                  <a16:creationId xmlns:a16="http://schemas.microsoft.com/office/drawing/2014/main" id="{6F8D370E-F08C-41AB-BBDB-5BD33E42D4AA}"/>
                </a:ext>
              </a:extLst>
            </p:cNvPr>
            <p:cNvSpPr/>
            <p:nvPr/>
          </p:nvSpPr>
          <p:spPr>
            <a:xfrm>
              <a:off x="1057" y="-4361"/>
              <a:ext cx="3121596" cy="390807"/>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rgbClr val="7F7F7F"/>
                  </a:solidFill>
                  <a:ea typeface="Calibri"/>
                  <a:cs typeface="Calibri"/>
                </a:rPr>
                <a:t>Ritos Iniciales</a:t>
              </a:r>
              <a:endParaRPr lang="es-ES" sz="2400">
                <a:solidFill>
                  <a:srgbClr val="7F7F7F"/>
                </a:solidFill>
                <a:ea typeface="Calibri"/>
                <a:cs typeface="Calibri"/>
              </a:endParaRPr>
            </a:p>
          </p:txBody>
        </p:sp>
        <p:sp>
          <p:nvSpPr>
            <p:cNvPr id="15" name="Rectángulo 14">
              <a:extLst>
                <a:ext uri="{FF2B5EF4-FFF2-40B4-BE49-F238E27FC236}">
                  <a16:creationId xmlns:a16="http://schemas.microsoft.com/office/drawing/2014/main" id="{E7A6DC56-02A5-74D7-948E-93827161D916}"/>
                </a:ext>
              </a:extLst>
            </p:cNvPr>
            <p:cNvSpPr/>
            <p:nvPr/>
          </p:nvSpPr>
          <p:spPr>
            <a:xfrm>
              <a:off x="3122126" y="-4360"/>
              <a:ext cx="3132033" cy="517821"/>
            </a:xfrm>
            <a:prstGeom prst="rect">
              <a:avLst/>
            </a:prstGeom>
            <a:solidFill>
              <a:schemeClr val="accent1"/>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600" b="1">
                  <a:solidFill>
                    <a:srgbClr val="000000"/>
                  </a:solidFill>
                  <a:ea typeface="Calibri"/>
                  <a:cs typeface="Calibri"/>
                </a:rPr>
                <a:t>Liturgia de la Palabra</a:t>
              </a:r>
              <a:endParaRPr lang="es-ES" sz="2600">
                <a:solidFill>
                  <a:srgbClr val="000000"/>
                </a:solidFill>
                <a:ea typeface="Calibri"/>
                <a:cs typeface="Calibri"/>
              </a:endParaRPr>
            </a:p>
          </p:txBody>
        </p:sp>
      </p:grpSp>
    </p:spTree>
    <p:extLst>
      <p:ext uri="{BB962C8B-B14F-4D97-AF65-F5344CB8AC3E}">
        <p14:creationId xmlns:p14="http://schemas.microsoft.com/office/powerpoint/2010/main" val="2970563285"/>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A687EEC9-011A-8182-34ED-1329E67935D8}"/>
            </a:ext>
          </a:extLst>
        </p:cNvPr>
        <p:cNvGrpSpPr/>
        <p:nvPr/>
      </p:nvGrpSpPr>
      <p:grpSpPr>
        <a:xfrm>
          <a:off x="0" y="0"/>
          <a:ext cx="0" cy="0"/>
          <a:chOff x="0" y="0"/>
          <a:chExt cx="0" cy="0"/>
        </a:xfrm>
      </p:grpSpPr>
      <p:grpSp>
        <p:nvGrpSpPr>
          <p:cNvPr id="16" name="Grupo 15">
            <a:extLst>
              <a:ext uri="{FF2B5EF4-FFF2-40B4-BE49-F238E27FC236}">
                <a16:creationId xmlns:a16="http://schemas.microsoft.com/office/drawing/2014/main" id="{5127BB4C-53BA-C4B9-2021-528CC791358E}"/>
              </a:ext>
            </a:extLst>
          </p:cNvPr>
          <p:cNvGrpSpPr/>
          <p:nvPr/>
        </p:nvGrpSpPr>
        <p:grpSpPr>
          <a:xfrm>
            <a:off x="1057" y="-4361"/>
            <a:ext cx="12190282" cy="517822"/>
            <a:chOff x="1057" y="-4361"/>
            <a:chExt cx="12503431" cy="517822"/>
          </a:xfrm>
        </p:grpSpPr>
        <p:sp>
          <p:nvSpPr>
            <p:cNvPr id="11" name="Rectángulo 10">
              <a:extLst>
                <a:ext uri="{FF2B5EF4-FFF2-40B4-BE49-F238E27FC236}">
                  <a16:creationId xmlns:a16="http://schemas.microsoft.com/office/drawing/2014/main" id="{DCFDBAFC-A2AC-559C-5B47-74860B40DBB5}"/>
                </a:ext>
              </a:extLst>
            </p:cNvPr>
            <p:cNvSpPr/>
            <p:nvPr/>
          </p:nvSpPr>
          <p:spPr>
            <a:xfrm>
              <a:off x="6247290" y="-4361"/>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Liturgia Eucarística</a:t>
              </a:r>
              <a:endParaRPr lang="es-ES" sz="2400">
                <a:solidFill>
                  <a:schemeClr val="tx1">
                    <a:lumMod val="49000"/>
                    <a:lumOff val="51000"/>
                  </a:schemeClr>
                </a:solidFill>
                <a:ea typeface="Calibri"/>
                <a:cs typeface="Calibri"/>
              </a:endParaRPr>
            </a:p>
          </p:txBody>
        </p:sp>
        <p:sp>
          <p:nvSpPr>
            <p:cNvPr id="13" name="Rectángulo 12">
              <a:extLst>
                <a:ext uri="{FF2B5EF4-FFF2-40B4-BE49-F238E27FC236}">
                  <a16:creationId xmlns:a16="http://schemas.microsoft.com/office/drawing/2014/main" id="{0D8B464E-E468-B470-9916-037E6802B24F}"/>
                </a:ext>
              </a:extLst>
            </p:cNvPr>
            <p:cNvSpPr/>
            <p:nvPr/>
          </p:nvSpPr>
          <p:spPr>
            <a:xfrm>
              <a:off x="9372455" y="-4360"/>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Rito de Conclusión</a:t>
              </a:r>
              <a:endParaRPr lang="es-ES">
                <a:solidFill>
                  <a:schemeClr val="tx1">
                    <a:lumMod val="49000"/>
                    <a:lumOff val="51000"/>
                  </a:schemeClr>
                </a:solidFill>
                <a:ea typeface="Calibri"/>
                <a:cs typeface="Calibri"/>
              </a:endParaRPr>
            </a:p>
          </p:txBody>
        </p:sp>
        <p:sp>
          <p:nvSpPr>
            <p:cNvPr id="14" name="Rectángulo 13">
              <a:extLst>
                <a:ext uri="{FF2B5EF4-FFF2-40B4-BE49-F238E27FC236}">
                  <a16:creationId xmlns:a16="http://schemas.microsoft.com/office/drawing/2014/main" id="{D80BDE69-73CD-D779-4973-5D459423D5A7}"/>
                </a:ext>
              </a:extLst>
            </p:cNvPr>
            <p:cNvSpPr/>
            <p:nvPr/>
          </p:nvSpPr>
          <p:spPr>
            <a:xfrm>
              <a:off x="1057" y="-4361"/>
              <a:ext cx="3121596" cy="390807"/>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rgbClr val="7F7F7F"/>
                  </a:solidFill>
                  <a:ea typeface="Calibri"/>
                  <a:cs typeface="Calibri"/>
                </a:rPr>
                <a:t>Ritos Iniciales</a:t>
              </a:r>
              <a:endParaRPr lang="es-ES" sz="2400">
                <a:solidFill>
                  <a:srgbClr val="7F7F7F"/>
                </a:solidFill>
                <a:ea typeface="Calibri"/>
                <a:cs typeface="Calibri"/>
              </a:endParaRPr>
            </a:p>
          </p:txBody>
        </p:sp>
        <p:sp>
          <p:nvSpPr>
            <p:cNvPr id="15" name="Rectángulo 14">
              <a:extLst>
                <a:ext uri="{FF2B5EF4-FFF2-40B4-BE49-F238E27FC236}">
                  <a16:creationId xmlns:a16="http://schemas.microsoft.com/office/drawing/2014/main" id="{C44DD761-CE71-8B34-3962-13DA7465E9D7}"/>
                </a:ext>
              </a:extLst>
            </p:cNvPr>
            <p:cNvSpPr/>
            <p:nvPr/>
          </p:nvSpPr>
          <p:spPr>
            <a:xfrm>
              <a:off x="3122126" y="-4360"/>
              <a:ext cx="3132033" cy="517821"/>
            </a:xfrm>
            <a:prstGeom prst="rect">
              <a:avLst/>
            </a:prstGeom>
            <a:solidFill>
              <a:schemeClr val="accent1"/>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600" b="1">
                  <a:solidFill>
                    <a:srgbClr val="000000"/>
                  </a:solidFill>
                  <a:ea typeface="Calibri"/>
                  <a:cs typeface="Calibri"/>
                </a:rPr>
                <a:t>Liturgia de la Palabra</a:t>
              </a:r>
              <a:endParaRPr lang="es-ES" sz="2600">
                <a:solidFill>
                  <a:srgbClr val="000000"/>
                </a:solidFill>
                <a:ea typeface="Calibri"/>
                <a:cs typeface="Calibri"/>
              </a:endParaRPr>
            </a:p>
          </p:txBody>
        </p:sp>
      </p:grpSp>
      <p:sp>
        <p:nvSpPr>
          <p:cNvPr id="5" name="Google Shape;498;p13">
            <a:extLst>
              <a:ext uri="{FF2B5EF4-FFF2-40B4-BE49-F238E27FC236}">
                <a16:creationId xmlns:a16="http://schemas.microsoft.com/office/drawing/2014/main" id="{85D39D35-2114-DE06-9193-59F48EC204A7}"/>
              </a:ext>
            </a:extLst>
          </p:cNvPr>
          <p:cNvSpPr txBox="1"/>
          <p:nvPr/>
        </p:nvSpPr>
        <p:spPr>
          <a:xfrm>
            <a:off x="566414" y="711588"/>
            <a:ext cx="11051498" cy="5946623"/>
          </a:xfrm>
          <a:prstGeom prst="rect">
            <a:avLst/>
          </a:prstGeom>
        </p:spPr>
        <p:txBody>
          <a:bodyPr vert="horz" lIns="91440" tIns="45720" rIns="91440" bIns="45720" numCol="2" rtlCol="0" anchor="t">
            <a:noAutofit/>
          </a:bodyPr>
          <a:lstStyle/>
          <a:p>
            <a:pPr marL="228600" indent="-228600" defTabSz="914400">
              <a:lnSpc>
                <a:spcPct val="90000"/>
              </a:lnSpc>
              <a:spcBef>
                <a:spcPts val="1000"/>
              </a:spcBef>
            </a:pPr>
            <a:r>
              <a:rPr lang="es-ES" sz="2800" b="1">
                <a:sym typeface="Calibri"/>
              </a:rPr>
              <a:t>Peticiones</a:t>
            </a:r>
          </a:p>
          <a:p>
            <a:pPr marL="228600" indent="-228600" defTabSz="914400">
              <a:lnSpc>
                <a:spcPct val="90000"/>
              </a:lnSpc>
              <a:spcBef>
                <a:spcPts val="1000"/>
              </a:spcBef>
              <a:buFont typeface="Arial"/>
              <a:buChar char="•"/>
            </a:pPr>
            <a:r>
              <a:rPr lang="es-ES" sz="2000" b="1">
                <a:sym typeface="Calibri"/>
              </a:rPr>
              <a:t>Te pedimos Padre, por la Iglesia, para que, siguiendo el ejemplo de San José de Calasanz, nunca se canse de acompañar, educar y cuidar a los más pequeños y necesitados. Te lo pedimos Padre.</a:t>
            </a:r>
            <a:endParaRPr sz="2000" b="1">
              <a:ea typeface="Calibri" panose="020F0502020204030204"/>
              <a:cs typeface="Calibri" panose="020F0502020204030204"/>
            </a:endParaRPr>
          </a:p>
          <a:p>
            <a:pPr marL="228600" indent="-228600" defTabSz="914400">
              <a:lnSpc>
                <a:spcPct val="90000"/>
              </a:lnSpc>
              <a:spcBef>
                <a:spcPts val="1000"/>
              </a:spcBef>
              <a:buFont typeface="Arial"/>
              <a:buChar char="•"/>
            </a:pPr>
            <a:r>
              <a:rPr lang="es-ES" sz="2000" b="1">
                <a:sym typeface="Calibri"/>
              </a:rPr>
              <a:t>Te pedimos Padre, por nuestra comunidad educativa y familiar, para que vivamos con paciencia, respeto y alegría el servicio a los demás, especialmente a quienes más apoyo necesitan. Te lo pedimos Padre.</a:t>
            </a:r>
            <a:endParaRPr sz="2000" b="1">
              <a:ea typeface="Calibri" panose="020F0502020204030204"/>
              <a:cs typeface="Calibri" panose="020F0502020204030204"/>
            </a:endParaRPr>
          </a:p>
          <a:p>
            <a:pPr marL="228600" indent="-228600" defTabSz="914400">
              <a:lnSpc>
                <a:spcPct val="90000"/>
              </a:lnSpc>
              <a:spcBef>
                <a:spcPts val="1000"/>
              </a:spcBef>
              <a:buFont typeface="Arial"/>
              <a:buChar char="•"/>
            </a:pPr>
            <a:r>
              <a:rPr lang="es-ES" sz="2000" b="1"/>
              <a:t>Te pedimos Padre</a:t>
            </a:r>
            <a:r>
              <a:rPr lang="es-ES" sz="2000" b="1">
                <a:sym typeface="Calibri"/>
              </a:rPr>
              <a:t>, Por todos nosotros, para que, animados por el ejemplo de San José de Calasanz, vivamos con más fe, humildad y entrega nuestro día a día, y sepamos ser luz y apoyo para quienes nos rodean. Roguemos al Señor.</a:t>
            </a:r>
            <a:endParaRPr lang="es-ES" sz="2000" b="1">
              <a:ea typeface="Calibri"/>
              <a:cs typeface="Calibri"/>
            </a:endParaRPr>
          </a:p>
          <a:p>
            <a:pPr marL="228600" indent="-228600" defTabSz="914400">
              <a:lnSpc>
                <a:spcPct val="90000"/>
              </a:lnSpc>
              <a:spcBef>
                <a:spcPts val="1000"/>
              </a:spcBef>
            </a:pPr>
            <a:endParaRPr lang="es-ES" sz="2000" b="1">
              <a:ea typeface="Calibri"/>
              <a:cs typeface="Calibri"/>
            </a:endParaRPr>
          </a:p>
        </p:txBody>
      </p:sp>
      <p:pic>
        <p:nvPicPr>
          <p:cNvPr id="7" name="Imagen 6" descr="Imagen que contiene Interfaz de usuario gráfica&#10;&#10;El contenido generado por IA puede ser incorrecto.">
            <a:extLst>
              <a:ext uri="{FF2B5EF4-FFF2-40B4-BE49-F238E27FC236}">
                <a16:creationId xmlns:a16="http://schemas.microsoft.com/office/drawing/2014/main" id="{EF9BC2B8-9229-169F-EDAF-88208EBB03A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687595" y="1064356"/>
            <a:ext cx="4597554" cy="5070859"/>
          </a:xfrm>
          <a:prstGeom prst="rect">
            <a:avLst/>
          </a:prstGeom>
        </p:spPr>
      </p:pic>
    </p:spTree>
    <p:extLst>
      <p:ext uri="{BB962C8B-B14F-4D97-AF65-F5344CB8AC3E}">
        <p14:creationId xmlns:p14="http://schemas.microsoft.com/office/powerpoint/2010/main" val="37242030"/>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8BC24F25-675A-5C05-DD2B-E0E1297CBC37}"/>
            </a:ext>
          </a:extLst>
        </p:cNvPr>
        <p:cNvGrpSpPr/>
        <p:nvPr/>
      </p:nvGrpSpPr>
      <p:grpSpPr>
        <a:xfrm>
          <a:off x="0" y="0"/>
          <a:ext cx="0" cy="0"/>
          <a:chOff x="0" y="0"/>
          <a:chExt cx="0" cy="0"/>
        </a:xfrm>
      </p:grpSpPr>
      <p:pic>
        <p:nvPicPr>
          <p:cNvPr id="9" name="Imagen 8" descr="Imagen de la pantalla de un video juego&#10;&#10;Descripción generada automáticamente con confianza media">
            <a:extLst>
              <a:ext uri="{FF2B5EF4-FFF2-40B4-BE49-F238E27FC236}">
                <a16:creationId xmlns:a16="http://schemas.microsoft.com/office/drawing/2014/main" id="{9845345D-8E46-2FED-1032-6354AD9E52A2}"/>
              </a:ext>
            </a:extLst>
          </p:cNvPr>
          <p:cNvPicPr>
            <a:picLocks noChangeAspect="1"/>
          </p:cNvPicPr>
          <p:nvPr/>
        </p:nvPicPr>
        <p:blipFill rotWithShape="1">
          <a:blip r:embed="rId2"/>
          <a:srcRect l="26283" t="-1" r="26846" b="3309"/>
          <a:stretch/>
        </p:blipFill>
        <p:spPr>
          <a:xfrm>
            <a:off x="5012891" y="0"/>
            <a:ext cx="8634855" cy="6858000"/>
          </a:xfrm>
          <a:prstGeom prst="rect">
            <a:avLst/>
          </a:prstGeom>
        </p:spPr>
      </p:pic>
      <p:sp>
        <p:nvSpPr>
          <p:cNvPr id="12" name="Llamada de nube 11">
            <a:extLst>
              <a:ext uri="{FF2B5EF4-FFF2-40B4-BE49-F238E27FC236}">
                <a16:creationId xmlns:a16="http://schemas.microsoft.com/office/drawing/2014/main" id="{08BDF913-2E02-4F4B-1D79-94F8F3BCB5DF}"/>
              </a:ext>
            </a:extLst>
          </p:cNvPr>
          <p:cNvSpPr/>
          <p:nvPr/>
        </p:nvSpPr>
        <p:spPr>
          <a:xfrm>
            <a:off x="3088371" y="0"/>
            <a:ext cx="3423754" cy="6858000"/>
          </a:xfrm>
          <a:prstGeom prst="cloudCallou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3" name="Imagen 2" descr="Un dibujo de un perro&#10;&#10;Descripción generada automáticamente con confianza media">
            <a:extLst>
              <a:ext uri="{FF2B5EF4-FFF2-40B4-BE49-F238E27FC236}">
                <a16:creationId xmlns:a16="http://schemas.microsoft.com/office/drawing/2014/main" id="{A62911CE-66DF-0AA5-B513-779447029CE3}"/>
              </a:ext>
            </a:extLst>
          </p:cNvPr>
          <p:cNvPicPr>
            <a:picLocks noChangeAspect="1"/>
          </p:cNvPicPr>
          <p:nvPr/>
        </p:nvPicPr>
        <p:blipFill>
          <a:blip r:embed="rId3">
            <a:clrChange>
              <a:clrFrom>
                <a:srgbClr val="FFFFFF"/>
              </a:clrFrom>
              <a:clrTo>
                <a:srgbClr val="FFFFFF">
                  <a:alpha val="0"/>
                </a:srgbClr>
              </a:clrTo>
            </a:clrChange>
          </a:blip>
          <a:stretch>
            <a:fillRect/>
          </a:stretch>
        </p:blipFill>
        <p:spPr>
          <a:xfrm>
            <a:off x="3089" y="2356243"/>
            <a:ext cx="6232014" cy="2782120"/>
          </a:xfrm>
          <a:prstGeom prst="rect">
            <a:avLst/>
          </a:prstGeom>
        </p:spPr>
      </p:pic>
      <p:pic>
        <p:nvPicPr>
          <p:cNvPr id="2" name="Imagen 1" descr="Imagen que contiene Escala de tiempo&#10;&#10;El contenido generado por IA puede ser incorrecto.">
            <a:extLst>
              <a:ext uri="{FF2B5EF4-FFF2-40B4-BE49-F238E27FC236}">
                <a16:creationId xmlns:a16="http://schemas.microsoft.com/office/drawing/2014/main" id="{9651D2F3-17F8-1A85-6341-A48088871913}"/>
              </a:ext>
            </a:extLst>
          </p:cNvPr>
          <p:cNvPicPr>
            <a:picLocks noChangeAspect="1"/>
          </p:cNvPicPr>
          <p:nvPr/>
        </p:nvPicPr>
        <p:blipFill>
          <a:blip r:embed="rId4"/>
          <a:stretch>
            <a:fillRect/>
          </a:stretch>
        </p:blipFill>
        <p:spPr>
          <a:xfrm>
            <a:off x="169297" y="598240"/>
            <a:ext cx="1541821" cy="1487436"/>
          </a:xfrm>
          <a:prstGeom prst="rect">
            <a:avLst/>
          </a:prstGeom>
        </p:spPr>
      </p:pic>
      <p:grpSp>
        <p:nvGrpSpPr>
          <p:cNvPr id="16" name="Grupo 15">
            <a:extLst>
              <a:ext uri="{FF2B5EF4-FFF2-40B4-BE49-F238E27FC236}">
                <a16:creationId xmlns:a16="http://schemas.microsoft.com/office/drawing/2014/main" id="{3F28F1F4-5DCA-ADA1-2CC8-F982DD74C69B}"/>
              </a:ext>
            </a:extLst>
          </p:cNvPr>
          <p:cNvGrpSpPr/>
          <p:nvPr/>
        </p:nvGrpSpPr>
        <p:grpSpPr>
          <a:xfrm>
            <a:off x="1057" y="-4361"/>
            <a:ext cx="12190282" cy="517822"/>
            <a:chOff x="1057" y="-4361"/>
            <a:chExt cx="12503431" cy="517822"/>
          </a:xfrm>
        </p:grpSpPr>
        <p:sp>
          <p:nvSpPr>
            <p:cNvPr id="11" name="Rectángulo 10">
              <a:extLst>
                <a:ext uri="{FF2B5EF4-FFF2-40B4-BE49-F238E27FC236}">
                  <a16:creationId xmlns:a16="http://schemas.microsoft.com/office/drawing/2014/main" id="{BA84E102-FCF9-DA3D-0AB5-14C7B963DAE1}"/>
                </a:ext>
              </a:extLst>
            </p:cNvPr>
            <p:cNvSpPr/>
            <p:nvPr/>
          </p:nvSpPr>
          <p:spPr>
            <a:xfrm>
              <a:off x="6247290" y="-4361"/>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Liturgia Eucarística</a:t>
              </a:r>
              <a:endParaRPr lang="es-ES" sz="2400">
                <a:solidFill>
                  <a:schemeClr val="tx1">
                    <a:lumMod val="49000"/>
                    <a:lumOff val="51000"/>
                  </a:schemeClr>
                </a:solidFill>
                <a:ea typeface="Calibri"/>
                <a:cs typeface="Calibri"/>
              </a:endParaRPr>
            </a:p>
          </p:txBody>
        </p:sp>
        <p:sp>
          <p:nvSpPr>
            <p:cNvPr id="13" name="Rectángulo 12">
              <a:extLst>
                <a:ext uri="{FF2B5EF4-FFF2-40B4-BE49-F238E27FC236}">
                  <a16:creationId xmlns:a16="http://schemas.microsoft.com/office/drawing/2014/main" id="{87781BAA-ED44-CDFA-E480-F5D15D989425}"/>
                </a:ext>
              </a:extLst>
            </p:cNvPr>
            <p:cNvSpPr/>
            <p:nvPr/>
          </p:nvSpPr>
          <p:spPr>
            <a:xfrm>
              <a:off x="9372455" y="-4360"/>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Rito de Conclusión</a:t>
              </a:r>
              <a:endParaRPr lang="es-ES">
                <a:solidFill>
                  <a:schemeClr val="tx1">
                    <a:lumMod val="49000"/>
                    <a:lumOff val="51000"/>
                  </a:schemeClr>
                </a:solidFill>
                <a:ea typeface="Calibri"/>
                <a:cs typeface="Calibri"/>
              </a:endParaRPr>
            </a:p>
          </p:txBody>
        </p:sp>
        <p:sp>
          <p:nvSpPr>
            <p:cNvPr id="14" name="Rectángulo 13">
              <a:extLst>
                <a:ext uri="{FF2B5EF4-FFF2-40B4-BE49-F238E27FC236}">
                  <a16:creationId xmlns:a16="http://schemas.microsoft.com/office/drawing/2014/main" id="{94FBD921-FA47-D06F-96C7-5D694900E257}"/>
                </a:ext>
              </a:extLst>
            </p:cNvPr>
            <p:cNvSpPr/>
            <p:nvPr/>
          </p:nvSpPr>
          <p:spPr>
            <a:xfrm>
              <a:off x="1057" y="-4361"/>
              <a:ext cx="3121596" cy="390807"/>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rgbClr val="7F7F7F"/>
                  </a:solidFill>
                  <a:ea typeface="Calibri"/>
                  <a:cs typeface="Calibri"/>
                </a:rPr>
                <a:t>Ritos Iniciales</a:t>
              </a:r>
              <a:endParaRPr lang="es-ES" sz="2400">
                <a:solidFill>
                  <a:srgbClr val="7F7F7F"/>
                </a:solidFill>
                <a:ea typeface="Calibri"/>
                <a:cs typeface="Calibri"/>
              </a:endParaRPr>
            </a:p>
          </p:txBody>
        </p:sp>
        <p:sp>
          <p:nvSpPr>
            <p:cNvPr id="15" name="Rectángulo 14">
              <a:extLst>
                <a:ext uri="{FF2B5EF4-FFF2-40B4-BE49-F238E27FC236}">
                  <a16:creationId xmlns:a16="http://schemas.microsoft.com/office/drawing/2014/main" id="{98422AEC-5F33-887F-7938-022EB1CE5139}"/>
                </a:ext>
              </a:extLst>
            </p:cNvPr>
            <p:cNvSpPr/>
            <p:nvPr/>
          </p:nvSpPr>
          <p:spPr>
            <a:xfrm>
              <a:off x="3122126" y="-4360"/>
              <a:ext cx="3132033" cy="517821"/>
            </a:xfrm>
            <a:prstGeom prst="rect">
              <a:avLst/>
            </a:prstGeom>
            <a:solidFill>
              <a:schemeClr val="accent1"/>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600" b="1">
                  <a:solidFill>
                    <a:srgbClr val="000000"/>
                  </a:solidFill>
                  <a:ea typeface="Calibri"/>
                  <a:cs typeface="Calibri"/>
                </a:rPr>
                <a:t>Liturgia de la Palabra</a:t>
              </a:r>
              <a:endParaRPr lang="es-ES" sz="2600">
                <a:solidFill>
                  <a:srgbClr val="000000"/>
                </a:solidFill>
                <a:ea typeface="Calibri"/>
                <a:cs typeface="Calibri"/>
              </a:endParaRPr>
            </a:p>
          </p:txBody>
        </p:sp>
      </p:grpSp>
    </p:spTree>
    <p:extLst>
      <p:ext uri="{BB962C8B-B14F-4D97-AF65-F5344CB8AC3E}">
        <p14:creationId xmlns:p14="http://schemas.microsoft.com/office/powerpoint/2010/main" val="1489285129"/>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2CC3DEA-85EB-4715-A053-25856DB216FA}"/>
              </a:ext>
            </a:extLst>
          </p:cNvPr>
          <p:cNvSpPr>
            <a:spLocks noGrp="1"/>
          </p:cNvSpPr>
          <p:nvPr>
            <p:ph type="title" idx="4294967295"/>
          </p:nvPr>
        </p:nvSpPr>
        <p:spPr>
          <a:xfrm>
            <a:off x="1093424" y="744308"/>
            <a:ext cx="7848600" cy="755650"/>
          </a:xfrm>
        </p:spPr>
        <p:txBody>
          <a:bodyPr>
            <a:normAutofit/>
          </a:bodyPr>
          <a:lstStyle/>
          <a:p>
            <a:r>
              <a:rPr lang="es-ES"/>
              <a:t>NO OS PREOCUPEIS</a:t>
            </a:r>
          </a:p>
        </p:txBody>
      </p:sp>
      <p:sp>
        <p:nvSpPr>
          <p:cNvPr id="3" name="Marcador de contenido 2">
            <a:extLst>
              <a:ext uri="{FF2B5EF4-FFF2-40B4-BE49-F238E27FC236}">
                <a16:creationId xmlns:a16="http://schemas.microsoft.com/office/drawing/2014/main" id="{AFD5076D-4329-4739-8E1B-A2FD55CE26DC}"/>
              </a:ext>
            </a:extLst>
          </p:cNvPr>
          <p:cNvSpPr>
            <a:spLocks noGrp="1"/>
          </p:cNvSpPr>
          <p:nvPr>
            <p:ph sz="half" idx="4294967295"/>
          </p:nvPr>
        </p:nvSpPr>
        <p:spPr>
          <a:xfrm>
            <a:off x="1638304" y="1119187"/>
            <a:ext cx="6362700" cy="5738813"/>
          </a:xfrm>
        </p:spPr>
        <p:txBody>
          <a:bodyPr>
            <a:normAutofit/>
          </a:bodyPr>
          <a:lstStyle/>
          <a:p>
            <a:pPr marL="0" indent="0">
              <a:buNone/>
            </a:pPr>
            <a:endParaRPr lang="es-ES"/>
          </a:p>
          <a:p>
            <a:pPr marL="0" indent="0">
              <a:buNone/>
            </a:pPr>
            <a:r>
              <a:rPr lang="es-ES" sz="3600"/>
              <a:t>No os preocupéis</a:t>
            </a:r>
          </a:p>
          <a:p>
            <a:pPr marL="0" indent="0">
              <a:buNone/>
            </a:pPr>
            <a:r>
              <a:rPr lang="es-ES" sz="3600"/>
              <a:t>Por el mañana</a:t>
            </a:r>
          </a:p>
          <a:p>
            <a:pPr marL="0" indent="0">
              <a:buNone/>
            </a:pPr>
            <a:r>
              <a:rPr lang="es-ES" sz="3600"/>
              <a:t>Que comeréis, que vestido usaréis.</a:t>
            </a:r>
          </a:p>
          <a:p>
            <a:pPr marL="0" indent="0">
              <a:buNone/>
            </a:pPr>
            <a:r>
              <a:rPr lang="es-ES" sz="3600"/>
              <a:t>Ante todo, buscad y desead</a:t>
            </a:r>
          </a:p>
          <a:p>
            <a:pPr marL="0" indent="0">
              <a:buNone/>
            </a:pPr>
            <a:r>
              <a:rPr lang="es-ES" sz="3600"/>
              <a:t>El Reino de Dios</a:t>
            </a:r>
          </a:p>
          <a:p>
            <a:pPr marL="0" indent="0">
              <a:buNone/>
            </a:pPr>
            <a:r>
              <a:rPr lang="es-ES" sz="3600"/>
              <a:t>Su justicia y santidad.</a:t>
            </a:r>
          </a:p>
          <a:p>
            <a:pPr marL="0" indent="0">
              <a:buNone/>
            </a:pPr>
            <a:endParaRPr lang="es-ES" sz="2400"/>
          </a:p>
        </p:txBody>
      </p:sp>
      <p:pic>
        <p:nvPicPr>
          <p:cNvPr id="8" name="Imagen 7">
            <a:extLst>
              <a:ext uri="{FF2B5EF4-FFF2-40B4-BE49-F238E27FC236}">
                <a16:creationId xmlns:a16="http://schemas.microsoft.com/office/drawing/2014/main" id="{0770C05B-CFA4-4E06-A495-4463381AAAE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352706" y="1826227"/>
            <a:ext cx="3440443" cy="3744416"/>
          </a:xfrm>
          <a:prstGeom prst="rect">
            <a:avLst/>
          </a:prstGeom>
        </p:spPr>
      </p:pic>
      <p:grpSp>
        <p:nvGrpSpPr>
          <p:cNvPr id="10" name="Grupo 9">
            <a:extLst>
              <a:ext uri="{FF2B5EF4-FFF2-40B4-BE49-F238E27FC236}">
                <a16:creationId xmlns:a16="http://schemas.microsoft.com/office/drawing/2014/main" id="{01553EB9-1674-E5E3-5220-DEA30DD49146}"/>
              </a:ext>
            </a:extLst>
          </p:cNvPr>
          <p:cNvGrpSpPr/>
          <p:nvPr/>
        </p:nvGrpSpPr>
        <p:grpSpPr>
          <a:xfrm>
            <a:off x="1057" y="-4361"/>
            <a:ext cx="12190282" cy="517821"/>
            <a:chOff x="1057" y="-4361"/>
            <a:chExt cx="12503431" cy="517821"/>
          </a:xfrm>
        </p:grpSpPr>
        <p:sp>
          <p:nvSpPr>
            <p:cNvPr id="5" name="Rectángulo 4">
              <a:extLst>
                <a:ext uri="{FF2B5EF4-FFF2-40B4-BE49-F238E27FC236}">
                  <a16:creationId xmlns:a16="http://schemas.microsoft.com/office/drawing/2014/main" id="{20A594ED-AFC5-B1CF-BB1A-0A19C656AC68}"/>
                </a:ext>
              </a:extLst>
            </p:cNvPr>
            <p:cNvSpPr/>
            <p:nvPr/>
          </p:nvSpPr>
          <p:spPr>
            <a:xfrm>
              <a:off x="9372455" y="-4360"/>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Rito de Conclusión</a:t>
              </a:r>
              <a:endParaRPr lang="es-ES">
                <a:solidFill>
                  <a:schemeClr val="tx1">
                    <a:lumMod val="49000"/>
                    <a:lumOff val="51000"/>
                  </a:schemeClr>
                </a:solidFill>
                <a:ea typeface="Calibri"/>
                <a:cs typeface="Calibri"/>
              </a:endParaRPr>
            </a:p>
          </p:txBody>
        </p:sp>
        <p:sp>
          <p:nvSpPr>
            <p:cNvPr id="6" name="Rectángulo 5">
              <a:extLst>
                <a:ext uri="{FF2B5EF4-FFF2-40B4-BE49-F238E27FC236}">
                  <a16:creationId xmlns:a16="http://schemas.microsoft.com/office/drawing/2014/main" id="{2A17B80A-D99E-C805-8723-B6375FDDCD5D}"/>
                </a:ext>
              </a:extLst>
            </p:cNvPr>
            <p:cNvSpPr/>
            <p:nvPr/>
          </p:nvSpPr>
          <p:spPr>
            <a:xfrm>
              <a:off x="1057" y="-4361"/>
              <a:ext cx="3121596" cy="390807"/>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rgbClr val="7F7F7F"/>
                  </a:solidFill>
                  <a:ea typeface="Calibri"/>
                  <a:cs typeface="Calibri"/>
                </a:rPr>
                <a:t>Ritos Iniciales</a:t>
              </a:r>
              <a:endParaRPr lang="es-ES" sz="2400">
                <a:solidFill>
                  <a:srgbClr val="7F7F7F"/>
                </a:solidFill>
                <a:ea typeface="Calibri"/>
                <a:cs typeface="Calibri"/>
              </a:endParaRPr>
            </a:p>
          </p:txBody>
        </p:sp>
        <p:sp>
          <p:nvSpPr>
            <p:cNvPr id="7" name="Rectángulo 6">
              <a:extLst>
                <a:ext uri="{FF2B5EF4-FFF2-40B4-BE49-F238E27FC236}">
                  <a16:creationId xmlns:a16="http://schemas.microsoft.com/office/drawing/2014/main" id="{A5E5DFB7-A8FC-3509-F8AF-1D87DDB68FFC}"/>
                </a:ext>
              </a:extLst>
            </p:cNvPr>
            <p:cNvSpPr/>
            <p:nvPr/>
          </p:nvSpPr>
          <p:spPr>
            <a:xfrm>
              <a:off x="3122126" y="-4360"/>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rgbClr val="7F7F7F"/>
                  </a:solidFill>
                  <a:ea typeface="Calibri"/>
                  <a:cs typeface="Calibri"/>
                </a:rPr>
                <a:t>Liturgia de la Palabra</a:t>
              </a:r>
              <a:endParaRPr lang="es-ES" sz="2400">
                <a:solidFill>
                  <a:srgbClr val="7F7F7F"/>
                </a:solidFill>
                <a:ea typeface="Calibri"/>
                <a:cs typeface="Calibri"/>
              </a:endParaRPr>
            </a:p>
          </p:txBody>
        </p:sp>
        <p:sp>
          <p:nvSpPr>
            <p:cNvPr id="9" name="Rectángulo 8">
              <a:extLst>
                <a:ext uri="{FF2B5EF4-FFF2-40B4-BE49-F238E27FC236}">
                  <a16:creationId xmlns:a16="http://schemas.microsoft.com/office/drawing/2014/main" id="{64813FD3-BCB7-A265-55E1-660309D9828A}"/>
                </a:ext>
              </a:extLst>
            </p:cNvPr>
            <p:cNvSpPr/>
            <p:nvPr/>
          </p:nvSpPr>
          <p:spPr>
            <a:xfrm>
              <a:off x="6247290" y="-4361"/>
              <a:ext cx="3132033" cy="517821"/>
            </a:xfrm>
            <a:prstGeom prst="rect">
              <a:avLst/>
            </a:prstGeom>
            <a:solidFill>
              <a:schemeClr val="accent1"/>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800" b="1">
                  <a:solidFill>
                    <a:srgbClr val="000000"/>
                  </a:solidFill>
                  <a:ea typeface="Calibri"/>
                  <a:cs typeface="Calibri"/>
                </a:rPr>
                <a:t>Liturgia Eucarística</a:t>
              </a:r>
              <a:endParaRPr lang="es-ES" sz="2800">
                <a:solidFill>
                  <a:srgbClr val="000000"/>
                </a:solidFill>
                <a:ea typeface="Calibri"/>
                <a:cs typeface="Calibri"/>
              </a:endParaRPr>
            </a:p>
          </p:txBody>
        </p:sp>
      </p:grpSp>
    </p:spTree>
    <p:extLst>
      <p:ext uri="{BB962C8B-B14F-4D97-AF65-F5344CB8AC3E}">
        <p14:creationId xmlns:p14="http://schemas.microsoft.com/office/powerpoint/2010/main" val="3164597587"/>
      </p:ext>
    </p:extLst>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sld>
</file>

<file path=ppt/slides/slide53.xml><?xml version="1.0" encoding="utf-8"?>
<p:sld xmlns:a="http://schemas.openxmlformats.org/drawingml/2006/main" xmlns:r="http://schemas.openxmlformats.org/officeDocument/2006/relationships" xmlns:p="http://schemas.openxmlformats.org/presentationml/2006/main" show="0">
  <p:cSld>
    <p:bg>
      <p:bgPr>
        <a:solidFill>
          <a:schemeClr val="bg1"/>
        </a:solidFill>
        <a:effectLst/>
      </p:bgPr>
    </p:bg>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EEFB80F-A5E3-F74B-8FFC-99E73EFFB86F}"/>
              </a:ext>
            </a:extLst>
          </p:cNvPr>
          <p:cNvSpPr>
            <a:spLocks noGrp="1"/>
          </p:cNvSpPr>
          <p:nvPr>
            <p:ph type="title"/>
          </p:nvPr>
        </p:nvSpPr>
        <p:spPr>
          <a:xfrm>
            <a:off x="762000" y="1138036"/>
            <a:ext cx="4085665" cy="1402470"/>
          </a:xfrm>
        </p:spPr>
        <p:txBody>
          <a:bodyPr anchor="t">
            <a:normAutofit/>
          </a:bodyPr>
          <a:lstStyle/>
          <a:p>
            <a:r>
              <a:rPr lang="es-ES" sz="4800">
                <a:latin typeface="Bradley Hand" pitchFamily="2" charset="77"/>
              </a:rPr>
              <a:t>Ofertorio</a:t>
            </a:r>
          </a:p>
        </p:txBody>
      </p:sp>
      <p:cxnSp>
        <p:nvCxnSpPr>
          <p:cNvPr id="2055" name="Straight Connector 2054">
            <a:extLst>
              <a:ext uri="{FF2B5EF4-FFF2-40B4-BE49-F238E27FC236}">
                <a16:creationId xmlns:a16="http://schemas.microsoft.com/office/drawing/2014/main" id="{1503BFE4-729B-D9D0-C17B-501E6AF1127A}"/>
              </a:ext>
              <a:ext uri="{C183D7F6-B498-43B3-948B-1728B52AA6E4}">
                <adec:decorative xmlns:adec="http://schemas.microsoft.com/office/drawing/2017/decorative"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865140" y="871146"/>
            <a:ext cx="736939" cy="0"/>
          </a:xfrm>
          <a:prstGeom prst="line">
            <a:avLst/>
          </a:prstGeom>
          <a:ln w="57150">
            <a:solidFill>
              <a:schemeClr val="accent4"/>
            </a:solidFill>
          </a:ln>
        </p:spPr>
        <p:style>
          <a:lnRef idx="1">
            <a:schemeClr val="accent1"/>
          </a:lnRef>
          <a:fillRef idx="0">
            <a:schemeClr val="accent1"/>
          </a:fillRef>
          <a:effectRef idx="0">
            <a:schemeClr val="accent1"/>
          </a:effectRef>
          <a:fontRef idx="minor">
            <a:schemeClr val="tx1"/>
          </a:fontRef>
        </p:style>
      </p:cxnSp>
      <p:sp>
        <p:nvSpPr>
          <p:cNvPr id="3" name="Marcador de contenido 2">
            <a:extLst>
              <a:ext uri="{FF2B5EF4-FFF2-40B4-BE49-F238E27FC236}">
                <a16:creationId xmlns:a16="http://schemas.microsoft.com/office/drawing/2014/main" id="{4EA5CDE1-21D1-6040-A2EA-3212012934AB}"/>
              </a:ext>
            </a:extLst>
          </p:cNvPr>
          <p:cNvSpPr>
            <a:spLocks noGrp="1"/>
          </p:cNvSpPr>
          <p:nvPr>
            <p:ph idx="1"/>
          </p:nvPr>
        </p:nvSpPr>
        <p:spPr>
          <a:xfrm>
            <a:off x="234176" y="2085278"/>
            <a:ext cx="5285678" cy="4057105"/>
          </a:xfrm>
        </p:spPr>
        <p:txBody>
          <a:bodyPr lIns="90000" numCol="1">
            <a:normAutofit/>
          </a:bodyPr>
          <a:lstStyle/>
          <a:p>
            <a:pPr marL="0" indent="0">
              <a:lnSpc>
                <a:spcPct val="200000"/>
              </a:lnSpc>
              <a:spcBef>
                <a:spcPts val="0"/>
              </a:spcBef>
              <a:buNone/>
            </a:pPr>
            <a:r>
              <a:rPr lang="es-ES_tradnl" sz="2400">
                <a:effectLst/>
                <a:latin typeface="ArialMT"/>
                <a:cs typeface="Calibri" panose="020F0502020204030204" pitchFamily="34" charset="0"/>
              </a:rPr>
              <a:t>Y</a:t>
            </a:r>
            <a:r>
              <a:rPr lang="es-ES" sz="2400">
                <a:effectLst/>
                <a:latin typeface="ArialMT"/>
              </a:rPr>
              <a:t>o digo Dios y quiero decir te amo </a:t>
            </a:r>
            <a:endParaRPr lang="es-ES" sz="2400"/>
          </a:p>
          <a:p>
            <a:pPr marL="0" indent="0">
              <a:lnSpc>
                <a:spcPct val="200000"/>
              </a:lnSpc>
              <a:spcBef>
                <a:spcPts val="0"/>
              </a:spcBef>
              <a:buNone/>
            </a:pPr>
            <a:r>
              <a:rPr lang="es-ES" sz="2400">
                <a:effectLst/>
                <a:latin typeface="ArialMT"/>
              </a:rPr>
              <a:t>Quiero decir Tú, Tú que me ardes,  </a:t>
            </a:r>
            <a:endParaRPr lang="es-ES" sz="2400"/>
          </a:p>
          <a:p>
            <a:pPr marL="0" indent="0">
              <a:lnSpc>
                <a:spcPct val="200000"/>
              </a:lnSpc>
              <a:spcBef>
                <a:spcPts val="0"/>
              </a:spcBef>
              <a:buNone/>
            </a:pPr>
            <a:r>
              <a:rPr lang="es-ES" sz="2400">
                <a:effectLst/>
                <a:latin typeface="ArialMT"/>
              </a:rPr>
              <a:t>Quiero decir Tú, Tú que me vives.</a:t>
            </a:r>
            <a:br>
              <a:rPr lang="es-ES" sz="2400">
                <a:effectLst/>
                <a:latin typeface="ArialMT"/>
              </a:rPr>
            </a:br>
            <a:r>
              <a:rPr lang="es-ES" sz="2400">
                <a:effectLst/>
                <a:latin typeface="ArialMT"/>
              </a:rPr>
              <a:t>Yo digo Dios, y quiero decir deshazme </a:t>
            </a:r>
            <a:endParaRPr lang="es-ES" sz="2400"/>
          </a:p>
          <a:p>
            <a:pPr marL="0" indent="0">
              <a:buNone/>
            </a:pPr>
            <a:endParaRPr lang="es-ES" sz="2000"/>
          </a:p>
        </p:txBody>
      </p:sp>
      <p:pic>
        <p:nvPicPr>
          <p:cNvPr id="2050" name="Picture 2" descr="Ilustración de Cáliz Y Pan y más Vectores Libres de Derechos de Vino - Vino,  Pan - Comida básica, Arte - iStock">
            <a:extLst>
              <a:ext uri="{FF2B5EF4-FFF2-40B4-BE49-F238E27FC236}">
                <a16:creationId xmlns:a16="http://schemas.microsoft.com/office/drawing/2014/main" id="{CB99BBF0-B1C2-8B9B-BA49-8AE257BCF67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t="920" r="-1" b="-1"/>
          <a:stretch/>
        </p:blipFill>
        <p:spPr bwMode="auto">
          <a:xfrm>
            <a:off x="5650992" y="10"/>
            <a:ext cx="6541008" cy="685799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85870054"/>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1 Título"/>
          <p:cNvSpPr>
            <a:spLocks noGrp="1"/>
          </p:cNvSpPr>
          <p:nvPr>
            <p:ph type="title" idx="4294967295"/>
          </p:nvPr>
        </p:nvSpPr>
        <p:spPr>
          <a:xfrm>
            <a:off x="-662651" y="435800"/>
            <a:ext cx="7848600" cy="1098550"/>
          </a:xfrm>
        </p:spPr>
        <p:txBody>
          <a:bodyPr>
            <a:normAutofit/>
          </a:bodyPr>
          <a:lstStyle/>
          <a:p>
            <a:pPr algn="ctr"/>
            <a:r>
              <a:rPr lang="es-ES" sz="3600"/>
              <a:t>EN MI DEBILIDAD</a:t>
            </a:r>
          </a:p>
        </p:txBody>
      </p:sp>
      <p:sp>
        <p:nvSpPr>
          <p:cNvPr id="3" name="2 Marcador de contenido"/>
          <p:cNvSpPr>
            <a:spLocks noGrp="1"/>
          </p:cNvSpPr>
          <p:nvPr>
            <p:ph idx="4294967295"/>
          </p:nvPr>
        </p:nvSpPr>
        <p:spPr>
          <a:xfrm>
            <a:off x="974202" y="1534351"/>
            <a:ext cx="4573588" cy="4751387"/>
          </a:xfrm>
        </p:spPr>
        <p:txBody>
          <a:bodyPr vert="horz" lIns="91440" tIns="45720" rIns="91440" bIns="45720" rtlCol="0" anchor="t">
            <a:noAutofit/>
          </a:bodyPr>
          <a:lstStyle/>
          <a:p>
            <a:pPr marL="0" indent="0" algn="ctr">
              <a:buNone/>
            </a:pPr>
            <a:r>
              <a:rPr lang="es-ES" sz="2600" b="1"/>
              <a:t>En mi debilidad, </a:t>
            </a:r>
            <a:endParaRPr lang="es-ES"/>
          </a:p>
          <a:p>
            <a:pPr marL="0" indent="0" algn="ctr">
              <a:buNone/>
            </a:pPr>
            <a:r>
              <a:rPr lang="es-ES" sz="2600" b="1"/>
              <a:t>me haces fuerte </a:t>
            </a:r>
            <a:endParaRPr lang="es-ES" sz="2600" b="1">
              <a:ea typeface="Calibri" panose="020F0502020204030204"/>
              <a:cs typeface="Calibri" panose="020F0502020204030204"/>
            </a:endParaRPr>
          </a:p>
          <a:p>
            <a:pPr marL="0" indent="0" algn="ctr">
              <a:buNone/>
            </a:pPr>
            <a:r>
              <a:rPr lang="es-ES" sz="2600" b="1"/>
              <a:t>en mi debilidad, </a:t>
            </a:r>
            <a:endParaRPr lang="es-ES" sz="2600" b="1">
              <a:ea typeface="Calibri" panose="020F0502020204030204"/>
              <a:cs typeface="Calibri" panose="020F0502020204030204"/>
            </a:endParaRPr>
          </a:p>
          <a:p>
            <a:pPr marL="0" indent="0" algn="ctr">
              <a:buNone/>
            </a:pPr>
            <a:r>
              <a:rPr lang="es-ES" sz="2600" b="1"/>
              <a:t>me haces fuerte </a:t>
            </a:r>
            <a:endParaRPr lang="es-ES" sz="2600" b="1">
              <a:ea typeface="Calibri" panose="020F0502020204030204"/>
              <a:cs typeface="Calibri" panose="020F0502020204030204"/>
            </a:endParaRPr>
          </a:p>
          <a:p>
            <a:pPr marL="0" indent="0" algn="ctr">
              <a:buNone/>
            </a:pPr>
            <a:r>
              <a:rPr lang="es-ES" sz="2600" b="1"/>
              <a:t>solo en tu amor, </a:t>
            </a:r>
            <a:endParaRPr lang="es-ES" sz="2600" b="1">
              <a:ea typeface="Calibri" panose="020F0502020204030204"/>
              <a:cs typeface="Calibri" panose="020F0502020204030204"/>
            </a:endParaRPr>
          </a:p>
          <a:p>
            <a:pPr marL="0" indent="0" algn="ctr">
              <a:buNone/>
            </a:pPr>
            <a:r>
              <a:rPr lang="es-ES" sz="2600" b="1"/>
              <a:t>me haces fuerte </a:t>
            </a:r>
            <a:endParaRPr lang="es-ES" sz="2600" b="1">
              <a:ea typeface="Calibri" panose="020F0502020204030204"/>
              <a:cs typeface="Calibri" panose="020F0502020204030204"/>
            </a:endParaRPr>
          </a:p>
          <a:p>
            <a:pPr marL="0" indent="0" algn="ctr">
              <a:buNone/>
            </a:pPr>
            <a:r>
              <a:rPr lang="es-ES" sz="2600" b="1"/>
              <a:t>solo en tu vida </a:t>
            </a:r>
            <a:endParaRPr lang="es-ES" sz="2600" b="1">
              <a:ea typeface="Calibri" panose="020F0502020204030204"/>
              <a:cs typeface="Calibri" panose="020F0502020204030204"/>
            </a:endParaRPr>
          </a:p>
          <a:p>
            <a:pPr marL="0" indent="0" algn="ctr">
              <a:buNone/>
            </a:pPr>
            <a:r>
              <a:rPr lang="es-ES" sz="2600" b="1"/>
              <a:t>me haces fuerte. </a:t>
            </a:r>
            <a:endParaRPr lang="es-ES" sz="2600" b="1">
              <a:ea typeface="Calibri" panose="020F0502020204030204"/>
              <a:cs typeface="Calibri" panose="020F0502020204030204"/>
            </a:endParaRPr>
          </a:p>
          <a:p>
            <a:pPr marL="0" indent="0" algn="ctr">
              <a:buNone/>
            </a:pPr>
            <a:r>
              <a:rPr lang="es-ES" sz="2600" b="1"/>
              <a:t>En mi debilidad, </a:t>
            </a:r>
            <a:endParaRPr lang="es-ES" sz="2600" b="1">
              <a:ea typeface="Calibri" panose="020F0502020204030204"/>
              <a:cs typeface="Calibri" panose="020F0502020204030204"/>
            </a:endParaRPr>
          </a:p>
          <a:p>
            <a:pPr marL="0" indent="0" algn="ctr">
              <a:buNone/>
            </a:pPr>
            <a:r>
              <a:rPr lang="es-ES" sz="2600" b="1"/>
              <a:t>te haces fuerte en mí. </a:t>
            </a:r>
            <a:endParaRPr lang="es-ES" sz="2600" b="1">
              <a:ea typeface="Calibri" panose="020F0502020204030204"/>
              <a:cs typeface="Calibri" panose="020F0502020204030204"/>
            </a:endParaRPr>
          </a:p>
        </p:txBody>
      </p:sp>
      <p:pic>
        <p:nvPicPr>
          <p:cNvPr id="10" name="Imagen 9" descr="Imagen que contiene Diagrama&#10;&#10;Descripción generada automáticamente">
            <a:extLst>
              <a:ext uri="{FF2B5EF4-FFF2-40B4-BE49-F238E27FC236}">
                <a16:creationId xmlns:a16="http://schemas.microsoft.com/office/drawing/2014/main" id="{BE58ACAA-6434-4E73-B105-49F9369EB07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558988" y="1485900"/>
            <a:ext cx="3960439" cy="4957763"/>
          </a:xfrm>
          <a:prstGeom prst="rect">
            <a:avLst/>
          </a:prstGeom>
        </p:spPr>
      </p:pic>
      <p:grpSp>
        <p:nvGrpSpPr>
          <p:cNvPr id="11" name="Grupo 10">
            <a:extLst>
              <a:ext uri="{FF2B5EF4-FFF2-40B4-BE49-F238E27FC236}">
                <a16:creationId xmlns:a16="http://schemas.microsoft.com/office/drawing/2014/main" id="{B3816190-C49F-B91B-021E-DA7A1B86B88F}"/>
              </a:ext>
            </a:extLst>
          </p:cNvPr>
          <p:cNvGrpSpPr/>
          <p:nvPr/>
        </p:nvGrpSpPr>
        <p:grpSpPr>
          <a:xfrm>
            <a:off x="1057" y="-4361"/>
            <a:ext cx="12190282" cy="517821"/>
            <a:chOff x="1057" y="-4361"/>
            <a:chExt cx="12503431" cy="517821"/>
          </a:xfrm>
        </p:grpSpPr>
        <p:sp>
          <p:nvSpPr>
            <p:cNvPr id="5" name="Rectángulo 4">
              <a:extLst>
                <a:ext uri="{FF2B5EF4-FFF2-40B4-BE49-F238E27FC236}">
                  <a16:creationId xmlns:a16="http://schemas.microsoft.com/office/drawing/2014/main" id="{343C86FA-5FBA-9A5C-134F-F3DA90E26743}"/>
                </a:ext>
              </a:extLst>
            </p:cNvPr>
            <p:cNvSpPr/>
            <p:nvPr/>
          </p:nvSpPr>
          <p:spPr>
            <a:xfrm>
              <a:off x="9372455" y="-4360"/>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Rito de Conclusión</a:t>
              </a:r>
              <a:endParaRPr lang="es-ES">
                <a:solidFill>
                  <a:schemeClr val="tx1">
                    <a:lumMod val="49000"/>
                    <a:lumOff val="51000"/>
                  </a:schemeClr>
                </a:solidFill>
                <a:ea typeface="Calibri"/>
                <a:cs typeface="Calibri"/>
              </a:endParaRPr>
            </a:p>
          </p:txBody>
        </p:sp>
        <p:sp>
          <p:nvSpPr>
            <p:cNvPr id="6" name="Rectángulo 5">
              <a:extLst>
                <a:ext uri="{FF2B5EF4-FFF2-40B4-BE49-F238E27FC236}">
                  <a16:creationId xmlns:a16="http://schemas.microsoft.com/office/drawing/2014/main" id="{4386E38E-54A7-AE30-8201-36FEC5A4C850}"/>
                </a:ext>
              </a:extLst>
            </p:cNvPr>
            <p:cNvSpPr/>
            <p:nvPr/>
          </p:nvSpPr>
          <p:spPr>
            <a:xfrm>
              <a:off x="1057" y="-4361"/>
              <a:ext cx="3121596" cy="390807"/>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rgbClr val="7F7F7F"/>
                  </a:solidFill>
                  <a:ea typeface="Calibri"/>
                  <a:cs typeface="Calibri"/>
                </a:rPr>
                <a:t>Ritos Iniciales</a:t>
              </a:r>
              <a:endParaRPr lang="es-ES" sz="2400">
                <a:solidFill>
                  <a:srgbClr val="7F7F7F"/>
                </a:solidFill>
                <a:ea typeface="Calibri"/>
                <a:cs typeface="Calibri"/>
              </a:endParaRPr>
            </a:p>
          </p:txBody>
        </p:sp>
        <p:sp>
          <p:nvSpPr>
            <p:cNvPr id="7" name="Rectángulo 6">
              <a:extLst>
                <a:ext uri="{FF2B5EF4-FFF2-40B4-BE49-F238E27FC236}">
                  <a16:creationId xmlns:a16="http://schemas.microsoft.com/office/drawing/2014/main" id="{7D54D56E-64A6-474F-0072-BC4D26198D6D}"/>
                </a:ext>
              </a:extLst>
            </p:cNvPr>
            <p:cNvSpPr/>
            <p:nvPr/>
          </p:nvSpPr>
          <p:spPr>
            <a:xfrm>
              <a:off x="3122126" y="-4360"/>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rgbClr val="7F7F7F"/>
                  </a:solidFill>
                  <a:ea typeface="Calibri"/>
                  <a:cs typeface="Calibri"/>
                </a:rPr>
                <a:t>Liturgia de la Palabra</a:t>
              </a:r>
              <a:endParaRPr lang="es-ES" sz="2400">
                <a:solidFill>
                  <a:srgbClr val="7F7F7F"/>
                </a:solidFill>
                <a:ea typeface="Calibri"/>
                <a:cs typeface="Calibri"/>
              </a:endParaRPr>
            </a:p>
          </p:txBody>
        </p:sp>
        <p:sp>
          <p:nvSpPr>
            <p:cNvPr id="9" name="Rectángulo 8">
              <a:extLst>
                <a:ext uri="{FF2B5EF4-FFF2-40B4-BE49-F238E27FC236}">
                  <a16:creationId xmlns:a16="http://schemas.microsoft.com/office/drawing/2014/main" id="{BF3133FE-1557-94C2-6940-E4E09C77EAC6}"/>
                </a:ext>
              </a:extLst>
            </p:cNvPr>
            <p:cNvSpPr/>
            <p:nvPr/>
          </p:nvSpPr>
          <p:spPr>
            <a:xfrm>
              <a:off x="6247290" y="-4361"/>
              <a:ext cx="3132033" cy="517821"/>
            </a:xfrm>
            <a:prstGeom prst="rect">
              <a:avLst/>
            </a:prstGeom>
            <a:solidFill>
              <a:schemeClr val="accent1"/>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800" b="1">
                  <a:solidFill>
                    <a:srgbClr val="000000"/>
                  </a:solidFill>
                  <a:ea typeface="Calibri"/>
                  <a:cs typeface="Calibri"/>
                </a:rPr>
                <a:t>Liturgia Eucarística</a:t>
              </a:r>
              <a:endParaRPr lang="es-ES" sz="2800">
                <a:solidFill>
                  <a:srgbClr val="000000"/>
                </a:solidFill>
                <a:ea typeface="Calibri"/>
                <a:cs typeface="Calibri"/>
              </a:endParaRPr>
            </a:p>
          </p:txBody>
        </p:sp>
      </p:grpSp>
    </p:spTree>
    <p:extLst>
      <p:ext uri="{BB962C8B-B14F-4D97-AF65-F5344CB8AC3E}">
        <p14:creationId xmlns:p14="http://schemas.microsoft.com/office/powerpoint/2010/main" val="348830794"/>
      </p:ext>
    </p:extLst>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sld>
</file>

<file path=ppt/slides/slide5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2CC3DEA-85EB-4715-A053-25856DB216FA}"/>
              </a:ext>
            </a:extLst>
          </p:cNvPr>
          <p:cNvSpPr>
            <a:spLocks noGrp="1"/>
          </p:cNvSpPr>
          <p:nvPr>
            <p:ph type="title" idx="4294967295"/>
          </p:nvPr>
        </p:nvSpPr>
        <p:spPr>
          <a:xfrm>
            <a:off x="2819400" y="230188"/>
            <a:ext cx="7848600" cy="755650"/>
          </a:xfrm>
        </p:spPr>
        <p:txBody>
          <a:bodyPr>
            <a:normAutofit/>
          </a:bodyPr>
          <a:lstStyle/>
          <a:p>
            <a:r>
              <a:rPr lang="es-ES">
                <a:solidFill>
                  <a:schemeClr val="accent1"/>
                </a:solidFill>
              </a:rPr>
              <a:t>PONGO MI VIDA EN TUS MANOS</a:t>
            </a:r>
          </a:p>
        </p:txBody>
      </p:sp>
      <p:sp>
        <p:nvSpPr>
          <p:cNvPr id="3" name="Marcador de contenido 2">
            <a:extLst>
              <a:ext uri="{FF2B5EF4-FFF2-40B4-BE49-F238E27FC236}">
                <a16:creationId xmlns:a16="http://schemas.microsoft.com/office/drawing/2014/main" id="{AFD5076D-4329-4739-8E1B-A2FD55CE26DC}"/>
              </a:ext>
            </a:extLst>
          </p:cNvPr>
          <p:cNvSpPr>
            <a:spLocks noGrp="1"/>
          </p:cNvSpPr>
          <p:nvPr>
            <p:ph sz="half" idx="4294967295"/>
          </p:nvPr>
        </p:nvSpPr>
        <p:spPr>
          <a:xfrm>
            <a:off x="1524000" y="1003301"/>
            <a:ext cx="6362700" cy="5738813"/>
          </a:xfrm>
        </p:spPr>
        <p:txBody>
          <a:bodyPr>
            <a:normAutofit/>
          </a:bodyPr>
          <a:lstStyle/>
          <a:p>
            <a:pPr marL="0" indent="0">
              <a:buNone/>
            </a:pPr>
            <a:endParaRPr lang="es-ES" sz="2400" b="1"/>
          </a:p>
          <a:p>
            <a:pPr marL="0" indent="0">
              <a:buNone/>
            </a:pPr>
            <a:r>
              <a:rPr lang="es-ES" sz="2400" b="1"/>
              <a:t>Pongo mi vida en tus manos,</a:t>
            </a:r>
          </a:p>
          <a:p>
            <a:pPr marL="0" indent="0">
              <a:buNone/>
            </a:pPr>
            <a:r>
              <a:rPr lang="es-ES" sz="2400" b="1"/>
              <a:t>Padre mío me abandono a ti.</a:t>
            </a:r>
          </a:p>
          <a:p>
            <a:pPr marL="0" indent="0">
              <a:buNone/>
            </a:pPr>
            <a:r>
              <a:rPr lang="es-ES" sz="2400" b="1"/>
              <a:t>Haz de mi lo que quieras</a:t>
            </a:r>
          </a:p>
          <a:p>
            <a:pPr marL="0" indent="0">
              <a:buNone/>
            </a:pPr>
            <a:r>
              <a:rPr lang="es-ES" sz="2400" b="1"/>
              <a:t>Estoy dispuesto a aceptarlo todo.</a:t>
            </a:r>
          </a:p>
          <a:p>
            <a:pPr marL="0" indent="0">
              <a:buNone/>
            </a:pPr>
            <a:endParaRPr lang="es-ES" sz="2400" b="1"/>
          </a:p>
          <a:p>
            <a:pPr marL="0" indent="0">
              <a:buNone/>
            </a:pPr>
            <a:r>
              <a:rPr lang="es-ES" sz="2400" b="1"/>
              <a:t>Pongo mi vida en tus manos,</a:t>
            </a:r>
          </a:p>
          <a:p>
            <a:pPr marL="0" indent="0">
              <a:buNone/>
            </a:pPr>
            <a:r>
              <a:rPr lang="es-ES" sz="2400" b="1"/>
              <a:t>Padre mío me abandono a ti.</a:t>
            </a:r>
          </a:p>
          <a:p>
            <a:pPr marL="0" indent="0">
              <a:buNone/>
            </a:pPr>
            <a:r>
              <a:rPr lang="es-ES" sz="2400" b="1"/>
              <a:t>Haz de mi lo que quieras</a:t>
            </a:r>
          </a:p>
          <a:p>
            <a:pPr marL="0" indent="0">
              <a:buNone/>
            </a:pPr>
            <a:r>
              <a:rPr lang="es-ES" sz="2400" b="1"/>
              <a:t>Estoy dispuesto a aceptarlo todo,</a:t>
            </a:r>
          </a:p>
          <a:p>
            <a:pPr marL="0" indent="0">
              <a:buNone/>
            </a:pPr>
            <a:r>
              <a:rPr lang="es-ES" sz="2400" b="1"/>
              <a:t>Con infinita confianza,</a:t>
            </a:r>
          </a:p>
          <a:p>
            <a:pPr marL="0" indent="0">
              <a:buNone/>
            </a:pPr>
            <a:r>
              <a:rPr lang="es-ES" sz="2400" b="1"/>
              <a:t>Porque Tú eres mi Padre.</a:t>
            </a:r>
          </a:p>
          <a:p>
            <a:pPr marL="0" indent="0">
              <a:buNone/>
            </a:pPr>
            <a:endParaRPr lang="es-ES" sz="2400"/>
          </a:p>
          <a:p>
            <a:pPr marL="0" indent="0">
              <a:buNone/>
            </a:pPr>
            <a:endParaRPr lang="es-ES"/>
          </a:p>
        </p:txBody>
      </p:sp>
      <p:pic>
        <p:nvPicPr>
          <p:cNvPr id="8" name="Imagen 7">
            <a:extLst>
              <a:ext uri="{FF2B5EF4-FFF2-40B4-BE49-F238E27FC236}">
                <a16:creationId xmlns:a16="http://schemas.microsoft.com/office/drawing/2014/main" id="{0770C05B-CFA4-4E06-A495-4463381AAAE0}"/>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209706" y="1628800"/>
            <a:ext cx="3440443" cy="3744416"/>
          </a:xfrm>
          <a:prstGeom prst="rect">
            <a:avLst/>
          </a:prstGeom>
        </p:spPr>
      </p:pic>
    </p:spTree>
    <p:extLst>
      <p:ext uri="{BB962C8B-B14F-4D97-AF65-F5344CB8AC3E}">
        <p14:creationId xmlns:p14="http://schemas.microsoft.com/office/powerpoint/2010/main" val="775602511"/>
      </p:ext>
    </p:extLst>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sld>
</file>

<file path=ppt/slides/slide5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14" name="1 Título">
            <a:extLst>
              <a:ext uri="{FF2B5EF4-FFF2-40B4-BE49-F238E27FC236}">
                <a16:creationId xmlns:a16="http://schemas.microsoft.com/office/drawing/2014/main" id="{48D68F21-80DB-4B33-895F-684D22E5CA90}"/>
              </a:ext>
            </a:extLst>
          </p:cNvPr>
          <p:cNvSpPr>
            <a:spLocks noGrp="1"/>
          </p:cNvSpPr>
          <p:nvPr>
            <p:ph type="title" idx="4294967295"/>
          </p:nvPr>
        </p:nvSpPr>
        <p:spPr>
          <a:xfrm>
            <a:off x="1524000" y="415333"/>
            <a:ext cx="7024688" cy="865188"/>
          </a:xfrm>
        </p:spPr>
        <p:txBody>
          <a:bodyPr/>
          <a:lstStyle/>
          <a:p>
            <a:pPr algn="ctr"/>
            <a:r>
              <a:rPr lang="es-ES"/>
              <a:t>DAME DE TU PAN</a:t>
            </a:r>
          </a:p>
        </p:txBody>
      </p:sp>
      <p:sp>
        <p:nvSpPr>
          <p:cNvPr id="15" name="2 Marcador de contenido">
            <a:extLst>
              <a:ext uri="{FF2B5EF4-FFF2-40B4-BE49-F238E27FC236}">
                <a16:creationId xmlns:a16="http://schemas.microsoft.com/office/drawing/2014/main" id="{062645B1-C67C-4D99-A6AD-87385D1D297D}"/>
              </a:ext>
            </a:extLst>
          </p:cNvPr>
          <p:cNvSpPr>
            <a:spLocks noGrp="1"/>
          </p:cNvSpPr>
          <p:nvPr>
            <p:ph sz="half" idx="4294967295"/>
          </p:nvPr>
        </p:nvSpPr>
        <p:spPr>
          <a:xfrm>
            <a:off x="1178494" y="1125538"/>
            <a:ext cx="5945188" cy="5616575"/>
          </a:xfrm>
        </p:spPr>
        <p:txBody>
          <a:bodyPr>
            <a:normAutofit/>
          </a:bodyPr>
          <a:lstStyle/>
          <a:p>
            <a:pPr>
              <a:buNone/>
            </a:pPr>
            <a:r>
              <a:rPr lang="es-ES" sz="1800"/>
              <a:t>Dame de tu pan, dame de beber </a:t>
            </a:r>
          </a:p>
          <a:p>
            <a:pPr>
              <a:buNone/>
            </a:pPr>
            <a:r>
              <a:rPr lang="es-ES" sz="1800"/>
              <a:t>que ando sediento y hambriento de ti, </a:t>
            </a:r>
          </a:p>
          <a:p>
            <a:pPr>
              <a:buNone/>
            </a:pPr>
            <a:r>
              <a:rPr lang="es-ES" sz="1800"/>
              <a:t>no hay nada que sacie mi sed. </a:t>
            </a:r>
          </a:p>
          <a:p>
            <a:pPr>
              <a:buNone/>
            </a:pPr>
            <a:endParaRPr lang="es-ES" sz="1800"/>
          </a:p>
          <a:p>
            <a:pPr>
              <a:buNone/>
            </a:pPr>
            <a:r>
              <a:rPr lang="es-ES" sz="1800" b="1"/>
              <a:t>Dame de tu pan, dame de beber, </a:t>
            </a:r>
          </a:p>
          <a:p>
            <a:pPr>
              <a:buNone/>
            </a:pPr>
            <a:r>
              <a:rPr lang="es-ES" sz="1800" b="1"/>
              <a:t>que solo tu cuerpo y tu sangre </a:t>
            </a:r>
          </a:p>
          <a:p>
            <a:pPr>
              <a:buNone/>
            </a:pPr>
            <a:r>
              <a:rPr lang="es-ES" sz="1800" b="1"/>
              <a:t>avivan mi fe. </a:t>
            </a:r>
          </a:p>
          <a:p>
            <a:pPr>
              <a:buNone/>
            </a:pPr>
            <a:r>
              <a:rPr lang="es-ES" sz="1800" b="1"/>
              <a:t>Dame de tu pan, dame de beber, </a:t>
            </a:r>
          </a:p>
          <a:p>
            <a:pPr>
              <a:buNone/>
            </a:pPr>
            <a:r>
              <a:rPr lang="es-ES" sz="1800" b="1"/>
              <a:t>que yo aliviaré a mis hermanos </a:t>
            </a:r>
          </a:p>
          <a:p>
            <a:pPr>
              <a:buNone/>
            </a:pPr>
            <a:r>
              <a:rPr lang="es-ES" sz="1800" b="1"/>
              <a:t>con hambre y con sed</a:t>
            </a:r>
            <a:r>
              <a:rPr lang="es-ES" sz="1800"/>
              <a:t>.</a:t>
            </a:r>
          </a:p>
          <a:p>
            <a:pPr>
              <a:buNone/>
            </a:pPr>
            <a:endParaRPr lang="es-ES" sz="1800"/>
          </a:p>
          <a:p>
            <a:pPr>
              <a:buNone/>
            </a:pPr>
            <a:r>
              <a:rPr lang="es-ES" sz="1800"/>
              <a:t>Dame de tu pan, dame de beber, </a:t>
            </a:r>
          </a:p>
          <a:p>
            <a:pPr>
              <a:buNone/>
            </a:pPr>
            <a:r>
              <a:rPr lang="es-ES" sz="1800"/>
              <a:t>que yo aliviaré a mis hermanos </a:t>
            </a:r>
          </a:p>
          <a:p>
            <a:pPr>
              <a:buNone/>
            </a:pPr>
            <a:r>
              <a:rPr lang="es-ES" sz="1800"/>
              <a:t>con hambre y con sed.</a:t>
            </a:r>
          </a:p>
          <a:p>
            <a:pPr>
              <a:buNone/>
            </a:pPr>
            <a:endParaRPr lang="es-ES" sz="1800"/>
          </a:p>
          <a:p>
            <a:pPr>
              <a:buNone/>
            </a:pPr>
            <a:endParaRPr lang="es-ES"/>
          </a:p>
        </p:txBody>
      </p:sp>
      <p:pic>
        <p:nvPicPr>
          <p:cNvPr id="16" name="Imagen 15">
            <a:extLst>
              <a:ext uri="{FF2B5EF4-FFF2-40B4-BE49-F238E27FC236}">
                <a16:creationId xmlns:a16="http://schemas.microsoft.com/office/drawing/2014/main" id="{248626FA-C09C-4C9C-86FE-298A0F58068D}"/>
              </a:ext>
            </a:extLst>
          </p:cNvPr>
          <p:cNvPicPr>
            <a:picLocks noChangeAspect="1"/>
          </p:cNvPicPr>
          <p:nvPr/>
        </p:nvPicPr>
        <p:blipFill rotWithShape="1">
          <a:blip r:embed="rId2">
            <a:extLst>
              <a:ext uri="{28A0092B-C50C-407E-A947-70E740481C1C}">
                <a14:useLocalDpi xmlns:a14="http://schemas.microsoft.com/office/drawing/2010/main" val="0"/>
              </a:ext>
            </a:extLst>
          </a:blip>
          <a:srcRect l="1892"/>
          <a:stretch/>
        </p:blipFill>
        <p:spPr>
          <a:xfrm>
            <a:off x="6347016" y="947184"/>
            <a:ext cx="5392700" cy="5650466"/>
          </a:xfrm>
          <a:prstGeom prst="rect">
            <a:avLst/>
          </a:prstGeom>
        </p:spPr>
      </p:pic>
      <p:grpSp>
        <p:nvGrpSpPr>
          <p:cNvPr id="7" name="Grupo 6">
            <a:extLst>
              <a:ext uri="{FF2B5EF4-FFF2-40B4-BE49-F238E27FC236}">
                <a16:creationId xmlns:a16="http://schemas.microsoft.com/office/drawing/2014/main" id="{B0468791-3638-EA24-F321-53A61CABE93C}"/>
              </a:ext>
            </a:extLst>
          </p:cNvPr>
          <p:cNvGrpSpPr/>
          <p:nvPr/>
        </p:nvGrpSpPr>
        <p:grpSpPr>
          <a:xfrm>
            <a:off x="1057" y="-4361"/>
            <a:ext cx="12190282" cy="517821"/>
            <a:chOff x="1057" y="-4361"/>
            <a:chExt cx="12503431" cy="517821"/>
          </a:xfrm>
        </p:grpSpPr>
        <p:sp>
          <p:nvSpPr>
            <p:cNvPr id="3" name="Rectángulo 2">
              <a:extLst>
                <a:ext uri="{FF2B5EF4-FFF2-40B4-BE49-F238E27FC236}">
                  <a16:creationId xmlns:a16="http://schemas.microsoft.com/office/drawing/2014/main" id="{DDECB45B-26A2-40D6-3786-234E2CAA0F26}"/>
                </a:ext>
              </a:extLst>
            </p:cNvPr>
            <p:cNvSpPr/>
            <p:nvPr/>
          </p:nvSpPr>
          <p:spPr>
            <a:xfrm>
              <a:off x="9372455" y="-4360"/>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Rito de Conclusión</a:t>
              </a:r>
              <a:endParaRPr lang="es-ES">
                <a:solidFill>
                  <a:schemeClr val="tx1">
                    <a:lumMod val="49000"/>
                    <a:lumOff val="51000"/>
                  </a:schemeClr>
                </a:solidFill>
                <a:ea typeface="Calibri"/>
                <a:cs typeface="Calibri"/>
              </a:endParaRPr>
            </a:p>
          </p:txBody>
        </p:sp>
        <p:sp>
          <p:nvSpPr>
            <p:cNvPr id="4" name="Rectángulo 3">
              <a:extLst>
                <a:ext uri="{FF2B5EF4-FFF2-40B4-BE49-F238E27FC236}">
                  <a16:creationId xmlns:a16="http://schemas.microsoft.com/office/drawing/2014/main" id="{7FE29BC4-02A6-D900-7D49-3889BC65174F}"/>
                </a:ext>
              </a:extLst>
            </p:cNvPr>
            <p:cNvSpPr/>
            <p:nvPr/>
          </p:nvSpPr>
          <p:spPr>
            <a:xfrm>
              <a:off x="1057" y="-4361"/>
              <a:ext cx="3121596" cy="390807"/>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rgbClr val="7F7F7F"/>
                  </a:solidFill>
                  <a:ea typeface="Calibri"/>
                  <a:cs typeface="Calibri"/>
                </a:rPr>
                <a:t>Ritos Iniciales</a:t>
              </a:r>
              <a:endParaRPr lang="es-ES" sz="2400">
                <a:solidFill>
                  <a:srgbClr val="7F7F7F"/>
                </a:solidFill>
                <a:ea typeface="Calibri"/>
                <a:cs typeface="Calibri"/>
              </a:endParaRPr>
            </a:p>
          </p:txBody>
        </p:sp>
        <p:sp>
          <p:nvSpPr>
            <p:cNvPr id="5" name="Rectángulo 4">
              <a:extLst>
                <a:ext uri="{FF2B5EF4-FFF2-40B4-BE49-F238E27FC236}">
                  <a16:creationId xmlns:a16="http://schemas.microsoft.com/office/drawing/2014/main" id="{1D8A910E-8F36-2CAA-E0DF-967BDFBABB8F}"/>
                </a:ext>
              </a:extLst>
            </p:cNvPr>
            <p:cNvSpPr/>
            <p:nvPr/>
          </p:nvSpPr>
          <p:spPr>
            <a:xfrm>
              <a:off x="3122126" y="-4360"/>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rgbClr val="7F7F7F"/>
                  </a:solidFill>
                  <a:ea typeface="Calibri"/>
                  <a:cs typeface="Calibri"/>
                </a:rPr>
                <a:t>Liturgia de la Palabra</a:t>
              </a:r>
              <a:endParaRPr lang="es-ES" sz="2400">
                <a:solidFill>
                  <a:srgbClr val="7F7F7F"/>
                </a:solidFill>
                <a:ea typeface="Calibri"/>
                <a:cs typeface="Calibri"/>
              </a:endParaRPr>
            </a:p>
          </p:txBody>
        </p:sp>
        <p:sp>
          <p:nvSpPr>
            <p:cNvPr id="6" name="Rectángulo 5">
              <a:extLst>
                <a:ext uri="{FF2B5EF4-FFF2-40B4-BE49-F238E27FC236}">
                  <a16:creationId xmlns:a16="http://schemas.microsoft.com/office/drawing/2014/main" id="{B110A2E9-C8D9-854D-A5E1-B722903035AC}"/>
                </a:ext>
              </a:extLst>
            </p:cNvPr>
            <p:cNvSpPr/>
            <p:nvPr/>
          </p:nvSpPr>
          <p:spPr>
            <a:xfrm>
              <a:off x="6247290" y="-4361"/>
              <a:ext cx="3132033" cy="517821"/>
            </a:xfrm>
            <a:prstGeom prst="rect">
              <a:avLst/>
            </a:prstGeom>
            <a:solidFill>
              <a:schemeClr val="accent1"/>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800" b="1">
                  <a:solidFill>
                    <a:srgbClr val="000000"/>
                  </a:solidFill>
                  <a:ea typeface="Calibri"/>
                  <a:cs typeface="Calibri"/>
                </a:rPr>
                <a:t>Liturgia Eucarística</a:t>
              </a:r>
              <a:endParaRPr lang="es-ES" sz="2800">
                <a:solidFill>
                  <a:srgbClr val="000000"/>
                </a:solidFill>
                <a:ea typeface="Calibri"/>
                <a:cs typeface="Calibri"/>
              </a:endParaRPr>
            </a:p>
          </p:txBody>
        </p:sp>
      </p:grpSp>
    </p:spTree>
    <p:extLst>
      <p:ext uri="{BB962C8B-B14F-4D97-AF65-F5344CB8AC3E}">
        <p14:creationId xmlns:p14="http://schemas.microsoft.com/office/powerpoint/2010/main" val="299320904"/>
      </p:ext>
    </p:extLst>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1 Título"/>
          <p:cNvSpPr>
            <a:spLocks noGrp="1"/>
          </p:cNvSpPr>
          <p:nvPr>
            <p:ph type="title" idx="4294967295"/>
          </p:nvPr>
        </p:nvSpPr>
        <p:spPr>
          <a:xfrm>
            <a:off x="1524000" y="648744"/>
            <a:ext cx="8229600" cy="706438"/>
          </a:xfrm>
        </p:spPr>
        <p:txBody>
          <a:bodyPr>
            <a:normAutofit/>
          </a:bodyPr>
          <a:lstStyle/>
          <a:p>
            <a:pPr algn="ctr"/>
            <a:r>
              <a:rPr lang="es-ES" sz="3600">
                <a:cs typeface="Calibri" panose="020F0502020204030204" pitchFamily="34" charset="0"/>
              </a:rPr>
              <a:t>QUE TE PUEDO DAR</a:t>
            </a:r>
          </a:p>
        </p:txBody>
      </p:sp>
      <p:sp>
        <p:nvSpPr>
          <p:cNvPr id="3" name="2 Marcador de contenido"/>
          <p:cNvSpPr>
            <a:spLocks noGrp="1"/>
          </p:cNvSpPr>
          <p:nvPr>
            <p:ph sz="half" idx="4294967295"/>
          </p:nvPr>
        </p:nvSpPr>
        <p:spPr>
          <a:xfrm>
            <a:off x="1667638" y="1637040"/>
            <a:ext cx="7627938" cy="4968875"/>
          </a:xfrm>
        </p:spPr>
        <p:txBody>
          <a:bodyPr>
            <a:normAutofit/>
          </a:bodyPr>
          <a:lstStyle/>
          <a:p>
            <a:pPr marL="0" indent="0">
              <a:buNone/>
            </a:pPr>
            <a:r>
              <a:rPr lang="es-ES"/>
              <a:t>Qué te puedo dar que no me hayas dado Tú;</a:t>
            </a:r>
          </a:p>
          <a:p>
            <a:pPr marL="0" indent="0">
              <a:buNone/>
            </a:pPr>
            <a:r>
              <a:rPr lang="es-ES"/>
              <a:t>qué te puedo decir que no me hayas dicho Tú</a:t>
            </a:r>
          </a:p>
          <a:p>
            <a:pPr marL="0" indent="0">
              <a:buNone/>
            </a:pPr>
            <a:r>
              <a:rPr lang="es-ES"/>
              <a:t>qué puedo hacer por ti si yo no puedo hacer nada</a:t>
            </a:r>
          </a:p>
          <a:p>
            <a:pPr marL="0" indent="0">
              <a:buNone/>
            </a:pPr>
            <a:r>
              <a:rPr lang="es-ES"/>
              <a:t>si yo no puedo hacer nada si no es por ti, mi Dios</a:t>
            </a:r>
          </a:p>
          <a:p>
            <a:pPr marL="0" indent="0">
              <a:buNone/>
            </a:pPr>
            <a:endParaRPr lang="es-ES"/>
          </a:p>
          <a:p>
            <a:pPr marL="0" indent="0">
              <a:buNone/>
            </a:pPr>
            <a:r>
              <a:rPr lang="es-ES"/>
              <a:t>Todo lo que sé, todo lo que soy</a:t>
            </a:r>
          </a:p>
          <a:p>
            <a:pPr marL="0" indent="0">
              <a:buNone/>
            </a:pPr>
            <a:r>
              <a:rPr lang="es-ES"/>
              <a:t>todo lo que tengo es tuyo.</a:t>
            </a:r>
          </a:p>
          <a:p>
            <a:pPr marL="0" indent="0">
              <a:buNone/>
            </a:pPr>
            <a:endParaRPr lang="es-ES"/>
          </a:p>
          <a:p>
            <a:pPr marL="0" indent="0">
              <a:buNone/>
            </a:pPr>
            <a:r>
              <a:rPr lang="es-ES_tradnl"/>
              <a:t> </a:t>
            </a:r>
            <a:endParaRPr lang="es-ES"/>
          </a:p>
        </p:txBody>
      </p:sp>
      <p:pic>
        <p:nvPicPr>
          <p:cNvPr id="2050" name="Picture 2" descr="http://1.bp.blogspot.com/-CH-veZbqCYs/Tfg7CcdKorI/AAAAAAAADQs/BKhhYkNBlS4/s1600/5.jpg"/>
          <p:cNvPicPr>
            <a:picLocks noChangeAspect="1" noChangeArrowheads="1"/>
          </p:cNvPicPr>
          <p:nvPr/>
        </p:nvPicPr>
        <p:blipFill>
          <a:blip r:embed="rId3" cstate="print">
            <a:extLst>
              <a:ext uri="{28A0092B-C50C-407E-A947-70E740481C1C}">
                <a14:useLocalDpi xmlns:a14="http://schemas.microsoft.com/office/drawing/2010/main" val="0"/>
              </a:ext>
            </a:extLst>
          </a:blip>
          <a:srcRect/>
          <a:stretch>
            <a:fillRect/>
          </a:stretch>
        </p:blipFill>
        <p:spPr bwMode="auto">
          <a:xfrm>
            <a:off x="6710394" y="4846321"/>
            <a:ext cx="3748600" cy="1793815"/>
          </a:xfrm>
          <a:prstGeom prst="round2DiagRect">
            <a:avLst>
              <a:gd name="adj1" fmla="val 16667"/>
              <a:gd name="adj2" fmla="val 0"/>
            </a:avLst>
          </a:prstGeom>
          <a:ln w="88900" cap="sq">
            <a:solidFill>
              <a:srgbClr val="FFFFFF"/>
            </a:solidFill>
            <a:miter lim="800000"/>
          </a:ln>
          <a:effectLst>
            <a:outerShdw blurRad="254000" algn="tl" rotWithShape="0">
              <a:srgbClr val="000000">
                <a:alpha val="43000"/>
              </a:srgbClr>
            </a:outerShdw>
          </a:effectLst>
          <a:extLst>
            <a:ext uri="{909E8E84-426E-40DD-AFC4-6F175D3DCCD1}">
              <a14:hiddenFill xmlns:a14="http://schemas.microsoft.com/office/drawing/2010/main">
                <a:solidFill>
                  <a:srgbClr val="FFFFFF"/>
                </a:solidFill>
              </a14:hiddenFill>
            </a:ext>
          </a:extLst>
        </p:spPr>
      </p:pic>
      <p:grpSp>
        <p:nvGrpSpPr>
          <p:cNvPr id="9" name="Grupo 8">
            <a:extLst>
              <a:ext uri="{FF2B5EF4-FFF2-40B4-BE49-F238E27FC236}">
                <a16:creationId xmlns:a16="http://schemas.microsoft.com/office/drawing/2014/main" id="{323AEC46-08A4-63D8-2693-8A55BBDA9C6D}"/>
              </a:ext>
            </a:extLst>
          </p:cNvPr>
          <p:cNvGrpSpPr/>
          <p:nvPr/>
        </p:nvGrpSpPr>
        <p:grpSpPr>
          <a:xfrm>
            <a:off x="1057" y="-4361"/>
            <a:ext cx="12190282" cy="517821"/>
            <a:chOff x="1057" y="-4361"/>
            <a:chExt cx="12503431" cy="517821"/>
          </a:xfrm>
        </p:grpSpPr>
        <p:sp>
          <p:nvSpPr>
            <p:cNvPr id="5" name="Rectángulo 4">
              <a:extLst>
                <a:ext uri="{FF2B5EF4-FFF2-40B4-BE49-F238E27FC236}">
                  <a16:creationId xmlns:a16="http://schemas.microsoft.com/office/drawing/2014/main" id="{B2F444F9-9D57-92F5-E18D-AAD1262D3D09}"/>
                </a:ext>
              </a:extLst>
            </p:cNvPr>
            <p:cNvSpPr/>
            <p:nvPr/>
          </p:nvSpPr>
          <p:spPr>
            <a:xfrm>
              <a:off x="9372455" y="-4360"/>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Rito de Conclusión</a:t>
              </a:r>
              <a:endParaRPr lang="es-ES">
                <a:solidFill>
                  <a:schemeClr val="tx1">
                    <a:lumMod val="49000"/>
                    <a:lumOff val="51000"/>
                  </a:schemeClr>
                </a:solidFill>
                <a:ea typeface="Calibri"/>
                <a:cs typeface="Calibri"/>
              </a:endParaRPr>
            </a:p>
          </p:txBody>
        </p:sp>
        <p:sp>
          <p:nvSpPr>
            <p:cNvPr id="6" name="Rectángulo 5">
              <a:extLst>
                <a:ext uri="{FF2B5EF4-FFF2-40B4-BE49-F238E27FC236}">
                  <a16:creationId xmlns:a16="http://schemas.microsoft.com/office/drawing/2014/main" id="{B02B2A0A-055F-6C31-9123-E3504B7631D0}"/>
                </a:ext>
              </a:extLst>
            </p:cNvPr>
            <p:cNvSpPr/>
            <p:nvPr/>
          </p:nvSpPr>
          <p:spPr>
            <a:xfrm>
              <a:off x="1057" y="-4361"/>
              <a:ext cx="3121596" cy="390807"/>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rgbClr val="7F7F7F"/>
                  </a:solidFill>
                  <a:ea typeface="Calibri"/>
                  <a:cs typeface="Calibri"/>
                </a:rPr>
                <a:t>Ritos Iniciales</a:t>
              </a:r>
              <a:endParaRPr lang="es-ES" sz="2400">
                <a:solidFill>
                  <a:srgbClr val="7F7F7F"/>
                </a:solidFill>
                <a:ea typeface="Calibri"/>
                <a:cs typeface="Calibri"/>
              </a:endParaRPr>
            </a:p>
          </p:txBody>
        </p:sp>
        <p:sp>
          <p:nvSpPr>
            <p:cNvPr id="7" name="Rectángulo 6">
              <a:extLst>
                <a:ext uri="{FF2B5EF4-FFF2-40B4-BE49-F238E27FC236}">
                  <a16:creationId xmlns:a16="http://schemas.microsoft.com/office/drawing/2014/main" id="{6A7CF9EC-0115-FB4D-11E0-B51F4D116780}"/>
                </a:ext>
              </a:extLst>
            </p:cNvPr>
            <p:cNvSpPr/>
            <p:nvPr/>
          </p:nvSpPr>
          <p:spPr>
            <a:xfrm>
              <a:off x="3122126" y="-4360"/>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rgbClr val="7F7F7F"/>
                  </a:solidFill>
                  <a:ea typeface="Calibri"/>
                  <a:cs typeface="Calibri"/>
                </a:rPr>
                <a:t>Liturgia de la Palabra</a:t>
              </a:r>
              <a:endParaRPr lang="es-ES" sz="2400">
                <a:solidFill>
                  <a:srgbClr val="7F7F7F"/>
                </a:solidFill>
                <a:ea typeface="Calibri"/>
                <a:cs typeface="Calibri"/>
              </a:endParaRPr>
            </a:p>
          </p:txBody>
        </p:sp>
        <p:sp>
          <p:nvSpPr>
            <p:cNvPr id="8" name="Rectángulo 7">
              <a:extLst>
                <a:ext uri="{FF2B5EF4-FFF2-40B4-BE49-F238E27FC236}">
                  <a16:creationId xmlns:a16="http://schemas.microsoft.com/office/drawing/2014/main" id="{24E36BE3-53DB-8DC1-19B3-35303D8B3D52}"/>
                </a:ext>
              </a:extLst>
            </p:cNvPr>
            <p:cNvSpPr/>
            <p:nvPr/>
          </p:nvSpPr>
          <p:spPr>
            <a:xfrm>
              <a:off x="6247290" y="-4361"/>
              <a:ext cx="3132033" cy="517821"/>
            </a:xfrm>
            <a:prstGeom prst="rect">
              <a:avLst/>
            </a:prstGeom>
            <a:solidFill>
              <a:schemeClr val="accent1"/>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800" b="1">
                  <a:solidFill>
                    <a:srgbClr val="000000"/>
                  </a:solidFill>
                  <a:ea typeface="Calibri"/>
                  <a:cs typeface="Calibri"/>
                </a:rPr>
                <a:t>Liturgia Eucarística</a:t>
              </a:r>
              <a:endParaRPr lang="es-ES" sz="2800">
                <a:solidFill>
                  <a:srgbClr val="000000"/>
                </a:solidFill>
                <a:ea typeface="Calibri"/>
                <a:cs typeface="Calibri"/>
              </a:endParaRPr>
            </a:p>
          </p:txBody>
        </p:sp>
      </p:grpSp>
    </p:spTree>
    <p:extLst>
      <p:ext uri="{BB962C8B-B14F-4D97-AF65-F5344CB8AC3E}">
        <p14:creationId xmlns:p14="http://schemas.microsoft.com/office/powerpoint/2010/main" val="3556839084"/>
      </p:ext>
    </p:extLst>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sld>
</file>

<file path=ppt/slides/slide58.xml><?xml version="1.0" encoding="utf-8"?>
<p:sld xmlns:a="http://schemas.openxmlformats.org/drawingml/2006/main" xmlns:r="http://schemas.openxmlformats.org/officeDocument/2006/relationships" xmlns:p="http://schemas.openxmlformats.org/presentationml/2006/main" showMasterSp="0" show="0">
  <p:cSld>
    <p:spTree>
      <p:nvGrpSpPr>
        <p:cNvPr id="1" name=""/>
        <p:cNvGrpSpPr/>
        <p:nvPr/>
      </p:nvGrpSpPr>
      <p:grpSpPr>
        <a:xfrm>
          <a:off x="0" y="0"/>
          <a:ext cx="0" cy="0"/>
          <a:chOff x="0" y="0"/>
          <a:chExt cx="0" cy="0"/>
        </a:xfrm>
      </p:grpSpPr>
      <p:sp>
        <p:nvSpPr>
          <p:cNvPr id="2" name="1 Título"/>
          <p:cNvSpPr>
            <a:spLocks noGrp="1"/>
          </p:cNvSpPr>
          <p:nvPr>
            <p:ph type="title" idx="4294967295"/>
          </p:nvPr>
        </p:nvSpPr>
        <p:spPr>
          <a:xfrm>
            <a:off x="1524001" y="0"/>
            <a:ext cx="6170613" cy="731838"/>
          </a:xfrm>
        </p:spPr>
        <p:txBody>
          <a:bodyPr>
            <a:normAutofit/>
          </a:bodyPr>
          <a:lstStyle/>
          <a:p>
            <a:r>
              <a:rPr lang="es-ES"/>
              <a:t>EN SU MESA HAY AMOR</a:t>
            </a:r>
          </a:p>
        </p:txBody>
      </p:sp>
      <p:sp>
        <p:nvSpPr>
          <p:cNvPr id="7" name="6 Rectángulo"/>
          <p:cNvSpPr/>
          <p:nvPr/>
        </p:nvSpPr>
        <p:spPr>
          <a:xfrm>
            <a:off x="2211586" y="1020325"/>
            <a:ext cx="5468591" cy="5570756"/>
          </a:xfrm>
          <a:prstGeom prst="rect">
            <a:avLst/>
          </a:prstGeom>
        </p:spPr>
        <p:txBody>
          <a:bodyPr wrap="square">
            <a:spAutoFit/>
          </a:bodyPr>
          <a:lstStyle/>
          <a:p>
            <a:pPr defTabSz="914400">
              <a:buClr>
                <a:srgbClr val="000000"/>
              </a:buClr>
            </a:pPr>
            <a:endParaRPr lang="es-ES" sz="2000" kern="0">
              <a:solidFill>
                <a:prstClr val="black"/>
              </a:solidFill>
              <a:latin typeface="Calibri" panose="020F0502020204030204" pitchFamily="34" charset="0"/>
              <a:cs typeface="Calibri" panose="020F0502020204030204" pitchFamily="34" charset="0"/>
              <a:sym typeface="Arial"/>
            </a:endParaRPr>
          </a:p>
          <a:p>
            <a:pPr defTabSz="914400">
              <a:buClr>
                <a:srgbClr val="000000"/>
              </a:buClr>
            </a:pPr>
            <a:r>
              <a:rPr lang="es-ES" sz="2000" kern="0">
                <a:solidFill>
                  <a:prstClr val="black"/>
                </a:solidFill>
                <a:latin typeface="Calibri" panose="020F0502020204030204" pitchFamily="34" charset="0"/>
                <a:cs typeface="Calibri" panose="020F0502020204030204" pitchFamily="34" charset="0"/>
                <a:sym typeface="Arial"/>
              </a:rPr>
              <a:t>El Señor nos ha reunido junto a Él</a:t>
            </a:r>
          </a:p>
          <a:p>
            <a:pPr defTabSz="914400">
              <a:buClr>
                <a:srgbClr val="000000"/>
              </a:buClr>
            </a:pPr>
            <a:r>
              <a:rPr lang="es-ES" sz="2000" kern="0">
                <a:solidFill>
                  <a:prstClr val="black"/>
                </a:solidFill>
                <a:latin typeface="Calibri" panose="020F0502020204030204" pitchFamily="34" charset="0"/>
                <a:cs typeface="Calibri" panose="020F0502020204030204" pitchFamily="34" charset="0"/>
                <a:sym typeface="Arial"/>
              </a:rPr>
              <a:t>El Señor nos ha invitado a estar con Él</a:t>
            </a:r>
          </a:p>
          <a:p>
            <a:pPr defTabSz="914400">
              <a:buClr>
                <a:srgbClr val="000000"/>
              </a:buClr>
            </a:pPr>
            <a:r>
              <a:rPr lang="es-ES" sz="2000" kern="0">
                <a:solidFill>
                  <a:prstClr val="black"/>
                </a:solidFill>
                <a:latin typeface="Calibri" panose="020F0502020204030204" pitchFamily="34" charset="0"/>
                <a:cs typeface="Calibri" panose="020F0502020204030204" pitchFamily="34" charset="0"/>
                <a:sym typeface="Arial"/>
              </a:rPr>
              <a:t>En su mesa hay amor</a:t>
            </a:r>
          </a:p>
          <a:p>
            <a:pPr defTabSz="914400">
              <a:buClr>
                <a:srgbClr val="000000"/>
              </a:buClr>
            </a:pPr>
            <a:r>
              <a:rPr lang="es-ES" sz="2000" kern="0">
                <a:solidFill>
                  <a:prstClr val="black"/>
                </a:solidFill>
                <a:latin typeface="Calibri" panose="020F0502020204030204" pitchFamily="34" charset="0"/>
                <a:cs typeface="Calibri" panose="020F0502020204030204" pitchFamily="34" charset="0"/>
                <a:sym typeface="Arial"/>
              </a:rPr>
              <a:t>La promesa del perdón</a:t>
            </a:r>
          </a:p>
          <a:p>
            <a:pPr defTabSz="914400">
              <a:buClr>
                <a:srgbClr val="000000"/>
              </a:buClr>
            </a:pPr>
            <a:r>
              <a:rPr lang="es-ES" sz="2000" kern="0">
                <a:solidFill>
                  <a:prstClr val="black"/>
                </a:solidFill>
                <a:latin typeface="Calibri" panose="020F0502020204030204" pitchFamily="34" charset="0"/>
                <a:cs typeface="Calibri" panose="020F0502020204030204" pitchFamily="34" charset="0"/>
                <a:sym typeface="Arial"/>
              </a:rPr>
              <a:t>Y en el vino y pan su corazón</a:t>
            </a:r>
          </a:p>
          <a:p>
            <a:pPr defTabSz="914400">
              <a:buClr>
                <a:srgbClr val="000000"/>
              </a:buClr>
            </a:pPr>
            <a:r>
              <a:rPr lang="es-ES" sz="2000" kern="0">
                <a:solidFill>
                  <a:prstClr val="black"/>
                </a:solidFill>
                <a:latin typeface="Calibri" panose="020F0502020204030204" pitchFamily="34" charset="0"/>
                <a:cs typeface="Calibri" panose="020F0502020204030204" pitchFamily="34" charset="0"/>
                <a:sym typeface="Arial"/>
              </a:rPr>
              <a:t>(BIS)</a:t>
            </a:r>
          </a:p>
          <a:p>
            <a:pPr defTabSz="914400">
              <a:buClr>
                <a:srgbClr val="000000"/>
              </a:buClr>
            </a:pPr>
            <a:endParaRPr lang="es-ES" sz="2000" kern="0">
              <a:solidFill>
                <a:prstClr val="black"/>
              </a:solidFill>
              <a:latin typeface="Calibri" panose="020F0502020204030204" pitchFamily="34" charset="0"/>
              <a:cs typeface="Calibri" panose="020F0502020204030204" pitchFamily="34" charset="0"/>
              <a:sym typeface="Arial"/>
            </a:endParaRPr>
          </a:p>
          <a:p>
            <a:pPr defTabSz="914400">
              <a:buClr>
                <a:srgbClr val="000000"/>
              </a:buClr>
            </a:pPr>
            <a:r>
              <a:rPr lang="es-ES" sz="2000" kern="0">
                <a:solidFill>
                  <a:prstClr val="black"/>
                </a:solidFill>
                <a:latin typeface="Calibri" panose="020F0502020204030204" pitchFamily="34" charset="0"/>
                <a:cs typeface="Calibri" panose="020F0502020204030204" pitchFamily="34" charset="0"/>
                <a:sym typeface="Arial"/>
              </a:rPr>
              <a:t>Cuando Señor tu voz</a:t>
            </a:r>
          </a:p>
          <a:p>
            <a:pPr defTabSz="914400">
              <a:buClr>
                <a:srgbClr val="000000"/>
              </a:buClr>
            </a:pPr>
            <a:r>
              <a:rPr lang="es-ES" sz="2000" kern="0">
                <a:solidFill>
                  <a:prstClr val="black"/>
                </a:solidFill>
                <a:latin typeface="Calibri" panose="020F0502020204030204" pitchFamily="34" charset="0"/>
                <a:cs typeface="Calibri" panose="020F0502020204030204" pitchFamily="34" charset="0"/>
                <a:sym typeface="Arial"/>
              </a:rPr>
              <a:t>Llega en silencio a mi</a:t>
            </a:r>
          </a:p>
          <a:p>
            <a:pPr defTabSz="914400">
              <a:buClr>
                <a:srgbClr val="000000"/>
              </a:buClr>
            </a:pPr>
            <a:r>
              <a:rPr lang="es-ES" sz="2000" kern="0">
                <a:solidFill>
                  <a:prstClr val="black"/>
                </a:solidFill>
                <a:latin typeface="Calibri" panose="020F0502020204030204" pitchFamily="34" charset="0"/>
                <a:cs typeface="Calibri" panose="020F0502020204030204" pitchFamily="34" charset="0"/>
                <a:sym typeface="Arial"/>
              </a:rPr>
              <a:t>Y mis hermanos me hablan de ti</a:t>
            </a:r>
          </a:p>
          <a:p>
            <a:pPr defTabSz="914400">
              <a:buClr>
                <a:srgbClr val="000000"/>
              </a:buClr>
            </a:pPr>
            <a:r>
              <a:rPr lang="es-ES" sz="2000" kern="0">
                <a:solidFill>
                  <a:prstClr val="black"/>
                </a:solidFill>
                <a:latin typeface="Calibri" panose="020F0502020204030204" pitchFamily="34" charset="0"/>
                <a:cs typeface="Calibri" panose="020F0502020204030204" pitchFamily="34" charset="0"/>
                <a:sym typeface="Arial"/>
              </a:rPr>
              <a:t>Se que a mi lado estás</a:t>
            </a:r>
          </a:p>
          <a:p>
            <a:pPr defTabSz="914400">
              <a:buClr>
                <a:srgbClr val="000000"/>
              </a:buClr>
            </a:pPr>
            <a:r>
              <a:rPr lang="es-ES" sz="2000" kern="0">
                <a:solidFill>
                  <a:prstClr val="black"/>
                </a:solidFill>
                <a:latin typeface="Calibri" panose="020F0502020204030204" pitchFamily="34" charset="0"/>
                <a:cs typeface="Calibri" panose="020F0502020204030204" pitchFamily="34" charset="0"/>
                <a:sym typeface="Arial"/>
              </a:rPr>
              <a:t>Te sientas junto a mi</a:t>
            </a:r>
          </a:p>
          <a:p>
            <a:pPr defTabSz="914400">
              <a:buClr>
                <a:srgbClr val="000000"/>
              </a:buClr>
            </a:pPr>
            <a:r>
              <a:rPr lang="es-ES" sz="2000" kern="0">
                <a:solidFill>
                  <a:prstClr val="black"/>
                </a:solidFill>
                <a:latin typeface="Calibri" panose="020F0502020204030204" pitchFamily="34" charset="0"/>
                <a:cs typeface="Calibri" panose="020F0502020204030204" pitchFamily="34" charset="0"/>
                <a:sym typeface="Arial"/>
              </a:rPr>
              <a:t>Acoges mi vida y mi oración.</a:t>
            </a:r>
          </a:p>
          <a:p>
            <a:pPr defTabSz="914400">
              <a:buClr>
                <a:srgbClr val="000000"/>
              </a:buClr>
            </a:pPr>
            <a:endParaRPr lang="es-ES" sz="2000" kern="0">
              <a:solidFill>
                <a:prstClr val="black"/>
              </a:solidFill>
              <a:latin typeface="Calibri" panose="020F0502020204030204" pitchFamily="34" charset="0"/>
              <a:cs typeface="Calibri" panose="020F0502020204030204" pitchFamily="34" charset="0"/>
              <a:sym typeface="Arial"/>
            </a:endParaRPr>
          </a:p>
          <a:p>
            <a:pPr defTabSz="914400">
              <a:buClr>
                <a:srgbClr val="000000"/>
              </a:buClr>
            </a:pPr>
            <a:r>
              <a:rPr lang="es-ES" sz="2000" kern="0">
                <a:solidFill>
                  <a:prstClr val="black"/>
                </a:solidFill>
                <a:latin typeface="Calibri" panose="020F0502020204030204" pitchFamily="34" charset="0"/>
                <a:cs typeface="Calibri" panose="020F0502020204030204" pitchFamily="34" charset="0"/>
                <a:sym typeface="Arial"/>
              </a:rPr>
              <a:t>El Señor nos ha reunido…</a:t>
            </a:r>
          </a:p>
          <a:p>
            <a:pPr defTabSz="914400">
              <a:buClr>
                <a:srgbClr val="000000"/>
              </a:buClr>
            </a:pPr>
            <a:endParaRPr lang="es-ES" sz="1400" kern="0">
              <a:solidFill>
                <a:prstClr val="black"/>
              </a:solidFill>
              <a:latin typeface="Calibri" panose="020F0502020204030204" pitchFamily="34" charset="0"/>
              <a:cs typeface="Calibri" panose="020F0502020204030204" pitchFamily="34" charset="0"/>
              <a:sym typeface="Arial"/>
            </a:endParaRPr>
          </a:p>
          <a:p>
            <a:pPr defTabSz="914400">
              <a:buClr>
                <a:srgbClr val="000000"/>
              </a:buClr>
            </a:pPr>
            <a:r>
              <a:rPr lang="es-ES" sz="1400" kern="0">
                <a:solidFill>
                  <a:prstClr val="black"/>
                </a:solidFill>
                <a:latin typeface="Calibri" panose="020F0502020204030204" pitchFamily="34" charset="0"/>
                <a:cs typeface="Calibri" panose="020F0502020204030204" pitchFamily="34" charset="0"/>
                <a:sym typeface="Arial"/>
              </a:rPr>
              <a:t> </a:t>
            </a:r>
          </a:p>
        </p:txBody>
      </p:sp>
      <p:pic>
        <p:nvPicPr>
          <p:cNvPr id="4100" name="Picture 4" descr="Resultado de imagen de ultima cena fano">
            <a:extLst>
              <a:ext uri="{FF2B5EF4-FFF2-40B4-BE49-F238E27FC236}">
                <a16:creationId xmlns:a16="http://schemas.microsoft.com/office/drawing/2014/main" id="{A6E2F0EB-8A04-426F-81D8-884A21EA8BF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816080" y="1340768"/>
            <a:ext cx="3672408" cy="468052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74025289"/>
      </p:ext>
    </p:extLst>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sld>
</file>

<file path=ppt/slides/slide59.xml><?xml version="1.0" encoding="utf-8"?>
<p:sld xmlns:a="http://schemas.openxmlformats.org/drawingml/2006/main" xmlns:r="http://schemas.openxmlformats.org/officeDocument/2006/relationships" xmlns:p="http://schemas.openxmlformats.org/presentationml/2006/main" showMasterSp="0" show="0">
  <p:cSld>
    <p:spTree>
      <p:nvGrpSpPr>
        <p:cNvPr id="1" name=""/>
        <p:cNvGrpSpPr/>
        <p:nvPr/>
      </p:nvGrpSpPr>
      <p:grpSpPr>
        <a:xfrm>
          <a:off x="0" y="0"/>
          <a:ext cx="0" cy="0"/>
          <a:chOff x="0" y="0"/>
          <a:chExt cx="0" cy="0"/>
        </a:xfrm>
      </p:grpSpPr>
      <p:pic>
        <p:nvPicPr>
          <p:cNvPr id="1026" name="Picture 2" descr="8 – ¿SON BIENAVENTURADOS LOS POBRES? – Radialistas">
            <a:extLst>
              <a:ext uri="{FF2B5EF4-FFF2-40B4-BE49-F238E27FC236}">
                <a16:creationId xmlns:a16="http://schemas.microsoft.com/office/drawing/2014/main" id="{6A5D20A6-1DB8-49A8-AB8E-062E482DEE12}"/>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7121" r="18794" b="3"/>
          <a:stretch/>
        </p:blipFill>
        <p:spPr bwMode="auto">
          <a:xfrm>
            <a:off x="7539038" y="8915"/>
            <a:ext cx="3119609" cy="4873625"/>
          </a:xfrm>
          <a:prstGeom prst="rect">
            <a:avLst/>
          </a:prstGeom>
          <a:solidFill>
            <a:srgbClr val="FFFFFF"/>
          </a:solidFill>
        </p:spPr>
      </p:pic>
      <p:sp>
        <p:nvSpPr>
          <p:cNvPr id="10" name="Marcador de contenido 2">
            <a:extLst>
              <a:ext uri="{FF2B5EF4-FFF2-40B4-BE49-F238E27FC236}">
                <a16:creationId xmlns:a16="http://schemas.microsoft.com/office/drawing/2014/main" id="{A87B06DA-D107-4968-A6A7-9A2490E23D76}"/>
              </a:ext>
            </a:extLst>
          </p:cNvPr>
          <p:cNvSpPr txBox="1">
            <a:spLocks/>
          </p:cNvSpPr>
          <p:nvPr/>
        </p:nvSpPr>
        <p:spPr>
          <a:xfrm>
            <a:off x="1847528" y="894945"/>
            <a:ext cx="8064896" cy="5976664"/>
          </a:xfrm>
          <a:prstGeom prst="rect">
            <a:avLst/>
          </a:prstGeom>
        </p:spPr>
        <p:txBody>
          <a:bodyPr wrap="none" numCol="1" spcCol="936000">
            <a:no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bg1"/>
                </a:solidFill>
                <a:latin typeface="Maiandra GD" panose="020E0502030308020204" pitchFamily="34" charset="0"/>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bg1"/>
                </a:solidFill>
                <a:latin typeface="Maiandra GD" panose="020E0502030308020204" pitchFamily="34" charset="0"/>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bg1"/>
                </a:solidFill>
                <a:latin typeface="Maiandra GD" panose="020E0502030308020204" pitchFamily="34" charset="0"/>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bg1"/>
                </a:solidFill>
                <a:latin typeface="Maiandra GD" panose="020E0502030308020204" pitchFamily="34" charset="0"/>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bg1"/>
                </a:solidFill>
                <a:latin typeface="Maiandra GD" panose="020E0502030308020204" pitchFamily="34" charset="0"/>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Clr>
                <a:srgbClr val="000000"/>
              </a:buClr>
              <a:buNone/>
            </a:pPr>
            <a:r>
              <a:rPr lang="es-ES_tradnl" sz="3200">
                <a:solidFill>
                  <a:prstClr val="black"/>
                </a:solidFill>
                <a:latin typeface="Calibri" panose="020F0502020204030204"/>
                <a:sym typeface="Arial"/>
              </a:rPr>
              <a:t>Dios está con los humildes</a:t>
            </a:r>
            <a:endParaRPr lang="es-ES" sz="3200">
              <a:solidFill>
                <a:prstClr val="black"/>
              </a:solidFill>
              <a:latin typeface="Calibri" panose="020F0502020204030204"/>
              <a:sym typeface="Arial"/>
            </a:endParaRPr>
          </a:p>
          <a:p>
            <a:pPr marL="0" indent="0">
              <a:buClr>
                <a:srgbClr val="000000"/>
              </a:buClr>
              <a:buNone/>
            </a:pPr>
            <a:r>
              <a:rPr lang="es-ES_tradnl" sz="3200">
                <a:solidFill>
                  <a:prstClr val="black"/>
                </a:solidFill>
                <a:latin typeface="Calibri" panose="020F0502020204030204"/>
                <a:sym typeface="Arial"/>
              </a:rPr>
              <a:t>y rechaza a los soberbios,</a:t>
            </a:r>
            <a:endParaRPr lang="es-ES" sz="3200">
              <a:solidFill>
                <a:prstClr val="black"/>
              </a:solidFill>
              <a:latin typeface="Calibri" panose="020F0502020204030204"/>
              <a:sym typeface="Arial"/>
            </a:endParaRPr>
          </a:p>
          <a:p>
            <a:pPr marL="0" indent="0">
              <a:buClr>
                <a:srgbClr val="000000"/>
              </a:buClr>
              <a:buNone/>
            </a:pPr>
            <a:r>
              <a:rPr lang="es-ES_tradnl" sz="3200">
                <a:solidFill>
                  <a:prstClr val="black"/>
                </a:solidFill>
                <a:latin typeface="Calibri" panose="020F0502020204030204"/>
                <a:sym typeface="Arial"/>
              </a:rPr>
              <a:t>da alegría al que no ríe</a:t>
            </a:r>
            <a:endParaRPr lang="es-ES" sz="3200">
              <a:solidFill>
                <a:prstClr val="black"/>
              </a:solidFill>
              <a:latin typeface="Calibri" panose="020F0502020204030204"/>
              <a:sym typeface="Arial"/>
            </a:endParaRPr>
          </a:p>
          <a:p>
            <a:pPr marL="0" indent="0">
              <a:buClr>
                <a:srgbClr val="000000"/>
              </a:buClr>
              <a:buNone/>
            </a:pPr>
            <a:r>
              <a:rPr lang="es-ES_tradnl" sz="3200">
                <a:solidFill>
                  <a:prstClr val="black"/>
                </a:solidFill>
                <a:latin typeface="Calibri" panose="020F0502020204030204"/>
                <a:sym typeface="Arial"/>
              </a:rPr>
              <a:t>y al que sufre da consuelo.</a:t>
            </a:r>
            <a:endParaRPr lang="es-ES" sz="3200">
              <a:solidFill>
                <a:prstClr val="black"/>
              </a:solidFill>
              <a:latin typeface="Calibri" panose="020F0502020204030204"/>
              <a:sym typeface="Arial"/>
            </a:endParaRPr>
          </a:p>
          <a:p>
            <a:pPr marL="0" indent="0">
              <a:buClr>
                <a:srgbClr val="000000"/>
              </a:buClr>
              <a:buNone/>
            </a:pPr>
            <a:endParaRPr lang="es-ES" sz="3200">
              <a:solidFill>
                <a:prstClr val="black"/>
              </a:solidFill>
              <a:latin typeface="Calibri" panose="020F0502020204030204"/>
              <a:sym typeface="Arial"/>
            </a:endParaRPr>
          </a:p>
          <a:p>
            <a:pPr marL="0" indent="0">
              <a:buClr>
                <a:srgbClr val="000000"/>
              </a:buClr>
              <a:buNone/>
            </a:pPr>
            <a:r>
              <a:rPr lang="es-ES_tradnl" sz="3200">
                <a:solidFill>
                  <a:prstClr val="black"/>
                </a:solidFill>
                <a:latin typeface="Calibri" panose="020F0502020204030204"/>
                <a:sym typeface="Arial"/>
              </a:rPr>
              <a:t>Viene a dar justicia al pobre,</a:t>
            </a:r>
            <a:endParaRPr lang="es-ES" sz="3200">
              <a:solidFill>
                <a:prstClr val="black"/>
              </a:solidFill>
              <a:latin typeface="Calibri" panose="020F0502020204030204"/>
              <a:sym typeface="Arial"/>
            </a:endParaRPr>
          </a:p>
          <a:p>
            <a:pPr marL="0" indent="0">
              <a:buClr>
                <a:srgbClr val="000000"/>
              </a:buClr>
              <a:buNone/>
            </a:pPr>
            <a:r>
              <a:rPr lang="es-ES_tradnl" sz="3200">
                <a:solidFill>
                  <a:prstClr val="black"/>
                </a:solidFill>
                <a:latin typeface="Calibri" panose="020F0502020204030204"/>
                <a:sym typeface="Arial"/>
              </a:rPr>
              <a:t>libertad al que está preso,</a:t>
            </a:r>
            <a:endParaRPr lang="es-ES" sz="3200">
              <a:solidFill>
                <a:prstClr val="black"/>
              </a:solidFill>
              <a:latin typeface="Calibri" panose="020F0502020204030204"/>
              <a:sym typeface="Arial"/>
            </a:endParaRPr>
          </a:p>
          <a:p>
            <a:pPr marL="0" indent="0">
              <a:buClr>
                <a:srgbClr val="000000"/>
              </a:buClr>
              <a:buNone/>
            </a:pPr>
            <a:r>
              <a:rPr lang="es-ES_tradnl" sz="3200">
                <a:solidFill>
                  <a:prstClr val="black"/>
                </a:solidFill>
                <a:latin typeface="Calibri" panose="020F0502020204030204"/>
                <a:sym typeface="Arial"/>
              </a:rPr>
              <a:t>se complace en el sencillo,</a:t>
            </a:r>
            <a:endParaRPr lang="es-ES" sz="3200">
              <a:solidFill>
                <a:prstClr val="black"/>
              </a:solidFill>
              <a:latin typeface="Calibri" panose="020F0502020204030204"/>
              <a:sym typeface="Arial"/>
            </a:endParaRPr>
          </a:p>
          <a:p>
            <a:pPr marL="0" indent="0">
              <a:buClr>
                <a:srgbClr val="000000"/>
              </a:buClr>
              <a:buNone/>
            </a:pPr>
            <a:r>
              <a:rPr lang="es-ES_tradnl" sz="3200">
                <a:solidFill>
                  <a:prstClr val="black"/>
                </a:solidFill>
                <a:latin typeface="Calibri" panose="020F0502020204030204"/>
                <a:sym typeface="Arial"/>
              </a:rPr>
              <a:t>en el manso, en el pequeño.</a:t>
            </a:r>
            <a:endParaRPr lang="es-ES" sz="3200">
              <a:solidFill>
                <a:prstClr val="black"/>
              </a:solidFill>
              <a:latin typeface="Calibri" panose="020F0502020204030204"/>
              <a:sym typeface="Arial"/>
            </a:endParaRPr>
          </a:p>
          <a:p>
            <a:pPr marL="0" indent="0">
              <a:buClr>
                <a:srgbClr val="000000"/>
              </a:buClr>
              <a:buNone/>
            </a:pPr>
            <a:endParaRPr lang="es-ES" sz="2000" b="1">
              <a:solidFill>
                <a:prstClr val="black"/>
              </a:solidFill>
              <a:latin typeface="Calibri" panose="020F0502020204030204"/>
              <a:sym typeface="Arial"/>
            </a:endParaRPr>
          </a:p>
        </p:txBody>
      </p:sp>
    </p:spTree>
    <p:extLst>
      <p:ext uri="{BB962C8B-B14F-4D97-AF65-F5344CB8AC3E}">
        <p14:creationId xmlns:p14="http://schemas.microsoft.com/office/powerpoint/2010/main" val="3941804236"/>
      </p:ext>
    </p:extLst>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C0980D-6474-9788-B21B-11F863A73021}"/>
            </a:ext>
          </a:extLst>
        </p:cNvPr>
        <p:cNvGrpSpPr/>
        <p:nvPr/>
      </p:nvGrpSpPr>
      <p:grpSpPr>
        <a:xfrm>
          <a:off x="0" y="0"/>
          <a:ext cx="0" cy="0"/>
          <a:chOff x="0" y="0"/>
          <a:chExt cx="0" cy="0"/>
        </a:xfrm>
      </p:grpSpPr>
      <p:pic>
        <p:nvPicPr>
          <p:cNvPr id="9" name="Imagen 8" descr="Imagen de la pantalla de un video juego&#10;&#10;Descripción generada automáticamente con confianza media">
            <a:extLst>
              <a:ext uri="{FF2B5EF4-FFF2-40B4-BE49-F238E27FC236}">
                <a16:creationId xmlns:a16="http://schemas.microsoft.com/office/drawing/2014/main" id="{E3AB90E3-7B25-478C-EA67-BDA1A7795E28}"/>
              </a:ext>
            </a:extLst>
          </p:cNvPr>
          <p:cNvPicPr>
            <a:picLocks noChangeAspect="1"/>
          </p:cNvPicPr>
          <p:nvPr/>
        </p:nvPicPr>
        <p:blipFill rotWithShape="1">
          <a:blip r:embed="rId2"/>
          <a:srcRect l="26283" t="-1" r="26846" b="3309"/>
          <a:stretch/>
        </p:blipFill>
        <p:spPr>
          <a:xfrm>
            <a:off x="5012891" y="0"/>
            <a:ext cx="8634855" cy="6858000"/>
          </a:xfrm>
          <a:prstGeom prst="rect">
            <a:avLst/>
          </a:prstGeom>
        </p:spPr>
      </p:pic>
      <p:sp>
        <p:nvSpPr>
          <p:cNvPr id="12" name="Llamada de nube 11">
            <a:extLst>
              <a:ext uri="{FF2B5EF4-FFF2-40B4-BE49-F238E27FC236}">
                <a16:creationId xmlns:a16="http://schemas.microsoft.com/office/drawing/2014/main" id="{D0D12CEE-BC3F-531D-F50B-5B40AF0CAF4C}"/>
              </a:ext>
            </a:extLst>
          </p:cNvPr>
          <p:cNvSpPr/>
          <p:nvPr/>
        </p:nvSpPr>
        <p:spPr>
          <a:xfrm>
            <a:off x="3088371" y="0"/>
            <a:ext cx="3423754" cy="6858000"/>
          </a:xfrm>
          <a:prstGeom prst="cloudCallou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3" name="Imagen 2" descr="Un dibujo de un perro&#10;&#10;Descripción generada automáticamente con confianza media">
            <a:extLst>
              <a:ext uri="{FF2B5EF4-FFF2-40B4-BE49-F238E27FC236}">
                <a16:creationId xmlns:a16="http://schemas.microsoft.com/office/drawing/2014/main" id="{B77C24F7-7B49-120E-34B0-77ADB45B3B56}"/>
              </a:ext>
            </a:extLst>
          </p:cNvPr>
          <p:cNvPicPr>
            <a:picLocks noChangeAspect="1"/>
          </p:cNvPicPr>
          <p:nvPr/>
        </p:nvPicPr>
        <p:blipFill>
          <a:blip r:embed="rId3">
            <a:clrChange>
              <a:clrFrom>
                <a:srgbClr val="FFFFFF"/>
              </a:clrFrom>
              <a:clrTo>
                <a:srgbClr val="FFFFFF">
                  <a:alpha val="0"/>
                </a:srgbClr>
              </a:clrTo>
            </a:clrChange>
          </a:blip>
          <a:stretch>
            <a:fillRect/>
          </a:stretch>
        </p:blipFill>
        <p:spPr>
          <a:xfrm>
            <a:off x="3089" y="2356243"/>
            <a:ext cx="6232014" cy="2782120"/>
          </a:xfrm>
          <a:prstGeom prst="rect">
            <a:avLst/>
          </a:prstGeom>
        </p:spPr>
      </p:pic>
      <p:pic>
        <p:nvPicPr>
          <p:cNvPr id="2" name="Imagen 1" descr="Imagen que contiene Escala de tiempo&#10;&#10;El contenido generado por IA puede ser incorrecto.">
            <a:extLst>
              <a:ext uri="{FF2B5EF4-FFF2-40B4-BE49-F238E27FC236}">
                <a16:creationId xmlns:a16="http://schemas.microsoft.com/office/drawing/2014/main" id="{18611BB8-EBB1-6C78-901E-0BB1789A44C0}"/>
              </a:ext>
            </a:extLst>
          </p:cNvPr>
          <p:cNvPicPr>
            <a:picLocks noChangeAspect="1"/>
          </p:cNvPicPr>
          <p:nvPr/>
        </p:nvPicPr>
        <p:blipFill>
          <a:blip r:embed="rId4"/>
          <a:stretch>
            <a:fillRect/>
          </a:stretch>
        </p:blipFill>
        <p:spPr>
          <a:xfrm>
            <a:off x="169297" y="598240"/>
            <a:ext cx="1541821" cy="1487436"/>
          </a:xfrm>
          <a:prstGeom prst="rect">
            <a:avLst/>
          </a:prstGeom>
        </p:spPr>
      </p:pic>
      <p:grpSp>
        <p:nvGrpSpPr>
          <p:cNvPr id="16" name="Grupo 15">
            <a:extLst>
              <a:ext uri="{FF2B5EF4-FFF2-40B4-BE49-F238E27FC236}">
                <a16:creationId xmlns:a16="http://schemas.microsoft.com/office/drawing/2014/main" id="{52AE98C4-717C-5910-F3EC-20246AB7F1B4}"/>
              </a:ext>
            </a:extLst>
          </p:cNvPr>
          <p:cNvGrpSpPr/>
          <p:nvPr/>
        </p:nvGrpSpPr>
        <p:grpSpPr>
          <a:xfrm>
            <a:off x="1057" y="-4361"/>
            <a:ext cx="12190282" cy="517821"/>
            <a:chOff x="1057" y="-4361"/>
            <a:chExt cx="12503431" cy="517821"/>
          </a:xfrm>
        </p:grpSpPr>
        <p:sp>
          <p:nvSpPr>
            <p:cNvPr id="11" name="Rectángulo 10">
              <a:extLst>
                <a:ext uri="{FF2B5EF4-FFF2-40B4-BE49-F238E27FC236}">
                  <a16:creationId xmlns:a16="http://schemas.microsoft.com/office/drawing/2014/main" id="{DBC15272-CAD8-9127-DE8E-8068C842109E}"/>
                </a:ext>
              </a:extLst>
            </p:cNvPr>
            <p:cNvSpPr/>
            <p:nvPr/>
          </p:nvSpPr>
          <p:spPr>
            <a:xfrm>
              <a:off x="9372455" y="-4360"/>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Rito de Conclusión</a:t>
              </a:r>
              <a:endParaRPr lang="es-ES">
                <a:solidFill>
                  <a:schemeClr val="tx1">
                    <a:lumMod val="49000"/>
                    <a:lumOff val="51000"/>
                  </a:schemeClr>
                </a:solidFill>
                <a:ea typeface="Calibri"/>
                <a:cs typeface="Calibri"/>
              </a:endParaRPr>
            </a:p>
          </p:txBody>
        </p:sp>
        <p:sp>
          <p:nvSpPr>
            <p:cNvPr id="13" name="Rectángulo 12">
              <a:extLst>
                <a:ext uri="{FF2B5EF4-FFF2-40B4-BE49-F238E27FC236}">
                  <a16:creationId xmlns:a16="http://schemas.microsoft.com/office/drawing/2014/main" id="{4BB34938-336A-7F75-FCDB-A268936078B6}"/>
                </a:ext>
              </a:extLst>
            </p:cNvPr>
            <p:cNvSpPr/>
            <p:nvPr/>
          </p:nvSpPr>
          <p:spPr>
            <a:xfrm>
              <a:off x="1057" y="-4361"/>
              <a:ext cx="3121596" cy="390807"/>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rgbClr val="7F7F7F"/>
                  </a:solidFill>
                  <a:ea typeface="Calibri"/>
                  <a:cs typeface="Calibri"/>
                </a:rPr>
                <a:t>Ritos Iniciales</a:t>
              </a:r>
              <a:endParaRPr lang="es-ES" sz="2400">
                <a:solidFill>
                  <a:srgbClr val="7F7F7F"/>
                </a:solidFill>
                <a:ea typeface="Calibri"/>
                <a:cs typeface="Calibri"/>
              </a:endParaRPr>
            </a:p>
          </p:txBody>
        </p:sp>
        <p:sp>
          <p:nvSpPr>
            <p:cNvPr id="14" name="Rectángulo 13">
              <a:extLst>
                <a:ext uri="{FF2B5EF4-FFF2-40B4-BE49-F238E27FC236}">
                  <a16:creationId xmlns:a16="http://schemas.microsoft.com/office/drawing/2014/main" id="{74B7C056-93EC-817B-5FC8-05FBC5ADD742}"/>
                </a:ext>
              </a:extLst>
            </p:cNvPr>
            <p:cNvSpPr/>
            <p:nvPr/>
          </p:nvSpPr>
          <p:spPr>
            <a:xfrm>
              <a:off x="3122126" y="-4360"/>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rgbClr val="7F7F7F"/>
                  </a:solidFill>
                  <a:ea typeface="Calibri"/>
                  <a:cs typeface="Calibri"/>
                </a:rPr>
                <a:t>Liturgia de la Palabra</a:t>
              </a:r>
              <a:endParaRPr lang="es-ES" sz="2400">
                <a:solidFill>
                  <a:srgbClr val="7F7F7F"/>
                </a:solidFill>
                <a:ea typeface="Calibri"/>
                <a:cs typeface="Calibri"/>
              </a:endParaRPr>
            </a:p>
          </p:txBody>
        </p:sp>
        <p:sp>
          <p:nvSpPr>
            <p:cNvPr id="15" name="Rectángulo 14">
              <a:extLst>
                <a:ext uri="{FF2B5EF4-FFF2-40B4-BE49-F238E27FC236}">
                  <a16:creationId xmlns:a16="http://schemas.microsoft.com/office/drawing/2014/main" id="{BE285BF0-F4C3-AF48-2745-5235B2F2DA5F}"/>
                </a:ext>
              </a:extLst>
            </p:cNvPr>
            <p:cNvSpPr/>
            <p:nvPr/>
          </p:nvSpPr>
          <p:spPr>
            <a:xfrm>
              <a:off x="6247290" y="-4361"/>
              <a:ext cx="3132033" cy="517821"/>
            </a:xfrm>
            <a:prstGeom prst="rect">
              <a:avLst/>
            </a:prstGeom>
            <a:solidFill>
              <a:schemeClr val="accent1"/>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800" b="1">
                  <a:solidFill>
                    <a:srgbClr val="000000"/>
                  </a:solidFill>
                  <a:ea typeface="Calibri"/>
                  <a:cs typeface="Calibri"/>
                </a:rPr>
                <a:t>Liturgia Eucarística</a:t>
              </a:r>
              <a:endParaRPr lang="es-ES" sz="2800">
                <a:solidFill>
                  <a:srgbClr val="000000"/>
                </a:solidFill>
                <a:ea typeface="Calibri"/>
                <a:cs typeface="Calibri"/>
              </a:endParaRPr>
            </a:p>
          </p:txBody>
        </p:sp>
      </p:grpSp>
    </p:spTree>
    <p:extLst>
      <p:ext uri="{BB962C8B-B14F-4D97-AF65-F5344CB8AC3E}">
        <p14:creationId xmlns:p14="http://schemas.microsoft.com/office/powerpoint/2010/main" val="2429068323"/>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EEFB80F-A5E3-F74B-8FFC-99E73EFFB86F}"/>
              </a:ext>
            </a:extLst>
          </p:cNvPr>
          <p:cNvSpPr>
            <a:spLocks noGrp="1"/>
          </p:cNvSpPr>
          <p:nvPr>
            <p:ph type="title"/>
          </p:nvPr>
        </p:nvSpPr>
        <p:spPr>
          <a:xfrm>
            <a:off x="838200" y="184651"/>
            <a:ext cx="10515600" cy="1325563"/>
          </a:xfrm>
        </p:spPr>
        <p:txBody>
          <a:bodyPr>
            <a:normAutofit/>
          </a:bodyPr>
          <a:lstStyle/>
          <a:p>
            <a:r>
              <a:rPr lang="es-ES" sz="5400">
                <a:latin typeface="Bradley Hand" pitchFamily="2" charset="77"/>
              </a:rPr>
              <a:t>Santo</a:t>
            </a:r>
          </a:p>
        </p:txBody>
      </p:sp>
      <p:sp>
        <p:nvSpPr>
          <p:cNvPr id="3" name="Marcador de contenido 2">
            <a:extLst>
              <a:ext uri="{FF2B5EF4-FFF2-40B4-BE49-F238E27FC236}">
                <a16:creationId xmlns:a16="http://schemas.microsoft.com/office/drawing/2014/main" id="{4EA5CDE1-21D1-6040-A2EA-3212012934AB}"/>
              </a:ext>
            </a:extLst>
          </p:cNvPr>
          <p:cNvSpPr>
            <a:spLocks noGrp="1"/>
          </p:cNvSpPr>
          <p:nvPr>
            <p:ph idx="1"/>
          </p:nvPr>
        </p:nvSpPr>
        <p:spPr>
          <a:xfrm>
            <a:off x="838200" y="1371600"/>
            <a:ext cx="10515600" cy="4805363"/>
          </a:xfrm>
        </p:spPr>
        <p:txBody>
          <a:bodyPr numCol="2">
            <a:normAutofit fontScale="92500"/>
          </a:bodyPr>
          <a:lstStyle/>
          <a:p>
            <a:pPr marL="0" indent="0">
              <a:buNone/>
            </a:pPr>
            <a:r>
              <a:rPr lang="es-ES_tradnl">
                <a:cs typeface="Calibri" panose="020F0502020204030204" pitchFamily="34" charset="0"/>
              </a:rPr>
              <a:t>Santo es aquel que viene</a:t>
            </a:r>
            <a:endParaRPr lang="es-ES">
              <a:cs typeface="Calibri" panose="020F0502020204030204" pitchFamily="34" charset="0"/>
            </a:endParaRPr>
          </a:p>
          <a:p>
            <a:pPr marL="0" indent="0">
              <a:buNone/>
            </a:pPr>
            <a:r>
              <a:rPr lang="es-ES_tradnl">
                <a:cs typeface="Calibri" panose="020F0502020204030204" pitchFamily="34" charset="0"/>
              </a:rPr>
              <a:t>anunciando la verdad</a:t>
            </a:r>
            <a:endParaRPr lang="es-ES">
              <a:cs typeface="Calibri" panose="020F0502020204030204" pitchFamily="34" charset="0"/>
            </a:endParaRPr>
          </a:p>
          <a:p>
            <a:pPr marL="0" indent="0">
              <a:buNone/>
            </a:pPr>
            <a:r>
              <a:rPr lang="es-ES_tradnl">
                <a:cs typeface="Calibri" panose="020F0502020204030204" pitchFamily="34" charset="0"/>
              </a:rPr>
              <a:t>y a todas sus criaturas</a:t>
            </a:r>
            <a:endParaRPr lang="es-ES">
              <a:cs typeface="Calibri" panose="020F0502020204030204" pitchFamily="34" charset="0"/>
            </a:endParaRPr>
          </a:p>
          <a:p>
            <a:pPr marL="0" indent="0">
              <a:buNone/>
            </a:pPr>
            <a:r>
              <a:rPr lang="es-ES_tradnl">
                <a:cs typeface="Calibri" panose="020F0502020204030204" pitchFamily="34" charset="0"/>
              </a:rPr>
              <a:t>contemplan la unidad.</a:t>
            </a:r>
            <a:endParaRPr lang="es-ES">
              <a:cs typeface="Calibri" panose="020F0502020204030204" pitchFamily="34" charset="0"/>
            </a:endParaRPr>
          </a:p>
          <a:p>
            <a:pPr marL="0" indent="0">
              <a:buNone/>
            </a:pPr>
            <a:r>
              <a:rPr lang="es-ES_tradnl">
                <a:cs typeface="Calibri" panose="020F0502020204030204" pitchFamily="34" charset="0"/>
              </a:rPr>
              <a:t> </a:t>
            </a:r>
          </a:p>
          <a:p>
            <a:pPr marL="0" indent="0">
              <a:buNone/>
            </a:pPr>
            <a:endParaRPr lang="es-ES_tradnl">
              <a:cs typeface="Calibri" panose="020F0502020204030204" pitchFamily="34" charset="0"/>
            </a:endParaRPr>
          </a:p>
          <a:p>
            <a:pPr marL="0" indent="0">
              <a:buNone/>
            </a:pPr>
            <a:endParaRPr lang="es-ES_tradnl">
              <a:cs typeface="Calibri" panose="020F0502020204030204" pitchFamily="34" charset="0"/>
            </a:endParaRPr>
          </a:p>
          <a:p>
            <a:pPr marL="0" indent="0">
              <a:buNone/>
            </a:pPr>
            <a:endParaRPr lang="es-ES">
              <a:cs typeface="Calibri" panose="020F0502020204030204" pitchFamily="34" charset="0"/>
            </a:endParaRPr>
          </a:p>
          <a:p>
            <a:pPr marL="0" indent="0">
              <a:buNone/>
            </a:pPr>
            <a:endParaRPr lang="es-ES">
              <a:cs typeface="Calibri" panose="020F0502020204030204" pitchFamily="34" charset="0"/>
            </a:endParaRPr>
          </a:p>
          <a:p>
            <a:pPr marL="0" indent="0">
              <a:buNone/>
            </a:pPr>
            <a:endParaRPr lang="es-ES">
              <a:cs typeface="Calibri" panose="020F0502020204030204" pitchFamily="34" charset="0"/>
            </a:endParaRPr>
          </a:p>
          <a:p>
            <a:pPr marL="0" indent="0">
              <a:buNone/>
            </a:pPr>
            <a:r>
              <a:rPr lang="es-ES_tradnl">
                <a:cs typeface="Calibri" panose="020F0502020204030204" pitchFamily="34" charset="0"/>
              </a:rPr>
              <a:t>QUE TODOS LOS PUEBLOS TE ALABEN</a:t>
            </a:r>
            <a:endParaRPr lang="es-ES">
              <a:cs typeface="Calibri" panose="020F0502020204030204" pitchFamily="34" charset="0"/>
            </a:endParaRPr>
          </a:p>
          <a:p>
            <a:pPr marL="0" indent="0">
              <a:buNone/>
            </a:pPr>
            <a:r>
              <a:rPr lang="es-ES_tradnl">
                <a:cs typeface="Calibri" panose="020F0502020204030204" pitchFamily="34" charset="0"/>
              </a:rPr>
              <a:t>EN ESPÍRITU Y EN VERDAD</a:t>
            </a:r>
            <a:endParaRPr lang="es-ES">
              <a:cs typeface="Calibri" panose="020F0502020204030204" pitchFamily="34" charset="0"/>
            </a:endParaRPr>
          </a:p>
          <a:p>
            <a:pPr marL="0" indent="0">
              <a:buNone/>
            </a:pPr>
            <a:r>
              <a:rPr lang="es-ES_tradnl">
                <a:cs typeface="Calibri" panose="020F0502020204030204" pitchFamily="34" charset="0"/>
              </a:rPr>
              <a:t>Y ASÍ TODOS SEREMOS</a:t>
            </a:r>
            <a:endParaRPr lang="es-ES">
              <a:cs typeface="Calibri" panose="020F0502020204030204" pitchFamily="34" charset="0"/>
            </a:endParaRPr>
          </a:p>
          <a:p>
            <a:pPr marL="0" indent="0">
              <a:buNone/>
            </a:pPr>
            <a:r>
              <a:rPr lang="es-ES_tradnl">
                <a:cs typeface="Calibri" panose="020F0502020204030204" pitchFamily="34" charset="0"/>
              </a:rPr>
              <a:t>UN PUEBLO EN SANTIDAD (BIS)</a:t>
            </a:r>
            <a:endParaRPr lang="es-ES">
              <a:cs typeface="Calibri" panose="020F0502020204030204" pitchFamily="34" charset="0"/>
            </a:endParaRPr>
          </a:p>
          <a:p>
            <a:pPr marL="0" indent="0">
              <a:buNone/>
            </a:pPr>
            <a:r>
              <a:rPr lang="es-ES_tradnl">
                <a:cs typeface="Calibri" panose="020F0502020204030204" pitchFamily="34" charset="0"/>
              </a:rPr>
              <a:t> </a:t>
            </a:r>
            <a:endParaRPr lang="es-ES">
              <a:cs typeface="Calibri" panose="020F0502020204030204" pitchFamily="34" charset="0"/>
            </a:endParaRPr>
          </a:p>
          <a:p>
            <a:pPr marL="0" indent="0">
              <a:buNone/>
            </a:pPr>
            <a:r>
              <a:rPr lang="es-ES_tradnl">
                <a:cs typeface="Calibri" panose="020F0502020204030204" pitchFamily="34" charset="0"/>
              </a:rPr>
              <a:t>Bendito es aquel que viene</a:t>
            </a:r>
            <a:endParaRPr lang="es-ES">
              <a:cs typeface="Calibri" panose="020F0502020204030204" pitchFamily="34" charset="0"/>
            </a:endParaRPr>
          </a:p>
          <a:p>
            <a:pPr marL="0" indent="0">
              <a:buNone/>
            </a:pPr>
            <a:r>
              <a:rPr lang="es-ES_tradnl">
                <a:cs typeface="Calibri" panose="020F0502020204030204" pitchFamily="34" charset="0"/>
              </a:rPr>
              <a:t>en nombre del Señor</a:t>
            </a:r>
            <a:endParaRPr lang="es-ES">
              <a:cs typeface="Calibri" panose="020F0502020204030204" pitchFamily="34" charset="0"/>
            </a:endParaRPr>
          </a:p>
          <a:p>
            <a:pPr marL="0" indent="0">
              <a:buNone/>
            </a:pPr>
            <a:r>
              <a:rPr lang="es-ES_tradnl">
                <a:cs typeface="Calibri" panose="020F0502020204030204" pitchFamily="34" charset="0"/>
              </a:rPr>
              <a:t>y con su Palabra y su Vida</a:t>
            </a:r>
            <a:endParaRPr lang="es-ES">
              <a:cs typeface="Calibri" panose="020F0502020204030204" pitchFamily="34" charset="0"/>
            </a:endParaRPr>
          </a:p>
          <a:p>
            <a:pPr marL="0" indent="0">
              <a:buNone/>
            </a:pPr>
            <a:r>
              <a:rPr lang="es-ES_tradnl">
                <a:cs typeface="Calibri" panose="020F0502020204030204" pitchFamily="34" charset="0"/>
              </a:rPr>
              <a:t>da testimonio de amor.</a:t>
            </a:r>
            <a:endParaRPr lang="es-ES">
              <a:cs typeface="Calibri" panose="020F0502020204030204" pitchFamily="34" charset="0"/>
            </a:endParaRPr>
          </a:p>
          <a:p>
            <a:pPr marL="0" indent="0">
              <a:buNone/>
            </a:pPr>
            <a:endParaRPr lang="es-ES"/>
          </a:p>
        </p:txBody>
      </p:sp>
      <p:pic>
        <p:nvPicPr>
          <p:cNvPr id="5" name="Imagen 4">
            <a:extLst>
              <a:ext uri="{FF2B5EF4-FFF2-40B4-BE49-F238E27FC236}">
                <a16:creationId xmlns:a16="http://schemas.microsoft.com/office/drawing/2014/main" id="{A2C98D65-682B-AC4F-89D7-FD644E7A7194}"/>
              </a:ext>
            </a:extLst>
          </p:cNvPr>
          <p:cNvPicPr/>
          <p:nvPr/>
        </p:nvPicPr>
        <p:blipFill>
          <a:blip r:embed="rId2">
            <a:extLst>
              <a:ext uri="{28A0092B-C50C-407E-A947-70E740481C1C}">
                <a14:useLocalDpi xmlns:a14="http://schemas.microsoft.com/office/drawing/2010/main" val="0"/>
              </a:ext>
            </a:extLst>
          </a:blip>
          <a:stretch>
            <a:fillRect/>
          </a:stretch>
        </p:blipFill>
        <p:spPr>
          <a:xfrm>
            <a:off x="838200" y="3544595"/>
            <a:ext cx="4022558" cy="2747921"/>
          </a:xfrm>
          <a:prstGeom prst="rect">
            <a:avLst/>
          </a:prstGeom>
        </p:spPr>
      </p:pic>
    </p:spTree>
    <p:extLst>
      <p:ext uri="{BB962C8B-B14F-4D97-AF65-F5344CB8AC3E}">
        <p14:creationId xmlns:p14="http://schemas.microsoft.com/office/powerpoint/2010/main" val="3427697804"/>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6ADF8A8-2CD5-EDE6-CEB6-990B3CE77F7B}"/>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3179E81A-65D5-3603-DCE0-C051077CF8CF}"/>
              </a:ext>
            </a:extLst>
          </p:cNvPr>
          <p:cNvSpPr>
            <a:spLocks noGrp="1"/>
          </p:cNvSpPr>
          <p:nvPr>
            <p:ph type="title"/>
          </p:nvPr>
        </p:nvSpPr>
        <p:spPr>
          <a:xfrm>
            <a:off x="838200" y="184651"/>
            <a:ext cx="10515600" cy="1325563"/>
          </a:xfrm>
        </p:spPr>
        <p:txBody>
          <a:bodyPr>
            <a:normAutofit/>
          </a:bodyPr>
          <a:lstStyle/>
          <a:p>
            <a:r>
              <a:rPr lang="es-ES" sz="5400">
                <a:latin typeface="Bradley Hand" pitchFamily="2" charset="77"/>
              </a:rPr>
              <a:t>Santo Rey León</a:t>
            </a:r>
          </a:p>
        </p:txBody>
      </p:sp>
      <p:sp>
        <p:nvSpPr>
          <p:cNvPr id="3" name="Marcador de contenido 2">
            <a:extLst>
              <a:ext uri="{FF2B5EF4-FFF2-40B4-BE49-F238E27FC236}">
                <a16:creationId xmlns:a16="http://schemas.microsoft.com/office/drawing/2014/main" id="{87D1E59C-BC5C-80CD-25C2-AC23F5348DAD}"/>
              </a:ext>
            </a:extLst>
          </p:cNvPr>
          <p:cNvSpPr>
            <a:spLocks noGrp="1"/>
          </p:cNvSpPr>
          <p:nvPr>
            <p:ph idx="1"/>
          </p:nvPr>
        </p:nvSpPr>
        <p:spPr>
          <a:xfrm>
            <a:off x="838200" y="1371600"/>
            <a:ext cx="10515600" cy="4805363"/>
          </a:xfrm>
        </p:spPr>
        <p:txBody>
          <a:bodyPr numCol="2">
            <a:normAutofit/>
          </a:bodyPr>
          <a:lstStyle/>
          <a:p>
            <a:pPr marL="0" indent="0">
              <a:buNone/>
            </a:pPr>
            <a:r>
              <a:rPr lang="es-ES">
                <a:cs typeface="Calibri" panose="020F0502020204030204" pitchFamily="34" charset="0"/>
              </a:rPr>
              <a:t>Santo, Santo, Santo, Santo </a:t>
            </a:r>
            <a:r>
              <a:rPr lang="es-ES" err="1">
                <a:cs typeface="Calibri" panose="020F0502020204030204" pitchFamily="34" charset="0"/>
              </a:rPr>
              <a:t>Santo</a:t>
            </a:r>
            <a:r>
              <a:rPr lang="es-ES">
                <a:cs typeface="Calibri" panose="020F0502020204030204" pitchFamily="34" charset="0"/>
              </a:rPr>
              <a:t> es el Señor.</a:t>
            </a:r>
          </a:p>
          <a:p>
            <a:pPr marL="0" indent="0">
              <a:buNone/>
            </a:pPr>
            <a:r>
              <a:rPr lang="es-ES">
                <a:cs typeface="Calibri" panose="020F0502020204030204" pitchFamily="34" charset="0"/>
              </a:rPr>
              <a:t>Llenos están cielos y tierra de tu Gloria</a:t>
            </a:r>
          </a:p>
          <a:p>
            <a:pPr marL="0" indent="0">
              <a:buNone/>
            </a:pPr>
            <a:r>
              <a:rPr lang="es-ES">
                <a:cs typeface="Calibri" panose="020F0502020204030204" pitchFamily="34" charset="0"/>
              </a:rPr>
              <a:t>Hosanna en el cielo Bendito es el que viene,</a:t>
            </a:r>
          </a:p>
          <a:p>
            <a:pPr marL="0" indent="0">
              <a:buNone/>
            </a:pPr>
            <a:r>
              <a:rPr lang="es-ES">
                <a:cs typeface="Calibri" panose="020F0502020204030204" pitchFamily="34" charset="0"/>
              </a:rPr>
              <a:t>En el nombre del Señor, Hosanna en el Cielo</a:t>
            </a:r>
          </a:p>
          <a:p>
            <a:pPr marL="0" indent="0">
              <a:buNone/>
            </a:pPr>
            <a:endParaRPr lang="es-ES"/>
          </a:p>
        </p:txBody>
      </p:sp>
      <p:pic>
        <p:nvPicPr>
          <p:cNvPr id="5" name="Imagen 4">
            <a:extLst>
              <a:ext uri="{FF2B5EF4-FFF2-40B4-BE49-F238E27FC236}">
                <a16:creationId xmlns:a16="http://schemas.microsoft.com/office/drawing/2014/main" id="{F50981CB-0149-74A5-F66A-2529C885EE39}"/>
              </a:ext>
            </a:extLst>
          </p:cNvPr>
          <p:cNvPicPr/>
          <p:nvPr/>
        </p:nvPicPr>
        <p:blipFill>
          <a:blip r:embed="rId2">
            <a:extLst>
              <a:ext uri="{28A0092B-C50C-407E-A947-70E740481C1C}">
                <a14:useLocalDpi xmlns:a14="http://schemas.microsoft.com/office/drawing/2010/main" val="0"/>
              </a:ext>
            </a:extLst>
          </a:blip>
          <a:stretch>
            <a:fillRect/>
          </a:stretch>
        </p:blipFill>
        <p:spPr>
          <a:xfrm>
            <a:off x="6771409" y="2055039"/>
            <a:ext cx="4022558" cy="2747921"/>
          </a:xfrm>
          <a:prstGeom prst="rect">
            <a:avLst/>
          </a:prstGeom>
        </p:spPr>
      </p:pic>
    </p:spTree>
    <p:extLst>
      <p:ext uri="{BB962C8B-B14F-4D97-AF65-F5344CB8AC3E}">
        <p14:creationId xmlns:p14="http://schemas.microsoft.com/office/powerpoint/2010/main" val="1782004450"/>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2050" name="Picture 2" descr="http://3.bp.blogspot.com/_4mz9e6d9J7I/TN6kkaL5u4I/AAAAAAAAAE8/THkEDYV7PbQ/s1600/DOMINGO%2B33%2BFANO.jp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685072" y="2179786"/>
            <a:ext cx="3460264" cy="3267067"/>
          </a:xfrm>
          <a:prstGeom prst="rect">
            <a:avLst/>
          </a:prstGeom>
          <a:ln>
            <a:noFill/>
          </a:ln>
          <a:effectLst>
            <a:outerShdw blurRad="190500" algn="tl" rotWithShape="0">
              <a:srgbClr val="000000">
                <a:alpha val="70000"/>
              </a:srgbClr>
            </a:outerShdw>
          </a:effectLst>
          <a:extLst>
            <a:ext uri="{909E8E84-426E-40DD-AFC4-6F175D3DCCD1}">
              <a14:hiddenFill xmlns:a14="http://schemas.microsoft.com/office/drawing/2010/main">
                <a:solidFill>
                  <a:srgbClr val="FFFFFF"/>
                </a:solidFill>
              </a14:hiddenFill>
            </a:ext>
          </a:extLst>
        </p:spPr>
      </p:pic>
      <p:sp>
        <p:nvSpPr>
          <p:cNvPr id="10" name="1 Título">
            <a:extLst>
              <a:ext uri="{FF2B5EF4-FFF2-40B4-BE49-F238E27FC236}">
                <a16:creationId xmlns:a16="http://schemas.microsoft.com/office/drawing/2014/main" id="{2BD349E4-D40C-423B-A950-491021B14A82}"/>
              </a:ext>
            </a:extLst>
          </p:cNvPr>
          <p:cNvSpPr>
            <a:spLocks noGrp="1"/>
          </p:cNvSpPr>
          <p:nvPr>
            <p:ph type="title" idx="4294967295"/>
          </p:nvPr>
        </p:nvSpPr>
        <p:spPr>
          <a:xfrm>
            <a:off x="1307691" y="638033"/>
            <a:ext cx="3967163" cy="728662"/>
          </a:xfrm>
        </p:spPr>
        <p:txBody>
          <a:bodyPr>
            <a:normAutofit/>
          </a:bodyPr>
          <a:lstStyle/>
          <a:p>
            <a:pPr algn="ctr"/>
            <a:r>
              <a:rPr lang="es-ES" sz="3600" b="1"/>
              <a:t>SANTO AFRICANO</a:t>
            </a:r>
          </a:p>
        </p:txBody>
      </p:sp>
      <p:sp>
        <p:nvSpPr>
          <p:cNvPr id="11" name="3 Marcador de contenido">
            <a:extLst>
              <a:ext uri="{FF2B5EF4-FFF2-40B4-BE49-F238E27FC236}">
                <a16:creationId xmlns:a16="http://schemas.microsoft.com/office/drawing/2014/main" id="{893E9539-CCE1-4603-B69E-CBEB1DDA5DA4}"/>
              </a:ext>
            </a:extLst>
          </p:cNvPr>
          <p:cNvSpPr>
            <a:spLocks noGrp="1"/>
          </p:cNvSpPr>
          <p:nvPr>
            <p:ph idx="4294967295"/>
          </p:nvPr>
        </p:nvSpPr>
        <p:spPr>
          <a:xfrm>
            <a:off x="1046664" y="1587463"/>
            <a:ext cx="7800975" cy="5668962"/>
          </a:xfrm>
          <a:prstGeom prst="rect">
            <a:avLst/>
          </a:prstGeom>
        </p:spPr>
        <p:txBody>
          <a:bodyPr numCol="1" spcCol="720000">
            <a:normAutofit/>
          </a:bodyPr>
          <a:lstStyle/>
          <a:p>
            <a:pPr>
              <a:buNone/>
            </a:pPr>
            <a:r>
              <a:rPr lang="es-ES" b="1"/>
              <a:t>Santo, santo hosanna (BIS)</a:t>
            </a:r>
          </a:p>
          <a:p>
            <a:pPr>
              <a:buNone/>
            </a:pPr>
            <a:r>
              <a:rPr lang="es-ES" b="1"/>
              <a:t>Hosanna eh, hosanna eh</a:t>
            </a:r>
          </a:p>
          <a:p>
            <a:pPr>
              <a:buNone/>
            </a:pPr>
            <a:r>
              <a:rPr lang="es-ES" b="1"/>
              <a:t>Hosanna a Cristo el Señor (BIS)</a:t>
            </a:r>
          </a:p>
          <a:p>
            <a:pPr>
              <a:buNone/>
            </a:pPr>
            <a:endParaRPr lang="es-ES" sz="2400"/>
          </a:p>
          <a:p>
            <a:pPr>
              <a:buNone/>
            </a:pPr>
            <a:r>
              <a:rPr lang="es-ES" sz="2400"/>
              <a:t>Los cielos y la tierra están llenos </a:t>
            </a:r>
          </a:p>
          <a:p>
            <a:pPr>
              <a:buNone/>
            </a:pPr>
            <a:r>
              <a:rPr lang="es-ES" sz="2400"/>
              <a:t>De tu gloria Señor.</a:t>
            </a:r>
          </a:p>
          <a:p>
            <a:pPr>
              <a:buNone/>
            </a:pPr>
            <a:endParaRPr lang="es-ES" sz="2400"/>
          </a:p>
          <a:p>
            <a:pPr>
              <a:buNone/>
            </a:pPr>
            <a:r>
              <a:rPr lang="es-ES" sz="2400"/>
              <a:t>Bendito el que viene en el nombre</a:t>
            </a:r>
          </a:p>
          <a:p>
            <a:pPr>
              <a:buNone/>
            </a:pPr>
            <a:r>
              <a:rPr lang="es-ES" sz="2400"/>
              <a:t>En el nombre del Señor.</a:t>
            </a:r>
          </a:p>
        </p:txBody>
      </p:sp>
      <p:grpSp>
        <p:nvGrpSpPr>
          <p:cNvPr id="7" name="Grupo 6">
            <a:extLst>
              <a:ext uri="{FF2B5EF4-FFF2-40B4-BE49-F238E27FC236}">
                <a16:creationId xmlns:a16="http://schemas.microsoft.com/office/drawing/2014/main" id="{D3CAB629-913B-C47A-421D-13862CFC53BF}"/>
              </a:ext>
            </a:extLst>
          </p:cNvPr>
          <p:cNvGrpSpPr/>
          <p:nvPr/>
        </p:nvGrpSpPr>
        <p:grpSpPr>
          <a:xfrm>
            <a:off x="1057" y="-4361"/>
            <a:ext cx="12190282" cy="517821"/>
            <a:chOff x="1057" y="-4361"/>
            <a:chExt cx="12503431" cy="517821"/>
          </a:xfrm>
        </p:grpSpPr>
        <p:sp>
          <p:nvSpPr>
            <p:cNvPr id="3" name="Rectángulo 2">
              <a:extLst>
                <a:ext uri="{FF2B5EF4-FFF2-40B4-BE49-F238E27FC236}">
                  <a16:creationId xmlns:a16="http://schemas.microsoft.com/office/drawing/2014/main" id="{4B801E0C-771A-6C71-317E-CE1EB9B393C2}"/>
                </a:ext>
              </a:extLst>
            </p:cNvPr>
            <p:cNvSpPr/>
            <p:nvPr/>
          </p:nvSpPr>
          <p:spPr>
            <a:xfrm>
              <a:off x="9372455" y="-4360"/>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Rito de Conclusión</a:t>
              </a:r>
              <a:endParaRPr lang="es-ES">
                <a:solidFill>
                  <a:schemeClr val="tx1">
                    <a:lumMod val="49000"/>
                    <a:lumOff val="51000"/>
                  </a:schemeClr>
                </a:solidFill>
                <a:ea typeface="Calibri"/>
                <a:cs typeface="Calibri"/>
              </a:endParaRPr>
            </a:p>
          </p:txBody>
        </p:sp>
        <p:sp>
          <p:nvSpPr>
            <p:cNvPr id="4" name="Rectángulo 3">
              <a:extLst>
                <a:ext uri="{FF2B5EF4-FFF2-40B4-BE49-F238E27FC236}">
                  <a16:creationId xmlns:a16="http://schemas.microsoft.com/office/drawing/2014/main" id="{7FEF8153-375D-00E7-6292-3560EA03FA23}"/>
                </a:ext>
              </a:extLst>
            </p:cNvPr>
            <p:cNvSpPr/>
            <p:nvPr/>
          </p:nvSpPr>
          <p:spPr>
            <a:xfrm>
              <a:off x="1057" y="-4361"/>
              <a:ext cx="3121596" cy="390807"/>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rgbClr val="7F7F7F"/>
                  </a:solidFill>
                  <a:ea typeface="Calibri"/>
                  <a:cs typeface="Calibri"/>
                </a:rPr>
                <a:t>Ritos Iniciales</a:t>
              </a:r>
              <a:endParaRPr lang="es-ES" sz="2400">
                <a:solidFill>
                  <a:srgbClr val="7F7F7F"/>
                </a:solidFill>
                <a:ea typeface="Calibri"/>
                <a:cs typeface="Calibri"/>
              </a:endParaRPr>
            </a:p>
          </p:txBody>
        </p:sp>
        <p:sp>
          <p:nvSpPr>
            <p:cNvPr id="5" name="Rectángulo 4">
              <a:extLst>
                <a:ext uri="{FF2B5EF4-FFF2-40B4-BE49-F238E27FC236}">
                  <a16:creationId xmlns:a16="http://schemas.microsoft.com/office/drawing/2014/main" id="{6F509E0A-E1FB-E3BC-45D1-C91E62DB1D05}"/>
                </a:ext>
              </a:extLst>
            </p:cNvPr>
            <p:cNvSpPr/>
            <p:nvPr/>
          </p:nvSpPr>
          <p:spPr>
            <a:xfrm>
              <a:off x="3122126" y="-4360"/>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rgbClr val="7F7F7F"/>
                  </a:solidFill>
                  <a:ea typeface="Calibri"/>
                  <a:cs typeface="Calibri"/>
                </a:rPr>
                <a:t>Liturgia de la Palabra</a:t>
              </a:r>
              <a:endParaRPr lang="es-ES" sz="2400">
                <a:solidFill>
                  <a:srgbClr val="7F7F7F"/>
                </a:solidFill>
                <a:ea typeface="Calibri"/>
                <a:cs typeface="Calibri"/>
              </a:endParaRPr>
            </a:p>
          </p:txBody>
        </p:sp>
        <p:sp>
          <p:nvSpPr>
            <p:cNvPr id="6" name="Rectángulo 5">
              <a:extLst>
                <a:ext uri="{FF2B5EF4-FFF2-40B4-BE49-F238E27FC236}">
                  <a16:creationId xmlns:a16="http://schemas.microsoft.com/office/drawing/2014/main" id="{F9FF2C2D-00A6-E226-4F6A-6C51ADDAEC8F}"/>
                </a:ext>
              </a:extLst>
            </p:cNvPr>
            <p:cNvSpPr/>
            <p:nvPr/>
          </p:nvSpPr>
          <p:spPr>
            <a:xfrm>
              <a:off x="6247290" y="-4361"/>
              <a:ext cx="3132033" cy="517821"/>
            </a:xfrm>
            <a:prstGeom prst="rect">
              <a:avLst/>
            </a:prstGeom>
            <a:solidFill>
              <a:schemeClr val="accent1"/>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800" b="1">
                  <a:solidFill>
                    <a:srgbClr val="000000"/>
                  </a:solidFill>
                  <a:ea typeface="Calibri"/>
                  <a:cs typeface="Calibri"/>
                </a:rPr>
                <a:t>Liturgia Eucarística</a:t>
              </a:r>
              <a:endParaRPr lang="es-ES" sz="2800">
                <a:solidFill>
                  <a:srgbClr val="000000"/>
                </a:solidFill>
                <a:ea typeface="Calibri"/>
                <a:cs typeface="Calibri"/>
              </a:endParaRPr>
            </a:p>
          </p:txBody>
        </p:sp>
      </p:grpSp>
    </p:spTree>
    <p:extLst>
      <p:ext uri="{BB962C8B-B14F-4D97-AF65-F5344CB8AC3E}">
        <p14:creationId xmlns:p14="http://schemas.microsoft.com/office/powerpoint/2010/main" val="2995481632"/>
      </p:ext>
    </p:extLst>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sld>
</file>

<file path=ppt/slides/slide6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ítulo 1"/>
          <p:cNvSpPr>
            <a:spLocks noGrp="1"/>
          </p:cNvSpPr>
          <p:nvPr>
            <p:ph type="title" idx="4294967295"/>
          </p:nvPr>
        </p:nvSpPr>
        <p:spPr>
          <a:xfrm>
            <a:off x="2066926" y="1"/>
            <a:ext cx="8601075" cy="1281113"/>
          </a:xfrm>
        </p:spPr>
        <p:txBody>
          <a:bodyPr>
            <a:normAutofit/>
          </a:bodyPr>
          <a:lstStyle/>
          <a:p>
            <a:pPr algn="ctr"/>
            <a:r>
              <a:rPr lang="fr-FR" sz="4000">
                <a:cs typeface="Calibri" panose="020F0502020204030204" pitchFamily="34" charset="0"/>
              </a:rPr>
              <a:t>SANTO (EL SADDAY)</a:t>
            </a:r>
            <a:endParaRPr lang="es-ES" sz="4000">
              <a:cs typeface="Calibri" panose="020F0502020204030204" pitchFamily="34" charset="0"/>
            </a:endParaRPr>
          </a:p>
        </p:txBody>
      </p:sp>
      <p:sp>
        <p:nvSpPr>
          <p:cNvPr id="3" name="Marcador de contenido 2"/>
          <p:cNvSpPr>
            <a:spLocks noGrp="1"/>
          </p:cNvSpPr>
          <p:nvPr>
            <p:ph idx="4294967295"/>
          </p:nvPr>
        </p:nvSpPr>
        <p:spPr>
          <a:xfrm>
            <a:off x="1909764" y="971550"/>
            <a:ext cx="8758237" cy="6102350"/>
          </a:xfrm>
        </p:spPr>
        <p:txBody>
          <a:bodyPr numCol="2">
            <a:normAutofit/>
          </a:bodyPr>
          <a:lstStyle/>
          <a:p>
            <a:pPr marL="0" indent="0">
              <a:buNone/>
            </a:pPr>
            <a:r>
              <a:rPr lang="es-ES_tradnl">
                <a:cs typeface="Calibri" panose="020F0502020204030204" pitchFamily="34" charset="0"/>
              </a:rPr>
              <a:t>Santo es aquel que viene</a:t>
            </a:r>
            <a:endParaRPr lang="es-ES">
              <a:cs typeface="Calibri" panose="020F0502020204030204" pitchFamily="34" charset="0"/>
            </a:endParaRPr>
          </a:p>
          <a:p>
            <a:pPr marL="0" indent="0">
              <a:buNone/>
            </a:pPr>
            <a:r>
              <a:rPr lang="es-ES_tradnl">
                <a:cs typeface="Calibri" panose="020F0502020204030204" pitchFamily="34" charset="0"/>
              </a:rPr>
              <a:t>anunciando la verdad</a:t>
            </a:r>
            <a:endParaRPr lang="es-ES">
              <a:cs typeface="Calibri" panose="020F0502020204030204" pitchFamily="34" charset="0"/>
            </a:endParaRPr>
          </a:p>
          <a:p>
            <a:pPr marL="0" indent="0">
              <a:buNone/>
            </a:pPr>
            <a:r>
              <a:rPr lang="es-ES_tradnl">
                <a:cs typeface="Calibri" panose="020F0502020204030204" pitchFamily="34" charset="0"/>
              </a:rPr>
              <a:t>ya todas sus criaturas</a:t>
            </a:r>
            <a:endParaRPr lang="es-ES">
              <a:cs typeface="Calibri" panose="020F0502020204030204" pitchFamily="34" charset="0"/>
            </a:endParaRPr>
          </a:p>
          <a:p>
            <a:pPr marL="0" indent="0">
              <a:buNone/>
            </a:pPr>
            <a:r>
              <a:rPr lang="es-ES_tradnl">
                <a:cs typeface="Calibri" panose="020F0502020204030204" pitchFamily="34" charset="0"/>
              </a:rPr>
              <a:t>contemplan la unidad.</a:t>
            </a:r>
            <a:endParaRPr lang="es-ES">
              <a:cs typeface="Calibri" panose="020F0502020204030204" pitchFamily="34" charset="0"/>
            </a:endParaRPr>
          </a:p>
          <a:p>
            <a:pPr marL="0" indent="0">
              <a:buNone/>
            </a:pPr>
            <a:r>
              <a:rPr lang="es-ES_tradnl">
                <a:cs typeface="Calibri" panose="020F0502020204030204" pitchFamily="34" charset="0"/>
              </a:rPr>
              <a:t> </a:t>
            </a:r>
            <a:endParaRPr lang="es-ES">
              <a:cs typeface="Calibri" panose="020F0502020204030204" pitchFamily="34" charset="0"/>
            </a:endParaRPr>
          </a:p>
          <a:p>
            <a:pPr marL="0" indent="0">
              <a:buNone/>
            </a:pPr>
            <a:r>
              <a:rPr lang="es-ES_tradnl">
                <a:cs typeface="Calibri" panose="020F0502020204030204" pitchFamily="34" charset="0"/>
              </a:rPr>
              <a:t>QUE TODOS LOS PUEBLOS TE ALABEN</a:t>
            </a:r>
            <a:endParaRPr lang="es-ES">
              <a:cs typeface="Calibri" panose="020F0502020204030204" pitchFamily="34" charset="0"/>
            </a:endParaRPr>
          </a:p>
          <a:p>
            <a:pPr marL="0" indent="0">
              <a:buNone/>
            </a:pPr>
            <a:r>
              <a:rPr lang="es-ES_tradnl">
                <a:cs typeface="Calibri" panose="020F0502020204030204" pitchFamily="34" charset="0"/>
              </a:rPr>
              <a:t>EN ESPÍRITU Y EN VERDAD</a:t>
            </a:r>
            <a:endParaRPr lang="es-ES">
              <a:cs typeface="Calibri" panose="020F0502020204030204" pitchFamily="34" charset="0"/>
            </a:endParaRPr>
          </a:p>
          <a:p>
            <a:pPr marL="0" indent="0">
              <a:buNone/>
            </a:pPr>
            <a:r>
              <a:rPr lang="es-ES_tradnl">
                <a:cs typeface="Calibri" panose="020F0502020204030204" pitchFamily="34" charset="0"/>
              </a:rPr>
              <a:t>Y ASÍ TODOS SEREMOS</a:t>
            </a:r>
            <a:endParaRPr lang="es-ES">
              <a:cs typeface="Calibri" panose="020F0502020204030204" pitchFamily="34" charset="0"/>
            </a:endParaRPr>
          </a:p>
          <a:p>
            <a:pPr marL="0" indent="0">
              <a:buNone/>
            </a:pPr>
            <a:r>
              <a:rPr lang="es-ES_tradnl">
                <a:cs typeface="Calibri" panose="020F0502020204030204" pitchFamily="34" charset="0"/>
              </a:rPr>
              <a:t>UN PUEBLO EN SANTIDAD (BIS)</a:t>
            </a:r>
            <a:endParaRPr lang="es-ES">
              <a:cs typeface="Calibri" panose="020F0502020204030204" pitchFamily="34" charset="0"/>
            </a:endParaRPr>
          </a:p>
          <a:p>
            <a:pPr marL="0" indent="0">
              <a:buNone/>
            </a:pPr>
            <a:r>
              <a:rPr lang="es-ES_tradnl">
                <a:cs typeface="Calibri" panose="020F0502020204030204" pitchFamily="34" charset="0"/>
              </a:rPr>
              <a:t> </a:t>
            </a:r>
            <a:endParaRPr lang="es-ES">
              <a:cs typeface="Calibri" panose="020F0502020204030204" pitchFamily="34" charset="0"/>
            </a:endParaRPr>
          </a:p>
          <a:p>
            <a:pPr marL="0" indent="0">
              <a:buNone/>
            </a:pPr>
            <a:r>
              <a:rPr lang="es-ES_tradnl">
                <a:cs typeface="Calibri" panose="020F0502020204030204" pitchFamily="34" charset="0"/>
              </a:rPr>
              <a:t>Bendito es aquel que viene</a:t>
            </a:r>
            <a:endParaRPr lang="es-ES">
              <a:cs typeface="Calibri" panose="020F0502020204030204" pitchFamily="34" charset="0"/>
            </a:endParaRPr>
          </a:p>
          <a:p>
            <a:pPr marL="0" indent="0">
              <a:buNone/>
            </a:pPr>
            <a:r>
              <a:rPr lang="es-ES_tradnl">
                <a:cs typeface="Calibri" panose="020F0502020204030204" pitchFamily="34" charset="0"/>
              </a:rPr>
              <a:t>en nombre del Señor</a:t>
            </a:r>
            <a:endParaRPr lang="es-ES">
              <a:cs typeface="Calibri" panose="020F0502020204030204" pitchFamily="34" charset="0"/>
            </a:endParaRPr>
          </a:p>
          <a:p>
            <a:pPr marL="0" indent="0">
              <a:buNone/>
            </a:pPr>
            <a:r>
              <a:rPr lang="es-ES_tradnl">
                <a:cs typeface="Calibri" panose="020F0502020204030204" pitchFamily="34" charset="0"/>
              </a:rPr>
              <a:t>y con su Palabra y su Vida</a:t>
            </a:r>
            <a:endParaRPr lang="es-ES">
              <a:cs typeface="Calibri" panose="020F0502020204030204" pitchFamily="34" charset="0"/>
            </a:endParaRPr>
          </a:p>
          <a:p>
            <a:pPr marL="0" indent="0">
              <a:buNone/>
            </a:pPr>
            <a:r>
              <a:rPr lang="es-ES_tradnl">
                <a:cs typeface="Calibri" panose="020F0502020204030204" pitchFamily="34" charset="0"/>
              </a:rPr>
              <a:t>da testimonio de amor.</a:t>
            </a:r>
            <a:endParaRPr lang="es-ES">
              <a:cs typeface="Calibri" panose="020F0502020204030204" pitchFamily="34" charset="0"/>
            </a:endParaRPr>
          </a:p>
          <a:p>
            <a:pPr marL="0" indent="0">
              <a:buNone/>
            </a:pPr>
            <a:endParaRPr lang="es-ES"/>
          </a:p>
        </p:txBody>
      </p:sp>
      <p:pic>
        <p:nvPicPr>
          <p:cNvPr id="4" name="Picture 2" descr="http://3.bp.blogspot.com/_4mz9e6d9J7I/TN6kkaL5u4I/AAAAAAAAAE8/THkEDYV7PbQ/s1600/DOMINGO%2B33%2BFANO.jpg">
            <a:extLst>
              <a:ext uri="{FF2B5EF4-FFF2-40B4-BE49-F238E27FC236}">
                <a16:creationId xmlns:a16="http://schemas.microsoft.com/office/drawing/2014/main" id="{80E00B2F-5552-D0E3-64A3-97CB4DDB3937}"/>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591554" y="3187704"/>
            <a:ext cx="3460264" cy="3267067"/>
          </a:xfrm>
          <a:prstGeom prst="rect">
            <a:avLst/>
          </a:prstGeom>
          <a:ln>
            <a:noFill/>
          </a:ln>
          <a:effectLst>
            <a:outerShdw blurRad="190500" algn="tl" rotWithShape="0">
              <a:srgbClr val="000000">
                <a:alpha val="70000"/>
              </a:srgbClr>
            </a:outerShdw>
          </a:effectLst>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69553785"/>
      </p:ext>
    </p:extLst>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sld>
</file>

<file path=ppt/slides/slide65.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013C487D-DD75-CE91-6413-81A7BC1DE772}"/>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72EEC4DE-F816-C121-A5BB-62C5ADF088F6}"/>
              </a:ext>
            </a:extLst>
          </p:cNvPr>
          <p:cNvSpPr>
            <a:spLocks noGrp="1"/>
          </p:cNvSpPr>
          <p:nvPr>
            <p:ph type="title" idx="4294967295"/>
          </p:nvPr>
        </p:nvSpPr>
        <p:spPr>
          <a:xfrm>
            <a:off x="1449610" y="221849"/>
            <a:ext cx="8601075" cy="1281113"/>
          </a:xfrm>
        </p:spPr>
        <p:txBody>
          <a:bodyPr>
            <a:normAutofit/>
          </a:bodyPr>
          <a:lstStyle/>
          <a:p>
            <a:pPr algn="ctr"/>
            <a:r>
              <a:rPr lang="fr-FR" sz="4000">
                <a:cs typeface="Calibri"/>
              </a:rPr>
              <a:t>SANTO (</a:t>
            </a:r>
            <a:r>
              <a:rPr lang="fr-FR" sz="4000" err="1">
                <a:cs typeface="Calibri"/>
              </a:rPr>
              <a:t>Brotes</a:t>
            </a:r>
            <a:r>
              <a:rPr lang="fr-FR" sz="4000">
                <a:cs typeface="Calibri"/>
              </a:rPr>
              <a:t> de </a:t>
            </a:r>
            <a:r>
              <a:rPr lang="fr-FR" sz="4000" err="1">
                <a:cs typeface="Calibri"/>
              </a:rPr>
              <a:t>olivo</a:t>
            </a:r>
            <a:r>
              <a:rPr lang="fr-FR" sz="4000">
                <a:cs typeface="Calibri"/>
              </a:rPr>
              <a:t>)</a:t>
            </a:r>
            <a:endParaRPr lang="es-ES" sz="4000">
              <a:cs typeface="Calibri"/>
            </a:endParaRPr>
          </a:p>
        </p:txBody>
      </p:sp>
      <p:sp>
        <p:nvSpPr>
          <p:cNvPr id="3" name="Marcador de contenido 2">
            <a:extLst>
              <a:ext uri="{FF2B5EF4-FFF2-40B4-BE49-F238E27FC236}">
                <a16:creationId xmlns:a16="http://schemas.microsoft.com/office/drawing/2014/main" id="{2CEB629D-D7FB-6639-4F48-6959C08A9C1A}"/>
              </a:ext>
            </a:extLst>
          </p:cNvPr>
          <p:cNvSpPr>
            <a:spLocks noGrp="1"/>
          </p:cNvSpPr>
          <p:nvPr>
            <p:ph idx="4294967295"/>
          </p:nvPr>
        </p:nvSpPr>
        <p:spPr>
          <a:xfrm>
            <a:off x="1446777" y="1270562"/>
            <a:ext cx="8835402" cy="5378933"/>
          </a:xfrm>
        </p:spPr>
        <p:txBody>
          <a:bodyPr vert="horz" lIns="91440" tIns="45720" rIns="91440" bIns="45720" numCol="2" rtlCol="0" anchor="t">
            <a:noAutofit/>
          </a:bodyPr>
          <a:lstStyle/>
          <a:p>
            <a:pPr marL="0" indent="0">
              <a:buNone/>
            </a:pPr>
            <a:r>
              <a:rPr lang="es-ES_tradnl" sz="1800">
                <a:cs typeface="Calibri"/>
              </a:rPr>
              <a:t>Rey de los cielos y tierra,</a:t>
            </a:r>
            <a:endParaRPr lang="es-ES" sz="1800">
              <a:ea typeface="Calibri"/>
              <a:cs typeface="Calibri"/>
            </a:endParaRPr>
          </a:p>
          <a:p>
            <a:pPr marL="0" indent="0">
              <a:buNone/>
            </a:pPr>
            <a:r>
              <a:rPr lang="es-ES_tradnl" sz="1800">
                <a:cs typeface="Calibri"/>
              </a:rPr>
              <a:t>haz que tu fama me venga</a:t>
            </a:r>
            <a:endParaRPr lang="es-ES" sz="1800">
              <a:ea typeface="Calibri"/>
              <a:cs typeface="Calibri"/>
            </a:endParaRPr>
          </a:p>
          <a:p>
            <a:pPr marL="0" indent="0">
              <a:buNone/>
            </a:pPr>
            <a:r>
              <a:rPr lang="es-ES_tradnl" sz="1800">
                <a:cs typeface="Calibri"/>
              </a:rPr>
              <a:t>hasta mi pobre persona</a:t>
            </a:r>
            <a:endParaRPr lang="es-ES" sz="1800">
              <a:ea typeface="Calibri"/>
              <a:cs typeface="Calibri"/>
            </a:endParaRPr>
          </a:p>
          <a:p>
            <a:pPr marL="0" indent="0">
              <a:buNone/>
            </a:pPr>
            <a:r>
              <a:rPr lang="es-ES_tradnl" sz="1800">
                <a:cs typeface="Calibri"/>
              </a:rPr>
              <a:t>y que note su presencia.</a:t>
            </a:r>
            <a:endParaRPr lang="es-ES" sz="1800">
              <a:ea typeface="Calibri"/>
              <a:cs typeface="Calibri"/>
            </a:endParaRPr>
          </a:p>
          <a:p>
            <a:pPr marL="0" indent="0">
              <a:buNone/>
            </a:pPr>
            <a:endParaRPr lang="es-ES_tradnl" sz="1800">
              <a:ea typeface="Calibri"/>
              <a:cs typeface="Calibri"/>
            </a:endParaRPr>
          </a:p>
          <a:p>
            <a:pPr marL="0" indent="0">
              <a:buNone/>
            </a:pPr>
            <a:r>
              <a:rPr lang="es-ES_tradnl" sz="1800">
                <a:ea typeface="Calibri"/>
                <a:cs typeface="Calibri"/>
              </a:rPr>
              <a:t>Bendita Tu vida,</a:t>
            </a:r>
            <a:endParaRPr lang="es-ES_tradnl" sz="1800">
              <a:ea typeface="Calibri"/>
              <a:cs typeface="Calibri" panose="020F0502020204030204" pitchFamily="34" charset="0"/>
            </a:endParaRPr>
          </a:p>
          <a:p>
            <a:pPr marL="0" indent="0">
              <a:buNone/>
            </a:pPr>
            <a:r>
              <a:rPr lang="es-ES_tradnl" sz="1800">
                <a:ea typeface="Calibri"/>
                <a:cs typeface="Calibri"/>
              </a:rPr>
              <a:t>bendita Tu gloria,</a:t>
            </a:r>
            <a:endParaRPr lang="es-ES_tradnl" sz="1800">
              <a:ea typeface="Calibri"/>
              <a:cs typeface="Calibri" panose="020F0502020204030204" pitchFamily="34" charset="0"/>
            </a:endParaRPr>
          </a:p>
          <a:p>
            <a:pPr marL="0" indent="0">
              <a:buNone/>
            </a:pPr>
            <a:r>
              <a:rPr lang="es-ES_tradnl" sz="1800">
                <a:ea typeface="Calibri"/>
                <a:cs typeface="Calibri"/>
              </a:rPr>
              <a:t>bendita la gente</a:t>
            </a:r>
            <a:endParaRPr lang="es-ES_tradnl" sz="1800">
              <a:ea typeface="Calibri"/>
              <a:cs typeface="Calibri" panose="020F0502020204030204" pitchFamily="34" charset="0"/>
            </a:endParaRPr>
          </a:p>
          <a:p>
            <a:pPr marL="0" indent="0">
              <a:buNone/>
            </a:pPr>
            <a:r>
              <a:rPr lang="es-ES_tradnl" sz="1800">
                <a:ea typeface="Calibri"/>
                <a:cs typeface="Calibri"/>
              </a:rPr>
              <a:t>que en Ti hace historia.</a:t>
            </a:r>
            <a:endParaRPr lang="es-ES_tradnl" sz="1800">
              <a:ea typeface="Calibri"/>
              <a:cs typeface="Calibri" panose="020F0502020204030204" pitchFamily="34" charset="0"/>
            </a:endParaRPr>
          </a:p>
          <a:p>
            <a:pPr marL="0" indent="0">
              <a:buNone/>
            </a:pPr>
            <a:endParaRPr lang="es-ES_tradnl" sz="1800">
              <a:ea typeface="Calibri"/>
              <a:cs typeface="Calibri"/>
            </a:endParaRPr>
          </a:p>
          <a:p>
            <a:pPr marL="0" indent="0">
              <a:buNone/>
            </a:pPr>
            <a:r>
              <a:rPr lang="es-ES_tradnl" sz="1800">
                <a:ea typeface="Calibri"/>
                <a:cs typeface="Calibri"/>
              </a:rPr>
              <a:t>QUE LOS ÁRBOLES SE AGACHEN,</a:t>
            </a:r>
          </a:p>
          <a:p>
            <a:pPr marL="0" indent="0">
              <a:buNone/>
            </a:pPr>
            <a:r>
              <a:rPr lang="es-ES_tradnl" sz="1800">
                <a:ea typeface="Calibri"/>
                <a:cs typeface="Calibri"/>
              </a:rPr>
              <a:t>Y LOS MATORRALES VUELEN,</a:t>
            </a:r>
          </a:p>
          <a:p>
            <a:pPr marL="0" indent="0">
              <a:buNone/>
            </a:pPr>
            <a:r>
              <a:rPr lang="es-ES_tradnl" sz="1800">
                <a:ea typeface="Calibri"/>
                <a:cs typeface="Calibri"/>
              </a:rPr>
              <a:t>PARA QUE TODOS PERCIBAN</a:t>
            </a:r>
          </a:p>
          <a:p>
            <a:pPr marL="0" indent="0">
              <a:buNone/>
            </a:pPr>
            <a:r>
              <a:rPr lang="es-ES_tradnl" sz="1800">
                <a:ea typeface="Calibri"/>
                <a:cs typeface="Calibri"/>
              </a:rPr>
              <a:t>LA GLORIA DEL DIOS QUE VIENE.</a:t>
            </a:r>
          </a:p>
          <a:p>
            <a:pPr marL="0" indent="0">
              <a:buNone/>
            </a:pPr>
            <a:r>
              <a:rPr lang="es-ES_tradnl" sz="1800">
                <a:ea typeface="Calibri"/>
                <a:cs typeface="Calibri"/>
              </a:rPr>
              <a:t>QUE TODOS CANTEN CON VIDA</a:t>
            </a:r>
          </a:p>
          <a:p>
            <a:pPr marL="0" indent="0">
              <a:buNone/>
            </a:pPr>
            <a:r>
              <a:rPr lang="es-ES_tradnl" sz="1800">
                <a:ea typeface="Calibri"/>
                <a:cs typeface="Calibri"/>
              </a:rPr>
              <a:t>¡VIVA LA GLORIA DE DIOS!,</a:t>
            </a:r>
          </a:p>
          <a:p>
            <a:pPr marL="0" indent="0">
              <a:buNone/>
            </a:pPr>
            <a:r>
              <a:rPr lang="es-ES_tradnl" sz="1800">
                <a:ea typeface="Calibri"/>
                <a:cs typeface="Calibri"/>
              </a:rPr>
              <a:t>Y ENTRE AQUELLOS QUE LO CANTEN,</a:t>
            </a:r>
          </a:p>
          <a:p>
            <a:pPr marL="0" indent="0">
              <a:buNone/>
            </a:pPr>
            <a:r>
              <a:rPr lang="es-ES_tradnl" sz="1800">
                <a:ea typeface="Calibri"/>
                <a:cs typeface="Calibri"/>
              </a:rPr>
              <a:t>QUE SIEMPRE ME ENCUENTRE YO. (BIS)</a:t>
            </a:r>
          </a:p>
          <a:p>
            <a:pPr marL="0" indent="0">
              <a:buNone/>
            </a:pPr>
            <a:endParaRPr lang="es-ES_tradnl" sz="1800">
              <a:ea typeface="Calibri"/>
              <a:cs typeface="Calibri"/>
            </a:endParaRPr>
          </a:p>
          <a:p>
            <a:pPr marL="0" indent="0">
              <a:buNone/>
            </a:pPr>
            <a:r>
              <a:rPr lang="es-ES_tradnl" sz="1800">
                <a:ea typeface="Calibri"/>
                <a:cs typeface="Calibri"/>
              </a:rPr>
              <a:t>¡HOSANNA! </a:t>
            </a:r>
          </a:p>
          <a:p>
            <a:pPr marL="0" indent="0">
              <a:buNone/>
            </a:pPr>
            <a:r>
              <a:rPr lang="es-ES" sz="1800">
                <a:ea typeface="Calibri"/>
                <a:cs typeface="Calibri"/>
              </a:rPr>
              <a:t>¡HOSANNA!</a:t>
            </a:r>
            <a:endParaRPr lang="es-ES_tradnl" sz="1800">
              <a:ea typeface="Calibri"/>
              <a:cs typeface="Calibri"/>
            </a:endParaRPr>
          </a:p>
          <a:p>
            <a:pPr marL="0" indent="0">
              <a:buNone/>
            </a:pPr>
            <a:endParaRPr lang="es-ES" sz="1800">
              <a:ea typeface="Calibri"/>
              <a:cs typeface="Calibri"/>
            </a:endParaRPr>
          </a:p>
          <a:p>
            <a:pPr marL="0" indent="0">
              <a:buNone/>
            </a:pPr>
            <a:r>
              <a:rPr lang="es-ES" sz="1800">
                <a:ea typeface="Calibri"/>
                <a:cs typeface="Calibri"/>
              </a:rPr>
              <a:t>¡HOSANNA! </a:t>
            </a:r>
            <a:endParaRPr lang="es-ES_tradnl" sz="1800">
              <a:ea typeface="Calibri"/>
              <a:cs typeface="Calibri"/>
            </a:endParaRPr>
          </a:p>
          <a:p>
            <a:pPr marL="0" indent="0">
              <a:buNone/>
            </a:pPr>
            <a:r>
              <a:rPr lang="es-ES" sz="1800">
                <a:ea typeface="Calibri"/>
                <a:cs typeface="Calibri"/>
              </a:rPr>
              <a:t>¡HOSANNA!</a:t>
            </a:r>
            <a:endParaRPr lang="es-ES_tradnl" sz="1800">
              <a:ea typeface="Calibri"/>
              <a:cs typeface="Calibri"/>
            </a:endParaRPr>
          </a:p>
          <a:p>
            <a:pPr marL="0" indent="0">
              <a:buNone/>
            </a:pPr>
            <a:endParaRPr lang="es-ES_tradnl" sz="2400">
              <a:ea typeface="Calibri"/>
              <a:cs typeface="Calibri"/>
            </a:endParaRPr>
          </a:p>
          <a:p>
            <a:pPr marL="0" indent="0">
              <a:buNone/>
            </a:pPr>
            <a:endParaRPr lang="es-ES">
              <a:latin typeface="Calibri" panose="020F0502020204030204"/>
              <a:ea typeface="Calibri"/>
              <a:cs typeface="Calibri"/>
            </a:endParaRPr>
          </a:p>
          <a:p>
            <a:pPr marL="0" indent="0">
              <a:buNone/>
            </a:pPr>
            <a:endParaRPr lang="es-ES" sz="4000">
              <a:latin typeface="+mj-lt"/>
              <a:ea typeface="Calibri Light" panose="020F0302020204030204"/>
              <a:cs typeface="Calibri"/>
            </a:endParaRPr>
          </a:p>
        </p:txBody>
      </p:sp>
      <p:pic>
        <p:nvPicPr>
          <p:cNvPr id="4" name="Picture 2" descr="http://3.bp.blogspot.com/_4mz9e6d9J7I/TN6kkaL5u4I/AAAAAAAAAE8/THkEDYV7PbQ/s1600/DOMINGO%2B33%2BFANO.jpg">
            <a:extLst>
              <a:ext uri="{FF2B5EF4-FFF2-40B4-BE49-F238E27FC236}">
                <a16:creationId xmlns:a16="http://schemas.microsoft.com/office/drawing/2014/main" id="{5497A078-E8FA-DD28-989C-59588EBBDE26}"/>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813402" y="3197350"/>
            <a:ext cx="3460264" cy="3267067"/>
          </a:xfrm>
          <a:prstGeom prst="rect">
            <a:avLst/>
          </a:prstGeom>
          <a:ln>
            <a:noFill/>
          </a:ln>
          <a:effectLst>
            <a:outerShdw blurRad="190500" algn="tl" rotWithShape="0">
              <a:srgbClr val="000000">
                <a:alpha val="70000"/>
              </a:srgbClr>
            </a:outerShdw>
          </a:effectLst>
          <a:extLst>
            <a:ext uri="{909E8E84-426E-40DD-AFC4-6F175D3DCCD1}">
              <a14:hiddenFill xmlns:a14="http://schemas.microsoft.com/office/drawing/2010/main">
                <a:solidFill>
                  <a:srgbClr val="FFFFFF"/>
                </a:solidFill>
              </a14:hiddenFill>
            </a:ext>
          </a:extLst>
        </p:spPr>
      </p:pic>
      <p:grpSp>
        <p:nvGrpSpPr>
          <p:cNvPr id="16" name="Grupo 15">
            <a:extLst>
              <a:ext uri="{FF2B5EF4-FFF2-40B4-BE49-F238E27FC236}">
                <a16:creationId xmlns:a16="http://schemas.microsoft.com/office/drawing/2014/main" id="{F4740605-9C00-84E8-CC67-B0BAEC4B2C3C}"/>
              </a:ext>
            </a:extLst>
          </p:cNvPr>
          <p:cNvGrpSpPr/>
          <p:nvPr/>
        </p:nvGrpSpPr>
        <p:grpSpPr>
          <a:xfrm>
            <a:off x="1057" y="-4361"/>
            <a:ext cx="12190282" cy="517821"/>
            <a:chOff x="1057" y="-4361"/>
            <a:chExt cx="12503431" cy="517821"/>
          </a:xfrm>
        </p:grpSpPr>
        <p:sp>
          <p:nvSpPr>
            <p:cNvPr id="12" name="Rectángulo 11">
              <a:extLst>
                <a:ext uri="{FF2B5EF4-FFF2-40B4-BE49-F238E27FC236}">
                  <a16:creationId xmlns:a16="http://schemas.microsoft.com/office/drawing/2014/main" id="{DA183BAA-93C3-0FD5-3105-4A3E529F2DDA}"/>
                </a:ext>
              </a:extLst>
            </p:cNvPr>
            <p:cNvSpPr/>
            <p:nvPr/>
          </p:nvSpPr>
          <p:spPr>
            <a:xfrm>
              <a:off x="9372455" y="-4360"/>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Rito de Conclusión</a:t>
              </a:r>
              <a:endParaRPr lang="es-ES">
                <a:solidFill>
                  <a:schemeClr val="tx1">
                    <a:lumMod val="49000"/>
                    <a:lumOff val="51000"/>
                  </a:schemeClr>
                </a:solidFill>
                <a:ea typeface="Calibri"/>
                <a:cs typeface="Calibri"/>
              </a:endParaRPr>
            </a:p>
          </p:txBody>
        </p:sp>
        <p:sp>
          <p:nvSpPr>
            <p:cNvPr id="13" name="Rectángulo 12">
              <a:extLst>
                <a:ext uri="{FF2B5EF4-FFF2-40B4-BE49-F238E27FC236}">
                  <a16:creationId xmlns:a16="http://schemas.microsoft.com/office/drawing/2014/main" id="{F129236A-5C63-AF3A-28B3-9B5F3093119D}"/>
                </a:ext>
              </a:extLst>
            </p:cNvPr>
            <p:cNvSpPr/>
            <p:nvPr/>
          </p:nvSpPr>
          <p:spPr>
            <a:xfrm>
              <a:off x="1057" y="-4361"/>
              <a:ext cx="3121596" cy="390807"/>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rgbClr val="7F7F7F"/>
                  </a:solidFill>
                  <a:ea typeface="Calibri"/>
                  <a:cs typeface="Calibri"/>
                </a:rPr>
                <a:t>Ritos Iniciales</a:t>
              </a:r>
              <a:endParaRPr lang="es-ES" sz="2400">
                <a:solidFill>
                  <a:srgbClr val="7F7F7F"/>
                </a:solidFill>
                <a:ea typeface="Calibri"/>
                <a:cs typeface="Calibri"/>
              </a:endParaRPr>
            </a:p>
          </p:txBody>
        </p:sp>
        <p:sp>
          <p:nvSpPr>
            <p:cNvPr id="14" name="Rectángulo 13">
              <a:extLst>
                <a:ext uri="{FF2B5EF4-FFF2-40B4-BE49-F238E27FC236}">
                  <a16:creationId xmlns:a16="http://schemas.microsoft.com/office/drawing/2014/main" id="{56D8EFB5-7A71-CD8C-8EE4-8283F5BEAC7A}"/>
                </a:ext>
              </a:extLst>
            </p:cNvPr>
            <p:cNvSpPr/>
            <p:nvPr/>
          </p:nvSpPr>
          <p:spPr>
            <a:xfrm>
              <a:off x="3122126" y="-4360"/>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rgbClr val="7F7F7F"/>
                  </a:solidFill>
                  <a:ea typeface="Calibri"/>
                  <a:cs typeface="Calibri"/>
                </a:rPr>
                <a:t>Liturgia de la Palabra</a:t>
              </a:r>
              <a:endParaRPr lang="es-ES" sz="2400">
                <a:solidFill>
                  <a:srgbClr val="7F7F7F"/>
                </a:solidFill>
                <a:ea typeface="Calibri"/>
                <a:cs typeface="Calibri"/>
              </a:endParaRPr>
            </a:p>
          </p:txBody>
        </p:sp>
        <p:sp>
          <p:nvSpPr>
            <p:cNvPr id="15" name="Rectángulo 14">
              <a:extLst>
                <a:ext uri="{FF2B5EF4-FFF2-40B4-BE49-F238E27FC236}">
                  <a16:creationId xmlns:a16="http://schemas.microsoft.com/office/drawing/2014/main" id="{D680AB62-5BD5-E783-F487-3AB9A4BAF91A}"/>
                </a:ext>
              </a:extLst>
            </p:cNvPr>
            <p:cNvSpPr/>
            <p:nvPr/>
          </p:nvSpPr>
          <p:spPr>
            <a:xfrm>
              <a:off x="6247290" y="-4361"/>
              <a:ext cx="3132033" cy="517821"/>
            </a:xfrm>
            <a:prstGeom prst="rect">
              <a:avLst/>
            </a:prstGeom>
            <a:solidFill>
              <a:schemeClr val="accent1"/>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800" b="1">
                  <a:solidFill>
                    <a:srgbClr val="000000"/>
                  </a:solidFill>
                  <a:ea typeface="Calibri"/>
                  <a:cs typeface="Calibri"/>
                </a:rPr>
                <a:t>Liturgia Eucarística</a:t>
              </a:r>
              <a:endParaRPr lang="es-ES" sz="2800">
                <a:solidFill>
                  <a:srgbClr val="000000"/>
                </a:solidFill>
                <a:ea typeface="Calibri"/>
                <a:cs typeface="Calibri"/>
              </a:endParaRPr>
            </a:p>
          </p:txBody>
        </p:sp>
      </p:grpSp>
    </p:spTree>
    <p:extLst>
      <p:ext uri="{BB962C8B-B14F-4D97-AF65-F5344CB8AC3E}">
        <p14:creationId xmlns:p14="http://schemas.microsoft.com/office/powerpoint/2010/main" val="147080933"/>
      </p:ext>
    </p:extLst>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sld>
</file>

<file path=ppt/slides/slide6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1 Título"/>
          <p:cNvSpPr>
            <a:spLocks noGrp="1"/>
          </p:cNvSpPr>
          <p:nvPr>
            <p:ph type="title" idx="4294967295"/>
          </p:nvPr>
        </p:nvSpPr>
        <p:spPr>
          <a:xfrm>
            <a:off x="2715079" y="589417"/>
            <a:ext cx="6769100" cy="504825"/>
          </a:xfrm>
        </p:spPr>
        <p:txBody>
          <a:bodyPr>
            <a:noAutofit/>
          </a:bodyPr>
          <a:lstStyle/>
          <a:p>
            <a:pPr algn="ctr"/>
            <a:r>
              <a:rPr lang="es-ES_tradnl" sz="3200">
                <a:ea typeface="Tahoma" pitchFamily="34" charset="0"/>
                <a:cs typeface="Calibri" panose="020F0502020204030204" pitchFamily="34" charset="0"/>
              </a:rPr>
              <a:t>SANTO, SANTO (R. CARISMÁTICA)</a:t>
            </a:r>
            <a:endParaRPr lang="es-ES" sz="7200"/>
          </a:p>
        </p:txBody>
      </p:sp>
      <p:sp>
        <p:nvSpPr>
          <p:cNvPr id="3" name="2 Marcador de contenido"/>
          <p:cNvSpPr>
            <a:spLocks noGrp="1"/>
          </p:cNvSpPr>
          <p:nvPr>
            <p:ph sz="half" idx="4294967295"/>
          </p:nvPr>
        </p:nvSpPr>
        <p:spPr>
          <a:xfrm>
            <a:off x="1170120" y="1094572"/>
            <a:ext cx="7686675" cy="5472112"/>
          </a:xfrm>
          <a:prstGeom prst="rect">
            <a:avLst/>
          </a:prstGeom>
        </p:spPr>
        <p:txBody>
          <a:bodyPr numCol="2" spcCol="720000">
            <a:noAutofit/>
          </a:bodyPr>
          <a:lstStyle/>
          <a:p>
            <a:pPr marL="68580" indent="0">
              <a:buClr>
                <a:srgbClr val="94C600"/>
              </a:buClr>
              <a:buSzPct val="76000"/>
              <a:buNone/>
            </a:pPr>
            <a:r>
              <a:rPr lang="es-ES" sz="2000">
                <a:ea typeface="Tahoma" pitchFamily="34" charset="0"/>
                <a:cs typeface="Calibri" panose="020F0502020204030204" pitchFamily="34" charset="0"/>
              </a:rPr>
              <a:t>Santo, santo, santo,</a:t>
            </a:r>
          </a:p>
          <a:p>
            <a:pPr marL="68580" indent="0">
              <a:buClr>
                <a:srgbClr val="94C600"/>
              </a:buClr>
              <a:buSzPct val="76000"/>
              <a:buNone/>
            </a:pPr>
            <a:r>
              <a:rPr lang="es-ES" sz="2000">
                <a:ea typeface="Tahoma" pitchFamily="34" charset="0"/>
                <a:cs typeface="Calibri" panose="020F0502020204030204" pitchFamily="34" charset="0"/>
              </a:rPr>
              <a:t>los cielos te proclaman,</a:t>
            </a:r>
          </a:p>
          <a:p>
            <a:pPr marL="68580" indent="0">
              <a:buClr>
                <a:srgbClr val="94C600"/>
              </a:buClr>
              <a:buSzPct val="76000"/>
              <a:buNone/>
            </a:pPr>
            <a:r>
              <a:rPr lang="es-ES" sz="2000">
                <a:ea typeface="Tahoma" pitchFamily="34" charset="0"/>
                <a:cs typeface="Calibri" panose="020F0502020204030204" pitchFamily="34" charset="0"/>
              </a:rPr>
              <a:t>santo, santo, santo,</a:t>
            </a:r>
          </a:p>
          <a:p>
            <a:pPr marL="68580" indent="0">
              <a:buClr>
                <a:srgbClr val="94C600"/>
              </a:buClr>
              <a:buSzPct val="76000"/>
              <a:buNone/>
            </a:pPr>
            <a:r>
              <a:rPr lang="es-ES" sz="2000">
                <a:ea typeface="Tahoma" pitchFamily="34" charset="0"/>
                <a:cs typeface="Calibri" panose="020F0502020204030204" pitchFamily="34" charset="0"/>
              </a:rPr>
              <a:t>es nuestro Dios Yahvé,</a:t>
            </a:r>
          </a:p>
          <a:p>
            <a:pPr marL="68580" indent="0">
              <a:buClr>
                <a:srgbClr val="94C600"/>
              </a:buClr>
              <a:buSzPct val="76000"/>
              <a:buNone/>
            </a:pPr>
            <a:r>
              <a:rPr lang="es-ES" sz="2000">
                <a:ea typeface="Tahoma" pitchFamily="34" charset="0"/>
                <a:cs typeface="Calibri" panose="020F0502020204030204" pitchFamily="34" charset="0"/>
              </a:rPr>
              <a:t>santo, santo, santo,</a:t>
            </a:r>
          </a:p>
          <a:p>
            <a:pPr marL="68580" indent="0">
              <a:buClr>
                <a:srgbClr val="94C600"/>
              </a:buClr>
              <a:buSzPct val="76000"/>
              <a:buNone/>
            </a:pPr>
            <a:r>
              <a:rPr lang="es-ES" sz="2000">
                <a:ea typeface="Tahoma" pitchFamily="34" charset="0"/>
                <a:cs typeface="Calibri" panose="020F0502020204030204" pitchFamily="34" charset="0"/>
              </a:rPr>
              <a:t>es el que nos redime,</a:t>
            </a:r>
          </a:p>
          <a:p>
            <a:pPr marL="68580" indent="0">
              <a:buClr>
                <a:srgbClr val="94C600"/>
              </a:buClr>
              <a:buSzPct val="76000"/>
              <a:buNone/>
            </a:pPr>
            <a:r>
              <a:rPr lang="es-ES" sz="2000">
                <a:ea typeface="Tahoma" pitchFamily="34" charset="0"/>
                <a:cs typeface="Calibri" panose="020F0502020204030204" pitchFamily="34" charset="0"/>
              </a:rPr>
              <a:t>"porque mi Dios es santo,</a:t>
            </a:r>
          </a:p>
          <a:p>
            <a:pPr marL="68580" indent="0">
              <a:buClr>
                <a:srgbClr val="94C600"/>
              </a:buClr>
              <a:buSzPct val="76000"/>
              <a:buNone/>
            </a:pPr>
            <a:r>
              <a:rPr lang="es-ES" sz="2000">
                <a:ea typeface="Tahoma" pitchFamily="34" charset="0"/>
                <a:cs typeface="Calibri" panose="020F0502020204030204" pitchFamily="34" charset="0"/>
              </a:rPr>
              <a:t>la tierra llena de su gloria es."(Bis)</a:t>
            </a:r>
          </a:p>
          <a:p>
            <a:pPr marL="68580" indent="0">
              <a:buClr>
                <a:srgbClr val="94C600"/>
              </a:buClr>
              <a:buSzPct val="76000"/>
              <a:buNone/>
            </a:pPr>
            <a:r>
              <a:rPr lang="es-ES" sz="2000">
                <a:ea typeface="Tahoma" pitchFamily="34" charset="0"/>
                <a:cs typeface="Calibri" panose="020F0502020204030204" pitchFamily="34" charset="0"/>
              </a:rPr>
              <a:t>	</a:t>
            </a:r>
          </a:p>
          <a:p>
            <a:pPr marL="68580" indent="0">
              <a:buClr>
                <a:srgbClr val="94C600"/>
              </a:buClr>
              <a:buSzPct val="76000"/>
              <a:buNone/>
            </a:pPr>
            <a:r>
              <a:rPr lang="es-ES" sz="2000">
                <a:ea typeface="Tahoma" pitchFamily="34" charset="0"/>
                <a:cs typeface="Calibri" panose="020F0502020204030204" pitchFamily="34" charset="0"/>
              </a:rPr>
              <a:t>CIELO Y TIERRA PASARÁN,</a:t>
            </a:r>
          </a:p>
          <a:p>
            <a:pPr marL="68580" indent="0">
              <a:buClr>
                <a:srgbClr val="94C600"/>
              </a:buClr>
              <a:buSzPct val="76000"/>
              <a:buNone/>
            </a:pPr>
            <a:r>
              <a:rPr lang="es-ES" sz="2000">
                <a:ea typeface="Tahoma" pitchFamily="34" charset="0"/>
                <a:cs typeface="Calibri" panose="020F0502020204030204" pitchFamily="34" charset="0"/>
              </a:rPr>
              <a:t>MAS TUS PALABRAS NO PASARÁN.(Bis)</a:t>
            </a:r>
          </a:p>
          <a:p>
            <a:pPr marL="68580" indent="0">
              <a:buClr>
                <a:srgbClr val="94C600"/>
              </a:buClr>
              <a:buSzPct val="76000"/>
              <a:buNone/>
            </a:pPr>
            <a:r>
              <a:rPr lang="es-ES" sz="2000">
                <a:ea typeface="Tahoma" pitchFamily="34" charset="0"/>
                <a:cs typeface="Calibri" panose="020F0502020204030204" pitchFamily="34" charset="0"/>
              </a:rPr>
              <a:t>NO, NO, NO PASARÁN (2)</a:t>
            </a:r>
          </a:p>
          <a:p>
            <a:pPr marL="68580" indent="0">
              <a:buClr>
                <a:srgbClr val="94C600"/>
              </a:buClr>
              <a:buSzPct val="76000"/>
              <a:buNone/>
            </a:pPr>
            <a:r>
              <a:rPr lang="es-ES" sz="2000">
                <a:ea typeface="Tahoma" pitchFamily="34" charset="0"/>
                <a:cs typeface="Calibri" panose="020F0502020204030204" pitchFamily="34" charset="0"/>
              </a:rPr>
              <a:t>	</a:t>
            </a:r>
          </a:p>
          <a:p>
            <a:pPr marL="68580" indent="0">
              <a:buClr>
                <a:srgbClr val="94C600"/>
              </a:buClr>
              <a:buSzPct val="76000"/>
              <a:buNone/>
            </a:pPr>
            <a:r>
              <a:rPr lang="es-ES" sz="2000">
                <a:ea typeface="Tahoma" pitchFamily="34" charset="0"/>
                <a:cs typeface="Calibri" panose="020F0502020204030204" pitchFamily="34" charset="0"/>
              </a:rPr>
              <a:t>Bendito el que viene </a:t>
            </a:r>
          </a:p>
          <a:p>
            <a:pPr marL="68580" indent="0">
              <a:buClr>
                <a:srgbClr val="94C600"/>
              </a:buClr>
              <a:buSzPct val="76000"/>
              <a:buNone/>
            </a:pPr>
            <a:r>
              <a:rPr lang="es-ES" sz="2000">
                <a:ea typeface="Tahoma" pitchFamily="34" charset="0"/>
                <a:cs typeface="Calibri" panose="020F0502020204030204" pitchFamily="34" charset="0"/>
              </a:rPr>
              <a:t>en nombre del Señor,</a:t>
            </a:r>
          </a:p>
          <a:p>
            <a:pPr marL="68580" indent="0">
              <a:buClr>
                <a:srgbClr val="94C600"/>
              </a:buClr>
              <a:buSzPct val="76000"/>
              <a:buNone/>
            </a:pPr>
            <a:r>
              <a:rPr lang="es-ES" sz="2000">
                <a:ea typeface="Tahoma" pitchFamily="34" charset="0"/>
                <a:cs typeface="Calibri" panose="020F0502020204030204" pitchFamily="34" charset="0"/>
              </a:rPr>
              <a:t>da gloria a  Jesucristo,</a:t>
            </a:r>
          </a:p>
          <a:p>
            <a:pPr marL="68580" indent="0">
              <a:buClr>
                <a:srgbClr val="94C600"/>
              </a:buClr>
              <a:buSzPct val="76000"/>
              <a:buNone/>
            </a:pPr>
            <a:r>
              <a:rPr lang="es-ES" sz="2000">
                <a:ea typeface="Tahoma" pitchFamily="34" charset="0"/>
                <a:cs typeface="Calibri" panose="020F0502020204030204" pitchFamily="34" charset="0"/>
              </a:rPr>
              <a:t>el Hijo de David.</a:t>
            </a:r>
          </a:p>
          <a:p>
            <a:pPr marL="68580" indent="0">
              <a:buClr>
                <a:srgbClr val="94C600"/>
              </a:buClr>
              <a:buSzPct val="76000"/>
              <a:buNone/>
            </a:pPr>
            <a:r>
              <a:rPr lang="es-ES" sz="2000">
                <a:ea typeface="Tahoma" pitchFamily="34" charset="0"/>
                <a:cs typeface="Calibri" panose="020F0502020204030204" pitchFamily="34" charset="0"/>
              </a:rPr>
              <a:t>Hosanna en las alturas</a:t>
            </a:r>
          </a:p>
          <a:p>
            <a:pPr marL="68580" indent="0">
              <a:buClr>
                <a:srgbClr val="94C600"/>
              </a:buClr>
              <a:buSzPct val="76000"/>
              <a:buNone/>
            </a:pPr>
            <a:r>
              <a:rPr lang="es-ES" sz="2000">
                <a:ea typeface="Tahoma" pitchFamily="34" charset="0"/>
                <a:cs typeface="Calibri" panose="020F0502020204030204" pitchFamily="34" charset="0"/>
              </a:rPr>
              <a:t>nuestro Salvador,</a:t>
            </a:r>
          </a:p>
          <a:p>
            <a:pPr marL="68580" indent="0">
              <a:buClr>
                <a:srgbClr val="94C600"/>
              </a:buClr>
              <a:buSzPct val="76000"/>
              <a:buNone/>
            </a:pPr>
            <a:r>
              <a:rPr lang="es-ES" sz="2000">
                <a:ea typeface="Tahoma" pitchFamily="34" charset="0"/>
                <a:cs typeface="Calibri" panose="020F0502020204030204" pitchFamily="34" charset="0"/>
              </a:rPr>
              <a:t>"bendito el que viene </a:t>
            </a:r>
          </a:p>
          <a:p>
            <a:pPr marL="68580" indent="0">
              <a:buClr>
                <a:srgbClr val="94C600"/>
              </a:buClr>
              <a:buSzPct val="76000"/>
              <a:buNone/>
            </a:pPr>
            <a:r>
              <a:rPr lang="es-ES" sz="2000">
                <a:ea typeface="Tahoma" pitchFamily="34" charset="0"/>
                <a:cs typeface="Calibri" panose="020F0502020204030204" pitchFamily="34" charset="0"/>
              </a:rPr>
              <a:t>en el nombre del Señor."(Bis)</a:t>
            </a:r>
          </a:p>
        </p:txBody>
      </p:sp>
      <p:pic>
        <p:nvPicPr>
          <p:cNvPr id="5" name="Imagen 4" descr="Imagen que contiene Diagrama&#10;&#10;Descripción generada automáticamente">
            <a:extLst>
              <a:ext uri="{FF2B5EF4-FFF2-40B4-BE49-F238E27FC236}">
                <a16:creationId xmlns:a16="http://schemas.microsoft.com/office/drawing/2014/main" id="{FE7FCFA4-DED3-84C9-05A6-C9D66205F374}"/>
              </a:ext>
            </a:extLst>
          </p:cNvPr>
          <p:cNvPicPr>
            <a:picLocks noChangeAspect="1"/>
          </p:cNvPicPr>
          <p:nvPr/>
        </p:nvPicPr>
        <p:blipFill>
          <a:blip r:embed="rId2">
            <a:extLst>
              <a:ext uri="{837473B0-CC2E-450A-ABE3-18F120FF3D39}">
                <a1611:picAttrSrcUrl xmlns:a1611="http://schemas.microsoft.com/office/drawing/2016/11/main" r:id="rId3"/>
              </a:ext>
            </a:extLst>
          </a:blip>
          <a:stretch>
            <a:fillRect/>
          </a:stretch>
        </p:blipFill>
        <p:spPr>
          <a:xfrm>
            <a:off x="8728177" y="3853500"/>
            <a:ext cx="2899887" cy="2566400"/>
          </a:xfrm>
          <a:prstGeom prst="rect">
            <a:avLst/>
          </a:prstGeom>
        </p:spPr>
      </p:pic>
      <p:grpSp>
        <p:nvGrpSpPr>
          <p:cNvPr id="10" name="Grupo 9">
            <a:extLst>
              <a:ext uri="{FF2B5EF4-FFF2-40B4-BE49-F238E27FC236}">
                <a16:creationId xmlns:a16="http://schemas.microsoft.com/office/drawing/2014/main" id="{4B42DB6C-1587-398D-72F6-8838B14B6C53}"/>
              </a:ext>
            </a:extLst>
          </p:cNvPr>
          <p:cNvGrpSpPr/>
          <p:nvPr/>
        </p:nvGrpSpPr>
        <p:grpSpPr>
          <a:xfrm>
            <a:off x="1057" y="-4361"/>
            <a:ext cx="12190282" cy="517821"/>
            <a:chOff x="1057" y="-4361"/>
            <a:chExt cx="12503431" cy="517821"/>
          </a:xfrm>
        </p:grpSpPr>
        <p:sp>
          <p:nvSpPr>
            <p:cNvPr id="6" name="Rectángulo 5">
              <a:extLst>
                <a:ext uri="{FF2B5EF4-FFF2-40B4-BE49-F238E27FC236}">
                  <a16:creationId xmlns:a16="http://schemas.microsoft.com/office/drawing/2014/main" id="{8D7787EB-9C2B-0969-5902-8FC0E6E59FBC}"/>
                </a:ext>
              </a:extLst>
            </p:cNvPr>
            <p:cNvSpPr/>
            <p:nvPr/>
          </p:nvSpPr>
          <p:spPr>
            <a:xfrm>
              <a:off x="9372455" y="-4360"/>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Rito de Conclusión</a:t>
              </a:r>
              <a:endParaRPr lang="es-ES">
                <a:solidFill>
                  <a:schemeClr val="tx1">
                    <a:lumMod val="49000"/>
                    <a:lumOff val="51000"/>
                  </a:schemeClr>
                </a:solidFill>
                <a:ea typeface="Calibri"/>
                <a:cs typeface="Calibri"/>
              </a:endParaRPr>
            </a:p>
          </p:txBody>
        </p:sp>
        <p:sp>
          <p:nvSpPr>
            <p:cNvPr id="7" name="Rectángulo 6">
              <a:extLst>
                <a:ext uri="{FF2B5EF4-FFF2-40B4-BE49-F238E27FC236}">
                  <a16:creationId xmlns:a16="http://schemas.microsoft.com/office/drawing/2014/main" id="{C0C0AA35-787C-E121-5943-21CA058F24FC}"/>
                </a:ext>
              </a:extLst>
            </p:cNvPr>
            <p:cNvSpPr/>
            <p:nvPr/>
          </p:nvSpPr>
          <p:spPr>
            <a:xfrm>
              <a:off x="1057" y="-4361"/>
              <a:ext cx="3121596" cy="390807"/>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rgbClr val="7F7F7F"/>
                  </a:solidFill>
                  <a:ea typeface="Calibri"/>
                  <a:cs typeface="Calibri"/>
                </a:rPr>
                <a:t>Ritos Iniciales</a:t>
              </a:r>
              <a:endParaRPr lang="es-ES" sz="2400">
                <a:solidFill>
                  <a:srgbClr val="7F7F7F"/>
                </a:solidFill>
                <a:ea typeface="Calibri"/>
                <a:cs typeface="Calibri"/>
              </a:endParaRPr>
            </a:p>
          </p:txBody>
        </p:sp>
        <p:sp>
          <p:nvSpPr>
            <p:cNvPr id="8" name="Rectángulo 7">
              <a:extLst>
                <a:ext uri="{FF2B5EF4-FFF2-40B4-BE49-F238E27FC236}">
                  <a16:creationId xmlns:a16="http://schemas.microsoft.com/office/drawing/2014/main" id="{C2EC344F-E933-AD17-E368-FE7F67225EB9}"/>
                </a:ext>
              </a:extLst>
            </p:cNvPr>
            <p:cNvSpPr/>
            <p:nvPr/>
          </p:nvSpPr>
          <p:spPr>
            <a:xfrm>
              <a:off x="3122126" y="-4360"/>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rgbClr val="7F7F7F"/>
                  </a:solidFill>
                  <a:ea typeface="Calibri"/>
                  <a:cs typeface="Calibri"/>
                </a:rPr>
                <a:t>Liturgia de la Palabra</a:t>
              </a:r>
              <a:endParaRPr lang="es-ES" sz="2400">
                <a:solidFill>
                  <a:srgbClr val="7F7F7F"/>
                </a:solidFill>
                <a:ea typeface="Calibri"/>
                <a:cs typeface="Calibri"/>
              </a:endParaRPr>
            </a:p>
          </p:txBody>
        </p:sp>
        <p:sp>
          <p:nvSpPr>
            <p:cNvPr id="9" name="Rectángulo 8">
              <a:extLst>
                <a:ext uri="{FF2B5EF4-FFF2-40B4-BE49-F238E27FC236}">
                  <a16:creationId xmlns:a16="http://schemas.microsoft.com/office/drawing/2014/main" id="{18DD5B33-5611-6960-0C96-70E2E465C3E3}"/>
                </a:ext>
              </a:extLst>
            </p:cNvPr>
            <p:cNvSpPr/>
            <p:nvPr/>
          </p:nvSpPr>
          <p:spPr>
            <a:xfrm>
              <a:off x="6247290" y="-4361"/>
              <a:ext cx="3132033" cy="517821"/>
            </a:xfrm>
            <a:prstGeom prst="rect">
              <a:avLst/>
            </a:prstGeom>
            <a:solidFill>
              <a:schemeClr val="accent1"/>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800" b="1">
                  <a:solidFill>
                    <a:srgbClr val="000000"/>
                  </a:solidFill>
                  <a:ea typeface="Calibri"/>
                  <a:cs typeface="Calibri"/>
                </a:rPr>
                <a:t>Liturgia Eucarística</a:t>
              </a:r>
              <a:endParaRPr lang="es-ES" sz="2800">
                <a:solidFill>
                  <a:srgbClr val="000000"/>
                </a:solidFill>
                <a:ea typeface="Calibri"/>
                <a:cs typeface="Calibri"/>
              </a:endParaRPr>
            </a:p>
          </p:txBody>
        </p:sp>
      </p:grpSp>
    </p:spTree>
    <p:extLst>
      <p:ext uri="{BB962C8B-B14F-4D97-AF65-F5344CB8AC3E}">
        <p14:creationId xmlns:p14="http://schemas.microsoft.com/office/powerpoint/2010/main" val="863167675"/>
      </p:ext>
    </p:extLst>
  </p:cSld>
  <p:clrMapOvr>
    <a:masterClrMapping/>
  </p:clrMapOvr>
  <mc:AlternateContent xmlns:mc="http://schemas.openxmlformats.org/markup-compatibility/2006">
    <mc:Choice xmlns:p14="http://schemas.microsoft.com/office/powerpoint/2010/main" Requires="p14">
      <p:transition spd="slow" p14:dur="1500">
        <p:random/>
      </p:transition>
    </mc:Choice>
    <mc:Fallback>
      <p:transition spd="slow">
        <p:random/>
      </p:transition>
    </mc:Fallback>
  </mc:AlternateContent>
</p:sld>
</file>

<file path=ppt/slides/slide6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5" name="Imagen 4">
            <a:extLst>
              <a:ext uri="{FF2B5EF4-FFF2-40B4-BE49-F238E27FC236}">
                <a16:creationId xmlns:a16="http://schemas.microsoft.com/office/drawing/2014/main" id="{B5AEC348-1429-4131-B4BE-67AC51EFBD09}"/>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9149712" y="2515573"/>
            <a:ext cx="2179300" cy="3065549"/>
          </a:xfrm>
          <a:prstGeom prst="roundRect">
            <a:avLst>
              <a:gd name="adj" fmla="val 2101"/>
            </a:avLst>
          </a:prstGeom>
          <a:solidFill>
            <a:srgbClr val="FFFFFF">
              <a:shade val="85000"/>
            </a:srgbClr>
          </a:solidFill>
          <a:ln>
            <a:noFill/>
          </a:ln>
          <a:effectLst>
            <a:reflection blurRad="12700" stA="38000" endPos="28000" dist="5000" dir="5400000" sy="-100000" algn="bl" rotWithShape="0"/>
          </a:effectLst>
        </p:spPr>
      </p:pic>
      <p:sp>
        <p:nvSpPr>
          <p:cNvPr id="8" name="Título 1">
            <a:extLst>
              <a:ext uri="{FF2B5EF4-FFF2-40B4-BE49-F238E27FC236}">
                <a16:creationId xmlns:a16="http://schemas.microsoft.com/office/drawing/2014/main" id="{9B76C43F-D665-441D-A6D2-74C96328DC40}"/>
              </a:ext>
            </a:extLst>
          </p:cNvPr>
          <p:cNvSpPr txBox="1">
            <a:spLocks/>
          </p:cNvSpPr>
          <p:nvPr/>
        </p:nvSpPr>
        <p:spPr>
          <a:xfrm>
            <a:off x="3177502" y="400482"/>
            <a:ext cx="3913094" cy="1021381"/>
          </a:xfrm>
          <a:prstGeom prst="rect">
            <a:avLst/>
          </a:prstGeom>
        </p:spPr>
        <p:txBody>
          <a:bodyPr>
            <a:normAutofit/>
          </a:bodyPr>
          <a:lstStyle>
            <a:lvl1pPr algn="l" defTabSz="685800" rtl="0" eaLnBrk="1" latinLnBrk="0" hangingPunct="1">
              <a:lnSpc>
                <a:spcPct val="90000"/>
              </a:lnSpc>
              <a:spcBef>
                <a:spcPct val="0"/>
              </a:spcBef>
              <a:buNone/>
              <a:defRPr sz="3300" b="1" kern="1200">
                <a:solidFill>
                  <a:schemeClr val="bg1"/>
                </a:solidFill>
                <a:effectLst>
                  <a:outerShdw blurRad="38100" dist="38100" dir="2700000" algn="tl">
                    <a:srgbClr val="000000">
                      <a:alpha val="43137"/>
                    </a:srgbClr>
                  </a:outerShdw>
                </a:effectLst>
                <a:latin typeface="Century Gothic" panose="020B0502020202020204" pitchFamily="34" charset="0"/>
                <a:ea typeface="+mj-ea"/>
                <a:cs typeface="+mj-cs"/>
              </a:defRPr>
            </a:lvl1pPr>
          </a:lstStyle>
          <a:p>
            <a:r>
              <a:rPr lang="es-ES" sz="4400">
                <a:solidFill>
                  <a:schemeClr val="accent1"/>
                </a:solidFill>
                <a:latin typeface="Calibri" panose="020F0502020204030204" pitchFamily="34" charset="0"/>
              </a:rPr>
              <a:t>SANTO </a:t>
            </a:r>
            <a:r>
              <a:rPr lang="es-ES" sz="2800" b="0">
                <a:solidFill>
                  <a:schemeClr val="accent1"/>
                </a:solidFill>
                <a:latin typeface="Calibri" panose="020F0502020204030204" pitchFamily="34" charset="0"/>
              </a:rPr>
              <a:t>(Jesuita)</a:t>
            </a:r>
            <a:endParaRPr lang="es-ES" sz="4400" b="0">
              <a:solidFill>
                <a:schemeClr val="accent1"/>
              </a:solidFill>
              <a:latin typeface="Calibri" panose="020F0502020204030204" pitchFamily="34" charset="0"/>
            </a:endParaRPr>
          </a:p>
        </p:txBody>
      </p:sp>
      <p:sp>
        <p:nvSpPr>
          <p:cNvPr id="10" name="Marcador de contenido 2">
            <a:extLst>
              <a:ext uri="{FF2B5EF4-FFF2-40B4-BE49-F238E27FC236}">
                <a16:creationId xmlns:a16="http://schemas.microsoft.com/office/drawing/2014/main" id="{C1BC7020-A47A-4117-944B-6E83D14BF419}"/>
              </a:ext>
            </a:extLst>
          </p:cNvPr>
          <p:cNvSpPr txBox="1">
            <a:spLocks/>
          </p:cNvSpPr>
          <p:nvPr/>
        </p:nvSpPr>
        <p:spPr>
          <a:xfrm>
            <a:off x="1036504" y="1010334"/>
            <a:ext cx="9554632" cy="5847666"/>
          </a:xfrm>
          <a:prstGeom prst="rect">
            <a:avLst/>
          </a:prstGeom>
        </p:spPr>
        <p:txBody>
          <a:bodyPr lIns="91440" tIns="45720" rIns="91440" bIns="45720" numCol="2" anchor="t">
            <a:normAutofit fontScale="92500" lnSpcReduction="20000"/>
          </a:bodyPr>
          <a:lstStyle>
            <a:lvl1pPr marL="171450" indent="-171450" algn="l" defTabSz="685800" rtl="0" eaLnBrk="1" latinLnBrk="0" hangingPunct="1">
              <a:lnSpc>
                <a:spcPct val="90000"/>
              </a:lnSpc>
              <a:spcBef>
                <a:spcPts val="750"/>
              </a:spcBef>
              <a:buFont typeface="Arial" panose="020B0604020202020204" pitchFamily="34" charset="0"/>
              <a:buChar char="•"/>
              <a:defRPr sz="2100" b="1" kern="1200">
                <a:solidFill>
                  <a:schemeClr val="bg1"/>
                </a:solidFill>
                <a:effectLst>
                  <a:outerShdw blurRad="38100" dist="38100" dir="2700000" algn="tl">
                    <a:srgbClr val="000000">
                      <a:alpha val="43137"/>
                    </a:srgbClr>
                  </a:outerShdw>
                </a:effectLst>
                <a:latin typeface="Century Gothic" panose="020B0502020202020204" pitchFamily="34" charset="0"/>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b="1" kern="1200">
                <a:solidFill>
                  <a:schemeClr val="bg1"/>
                </a:solidFill>
                <a:effectLst>
                  <a:outerShdw blurRad="38100" dist="38100" dir="2700000" algn="tl">
                    <a:srgbClr val="000000">
                      <a:alpha val="43137"/>
                    </a:srgbClr>
                  </a:outerShdw>
                </a:effectLst>
                <a:latin typeface="Century Gothic" panose="020B0502020202020204" pitchFamily="34" charset="0"/>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b="1" kern="1200">
                <a:solidFill>
                  <a:schemeClr val="bg1"/>
                </a:solidFill>
                <a:effectLst>
                  <a:outerShdw blurRad="38100" dist="38100" dir="2700000" algn="tl">
                    <a:srgbClr val="000000">
                      <a:alpha val="43137"/>
                    </a:srgbClr>
                  </a:outerShdw>
                </a:effectLst>
                <a:latin typeface="Century Gothic" panose="020B0502020202020204" pitchFamily="34" charset="0"/>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b="1" kern="1200">
                <a:solidFill>
                  <a:schemeClr val="bg1"/>
                </a:solidFill>
                <a:effectLst>
                  <a:outerShdw blurRad="38100" dist="38100" dir="2700000" algn="tl">
                    <a:srgbClr val="000000">
                      <a:alpha val="43137"/>
                    </a:srgbClr>
                  </a:outerShdw>
                </a:effectLst>
                <a:latin typeface="Century Gothic" panose="020B0502020202020204" pitchFamily="34" charset="0"/>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b="1" kern="1200">
                <a:solidFill>
                  <a:schemeClr val="bg1"/>
                </a:solidFill>
                <a:effectLst>
                  <a:outerShdw blurRad="38100" dist="38100" dir="2700000" algn="tl">
                    <a:srgbClr val="000000">
                      <a:alpha val="43137"/>
                    </a:srgbClr>
                  </a:outerShdw>
                </a:effectLst>
                <a:latin typeface="Century Gothic" panose="020B0502020202020204" pitchFamily="34" charset="0"/>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buNone/>
            </a:pPr>
            <a:r>
              <a:rPr lang="es-ES" sz="2400" b="0">
                <a:solidFill>
                  <a:schemeClr val="tx1"/>
                </a:solidFill>
                <a:latin typeface="Calibri" panose="020F0502020204030204" pitchFamily="34" charset="0"/>
              </a:rPr>
              <a:t>Santo, santo, santo, </a:t>
            </a:r>
          </a:p>
          <a:p>
            <a:pPr marL="0" indent="0">
              <a:buNone/>
            </a:pPr>
            <a:r>
              <a:rPr lang="es-ES" sz="2400" b="0">
                <a:solidFill>
                  <a:schemeClr val="tx1"/>
                </a:solidFill>
                <a:latin typeface="Calibri" panose="020F0502020204030204" pitchFamily="34" charset="0"/>
              </a:rPr>
              <a:t>Santo es el Señor                                                       Dios del universo, </a:t>
            </a:r>
          </a:p>
          <a:p>
            <a:pPr marL="0" indent="0">
              <a:buNone/>
            </a:pPr>
            <a:r>
              <a:rPr lang="es-ES" sz="2400" b="0">
                <a:solidFill>
                  <a:schemeClr val="tx1"/>
                </a:solidFill>
                <a:latin typeface="Calibri" panose="020F0502020204030204" pitchFamily="34" charset="0"/>
              </a:rPr>
              <a:t>(Dios del universo)</a:t>
            </a:r>
          </a:p>
          <a:p>
            <a:pPr marL="0" indent="0">
              <a:buNone/>
            </a:pPr>
            <a:r>
              <a:rPr lang="es-ES" sz="2400" b="0">
                <a:solidFill>
                  <a:schemeClr val="tx1"/>
                </a:solidFill>
                <a:latin typeface="Calibri" panose="020F0502020204030204" pitchFamily="34" charset="0"/>
              </a:rPr>
              <a:t>Dios del universo. (BIS)</a:t>
            </a:r>
          </a:p>
          <a:p>
            <a:pPr marL="0" indent="0">
              <a:buNone/>
            </a:pPr>
            <a:endParaRPr lang="es-ES" sz="2400" b="0">
              <a:solidFill>
                <a:schemeClr val="tx1"/>
              </a:solidFill>
              <a:latin typeface="Calibri" panose="020F0502020204030204" pitchFamily="34" charset="0"/>
            </a:endParaRPr>
          </a:p>
          <a:p>
            <a:pPr marL="0" indent="0">
              <a:buNone/>
            </a:pPr>
            <a:r>
              <a:rPr lang="es-ES" sz="2400" b="0">
                <a:solidFill>
                  <a:schemeClr val="tx1"/>
                </a:solidFill>
                <a:latin typeface="Calibri" panose="020F0502020204030204" pitchFamily="34" charset="0"/>
              </a:rPr>
              <a:t>Llenos están el cielo</a:t>
            </a:r>
          </a:p>
          <a:p>
            <a:pPr marL="0" indent="0">
              <a:buNone/>
            </a:pPr>
            <a:r>
              <a:rPr lang="es-ES" sz="2400" b="0">
                <a:solidFill>
                  <a:schemeClr val="tx1"/>
                </a:solidFill>
                <a:latin typeface="Calibri" panose="020F0502020204030204" pitchFamily="34" charset="0"/>
              </a:rPr>
              <a:t>y la tierra de tu gloria</a:t>
            </a:r>
          </a:p>
          <a:p>
            <a:pPr marL="0" indent="0">
              <a:buNone/>
            </a:pPr>
            <a:r>
              <a:rPr lang="es-ES" sz="2400" b="0">
                <a:solidFill>
                  <a:schemeClr val="tx1"/>
                </a:solidFill>
                <a:latin typeface="Calibri" panose="020F0502020204030204" pitchFamily="34" charset="0"/>
              </a:rPr>
              <a:t>Hosanna en el cielo,</a:t>
            </a:r>
          </a:p>
          <a:p>
            <a:pPr marL="0" indent="0">
              <a:buNone/>
            </a:pPr>
            <a:r>
              <a:rPr lang="es-ES" sz="2400" b="0">
                <a:solidFill>
                  <a:schemeClr val="tx1"/>
                </a:solidFill>
                <a:latin typeface="Calibri" panose="020F0502020204030204" pitchFamily="34" charset="0"/>
              </a:rPr>
              <a:t>(Hosanna en el cielo),</a:t>
            </a:r>
          </a:p>
          <a:p>
            <a:pPr marL="0" indent="0">
              <a:buNone/>
            </a:pPr>
            <a:r>
              <a:rPr lang="es-ES" sz="2400" b="0">
                <a:solidFill>
                  <a:schemeClr val="tx1"/>
                </a:solidFill>
                <a:latin typeface="Calibri" panose="020F0502020204030204" pitchFamily="34" charset="0"/>
              </a:rPr>
              <a:t>Hosanna en el cielo.</a:t>
            </a:r>
          </a:p>
          <a:p>
            <a:pPr marL="0" indent="0">
              <a:buNone/>
            </a:pPr>
            <a:endParaRPr lang="es-ES" sz="2400" b="0">
              <a:solidFill>
                <a:schemeClr val="tx1"/>
              </a:solidFill>
              <a:latin typeface="Calibri" panose="020F0502020204030204" pitchFamily="34" charset="0"/>
            </a:endParaRPr>
          </a:p>
          <a:p>
            <a:pPr marL="0" indent="0">
              <a:buNone/>
            </a:pPr>
            <a:r>
              <a:rPr lang="es-ES" sz="2400" b="0">
                <a:solidFill>
                  <a:schemeClr val="tx1"/>
                </a:solidFill>
                <a:latin typeface="Calibri" panose="020F0502020204030204" pitchFamily="34" charset="0"/>
              </a:rPr>
              <a:t>Bendito el que viene </a:t>
            </a:r>
          </a:p>
          <a:p>
            <a:pPr marL="0" indent="0">
              <a:buNone/>
            </a:pPr>
            <a:r>
              <a:rPr lang="es-ES" sz="2400" b="0">
                <a:solidFill>
                  <a:schemeClr val="tx1"/>
                </a:solidFill>
                <a:latin typeface="Calibri" panose="020F0502020204030204" pitchFamily="34" charset="0"/>
              </a:rPr>
              <a:t>en el nombre del Señor,</a:t>
            </a:r>
          </a:p>
          <a:p>
            <a:pPr marL="0" indent="0">
              <a:buNone/>
            </a:pPr>
            <a:r>
              <a:rPr lang="es-ES" sz="2400" b="0">
                <a:solidFill>
                  <a:schemeClr val="tx1"/>
                </a:solidFill>
                <a:latin typeface="Calibri" panose="020F0502020204030204" pitchFamily="34" charset="0"/>
              </a:rPr>
              <a:t>Hosanna en el cielo,</a:t>
            </a:r>
          </a:p>
          <a:p>
            <a:pPr marL="0" indent="0">
              <a:buNone/>
            </a:pPr>
            <a:r>
              <a:rPr lang="es-ES" sz="2400" b="0">
                <a:solidFill>
                  <a:schemeClr val="tx1"/>
                </a:solidFill>
                <a:latin typeface="Calibri" panose="020F0502020204030204" pitchFamily="34" charset="0"/>
              </a:rPr>
              <a:t>(Hosanna en el cielo),</a:t>
            </a:r>
          </a:p>
          <a:p>
            <a:pPr marL="0" indent="0">
              <a:buNone/>
            </a:pPr>
            <a:r>
              <a:rPr lang="es-ES" sz="2400" b="0">
                <a:solidFill>
                  <a:schemeClr val="tx1"/>
                </a:solidFill>
                <a:latin typeface="Calibri"/>
                <a:ea typeface="Calibri"/>
                <a:cs typeface="Calibri"/>
              </a:rPr>
              <a:t>Hosanna en el cielo.</a:t>
            </a:r>
          </a:p>
          <a:p>
            <a:pPr marL="0" indent="0">
              <a:buNone/>
            </a:pPr>
            <a:endParaRPr lang="es-ES" sz="2400" b="0">
              <a:solidFill>
                <a:schemeClr val="tx1"/>
              </a:solidFill>
              <a:latin typeface="Calibri"/>
              <a:ea typeface="Calibri"/>
              <a:cs typeface="Calibri"/>
            </a:endParaRPr>
          </a:p>
          <a:p>
            <a:pPr marL="0" indent="0">
              <a:buNone/>
            </a:pPr>
            <a:r>
              <a:rPr lang="es-ES" sz="2400" b="0">
                <a:solidFill>
                  <a:schemeClr val="tx1"/>
                </a:solidFill>
                <a:latin typeface="Calibri" panose="020F0502020204030204" pitchFamily="34" charset="0"/>
              </a:rPr>
              <a:t>Santo, santo, santo, </a:t>
            </a:r>
          </a:p>
          <a:p>
            <a:pPr marL="0" indent="0">
              <a:buNone/>
            </a:pPr>
            <a:r>
              <a:rPr lang="es-ES" sz="2400" b="0">
                <a:solidFill>
                  <a:schemeClr val="tx1"/>
                </a:solidFill>
                <a:latin typeface="Calibri" panose="020F0502020204030204" pitchFamily="34" charset="0"/>
              </a:rPr>
              <a:t>Santo es el Señor                                                       Dios del universo, </a:t>
            </a:r>
          </a:p>
          <a:p>
            <a:pPr marL="0" indent="0">
              <a:buNone/>
            </a:pPr>
            <a:r>
              <a:rPr lang="es-ES" sz="2400" b="0">
                <a:solidFill>
                  <a:schemeClr val="tx1"/>
                </a:solidFill>
                <a:latin typeface="Calibri" panose="020F0502020204030204" pitchFamily="34" charset="0"/>
              </a:rPr>
              <a:t>(Dios del universo)</a:t>
            </a:r>
          </a:p>
          <a:p>
            <a:pPr marL="0" indent="0">
              <a:buNone/>
            </a:pPr>
            <a:r>
              <a:rPr lang="es-ES" sz="2400" b="0">
                <a:solidFill>
                  <a:schemeClr val="tx1"/>
                </a:solidFill>
                <a:latin typeface="Calibri" panose="020F0502020204030204" pitchFamily="34" charset="0"/>
              </a:rPr>
              <a:t>Dios del universo. (BIS)</a:t>
            </a:r>
          </a:p>
          <a:p>
            <a:pPr marL="0" indent="0">
              <a:buNone/>
            </a:pPr>
            <a:endParaRPr lang="es-ES" sz="2400" b="0">
              <a:solidFill>
                <a:schemeClr val="tx1"/>
              </a:solidFill>
              <a:latin typeface="Calibri" panose="020F0502020204030204" pitchFamily="34" charset="0"/>
            </a:endParaRPr>
          </a:p>
          <a:p>
            <a:pPr marL="0" indent="0">
              <a:buNone/>
            </a:pPr>
            <a:r>
              <a:rPr lang="es-ES" sz="2400" b="0">
                <a:solidFill>
                  <a:schemeClr val="tx1"/>
                </a:solidFill>
                <a:latin typeface="Calibri" panose="020F0502020204030204" pitchFamily="34" charset="0"/>
              </a:rPr>
              <a:t>Santo, santo, santo, </a:t>
            </a:r>
          </a:p>
          <a:p>
            <a:pPr marL="0" indent="0">
              <a:buNone/>
            </a:pPr>
            <a:r>
              <a:rPr lang="es-ES" sz="2400" b="0">
                <a:solidFill>
                  <a:schemeClr val="tx1"/>
                </a:solidFill>
                <a:latin typeface="Calibri" panose="020F0502020204030204" pitchFamily="34" charset="0"/>
              </a:rPr>
              <a:t>Santo es el Señor</a:t>
            </a:r>
          </a:p>
          <a:p>
            <a:pPr marL="0" indent="0">
              <a:buNone/>
            </a:pPr>
            <a:endParaRPr lang="es-ES" sz="2400" b="0">
              <a:solidFill>
                <a:schemeClr val="tx1"/>
              </a:solidFill>
              <a:latin typeface="Calibri" panose="020F0502020204030204" pitchFamily="34" charset="0"/>
            </a:endParaRPr>
          </a:p>
          <a:p>
            <a:pPr marL="0" indent="0">
              <a:buNone/>
            </a:pPr>
            <a:endParaRPr lang="es-ES" sz="2400" b="0">
              <a:solidFill>
                <a:schemeClr val="tx1"/>
              </a:solidFill>
              <a:latin typeface="Calibri" panose="020F0502020204030204" pitchFamily="34" charset="0"/>
            </a:endParaRPr>
          </a:p>
          <a:p>
            <a:pPr marL="0" indent="0">
              <a:buNone/>
            </a:pPr>
            <a:endParaRPr lang="es-ES" sz="2400">
              <a:solidFill>
                <a:schemeClr val="tx1"/>
              </a:solidFill>
              <a:latin typeface="Calibri" panose="020F0502020204030204" pitchFamily="34" charset="0"/>
            </a:endParaRPr>
          </a:p>
          <a:p>
            <a:pPr marL="0" indent="0">
              <a:buNone/>
            </a:pPr>
            <a:endParaRPr lang="es-ES" sz="2400">
              <a:solidFill>
                <a:schemeClr val="tx1"/>
              </a:solidFill>
              <a:latin typeface="Calibri" panose="020F0502020204030204" pitchFamily="34" charset="0"/>
            </a:endParaRPr>
          </a:p>
          <a:p>
            <a:pPr marL="0" indent="0">
              <a:buNone/>
            </a:pPr>
            <a:endParaRPr lang="es-ES" sz="2400">
              <a:solidFill>
                <a:schemeClr val="tx1"/>
              </a:solidFill>
              <a:latin typeface="Calibri" panose="020F0502020204030204" pitchFamily="34" charset="0"/>
            </a:endParaRPr>
          </a:p>
          <a:p>
            <a:pPr marL="0" indent="0">
              <a:buNone/>
            </a:pPr>
            <a:endParaRPr lang="es-ES" sz="2400">
              <a:solidFill>
                <a:schemeClr val="tx1"/>
              </a:solidFill>
              <a:latin typeface="Calibri" panose="020F0502020204030204" pitchFamily="34" charset="0"/>
            </a:endParaRPr>
          </a:p>
          <a:p>
            <a:pPr marL="0" indent="0">
              <a:buNone/>
            </a:pPr>
            <a:endParaRPr lang="es-ES">
              <a:solidFill>
                <a:schemeClr val="tx1"/>
              </a:solidFill>
              <a:latin typeface="Calibri" panose="020F0502020204030204" pitchFamily="34" charset="0"/>
            </a:endParaRPr>
          </a:p>
        </p:txBody>
      </p:sp>
      <p:grpSp>
        <p:nvGrpSpPr>
          <p:cNvPr id="9" name="Grupo 8">
            <a:extLst>
              <a:ext uri="{FF2B5EF4-FFF2-40B4-BE49-F238E27FC236}">
                <a16:creationId xmlns:a16="http://schemas.microsoft.com/office/drawing/2014/main" id="{D9E15C2C-C264-213C-C381-336A4084A321}"/>
              </a:ext>
            </a:extLst>
          </p:cNvPr>
          <p:cNvGrpSpPr/>
          <p:nvPr/>
        </p:nvGrpSpPr>
        <p:grpSpPr>
          <a:xfrm>
            <a:off x="1057" y="-4361"/>
            <a:ext cx="12190282" cy="517821"/>
            <a:chOff x="1057" y="-4361"/>
            <a:chExt cx="12503431" cy="517821"/>
          </a:xfrm>
        </p:grpSpPr>
        <p:sp>
          <p:nvSpPr>
            <p:cNvPr id="3" name="Rectángulo 2">
              <a:extLst>
                <a:ext uri="{FF2B5EF4-FFF2-40B4-BE49-F238E27FC236}">
                  <a16:creationId xmlns:a16="http://schemas.microsoft.com/office/drawing/2014/main" id="{93862EE2-D707-62B7-E834-CE01CD18DFDD}"/>
                </a:ext>
              </a:extLst>
            </p:cNvPr>
            <p:cNvSpPr/>
            <p:nvPr/>
          </p:nvSpPr>
          <p:spPr>
            <a:xfrm>
              <a:off x="9372455" y="-4360"/>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Rito de Conclusión</a:t>
              </a:r>
              <a:endParaRPr lang="es-ES">
                <a:solidFill>
                  <a:schemeClr val="tx1">
                    <a:lumMod val="49000"/>
                    <a:lumOff val="51000"/>
                  </a:schemeClr>
                </a:solidFill>
                <a:ea typeface="Calibri"/>
                <a:cs typeface="Calibri"/>
              </a:endParaRPr>
            </a:p>
          </p:txBody>
        </p:sp>
        <p:sp>
          <p:nvSpPr>
            <p:cNvPr id="4" name="Rectángulo 3">
              <a:extLst>
                <a:ext uri="{FF2B5EF4-FFF2-40B4-BE49-F238E27FC236}">
                  <a16:creationId xmlns:a16="http://schemas.microsoft.com/office/drawing/2014/main" id="{20EEEC27-FBED-C10A-E826-F690462E80BC}"/>
                </a:ext>
              </a:extLst>
            </p:cNvPr>
            <p:cNvSpPr/>
            <p:nvPr/>
          </p:nvSpPr>
          <p:spPr>
            <a:xfrm>
              <a:off x="1057" y="-4361"/>
              <a:ext cx="3121596" cy="390807"/>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rgbClr val="7F7F7F"/>
                  </a:solidFill>
                  <a:ea typeface="Calibri"/>
                  <a:cs typeface="Calibri"/>
                </a:rPr>
                <a:t>Ritos Iniciales</a:t>
              </a:r>
              <a:endParaRPr lang="es-ES" sz="2400">
                <a:solidFill>
                  <a:srgbClr val="7F7F7F"/>
                </a:solidFill>
                <a:ea typeface="Calibri"/>
                <a:cs typeface="Calibri"/>
              </a:endParaRPr>
            </a:p>
          </p:txBody>
        </p:sp>
        <p:sp>
          <p:nvSpPr>
            <p:cNvPr id="6" name="Rectángulo 5">
              <a:extLst>
                <a:ext uri="{FF2B5EF4-FFF2-40B4-BE49-F238E27FC236}">
                  <a16:creationId xmlns:a16="http://schemas.microsoft.com/office/drawing/2014/main" id="{4D99F53E-409C-3D48-0C5A-B9A59EF5C380}"/>
                </a:ext>
              </a:extLst>
            </p:cNvPr>
            <p:cNvSpPr/>
            <p:nvPr/>
          </p:nvSpPr>
          <p:spPr>
            <a:xfrm>
              <a:off x="3122126" y="-4360"/>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rgbClr val="7F7F7F"/>
                  </a:solidFill>
                  <a:ea typeface="Calibri"/>
                  <a:cs typeface="Calibri"/>
                </a:rPr>
                <a:t>Liturgia de la Palabra</a:t>
              </a:r>
              <a:endParaRPr lang="es-ES" sz="2400">
                <a:solidFill>
                  <a:srgbClr val="7F7F7F"/>
                </a:solidFill>
                <a:ea typeface="Calibri"/>
                <a:cs typeface="Calibri"/>
              </a:endParaRPr>
            </a:p>
          </p:txBody>
        </p:sp>
        <p:sp>
          <p:nvSpPr>
            <p:cNvPr id="7" name="Rectángulo 6">
              <a:extLst>
                <a:ext uri="{FF2B5EF4-FFF2-40B4-BE49-F238E27FC236}">
                  <a16:creationId xmlns:a16="http://schemas.microsoft.com/office/drawing/2014/main" id="{BD4B1E89-E9D6-E76D-56F9-4BC4260F3416}"/>
                </a:ext>
              </a:extLst>
            </p:cNvPr>
            <p:cNvSpPr/>
            <p:nvPr/>
          </p:nvSpPr>
          <p:spPr>
            <a:xfrm>
              <a:off x="6247290" y="-4361"/>
              <a:ext cx="3132033" cy="517821"/>
            </a:xfrm>
            <a:prstGeom prst="rect">
              <a:avLst/>
            </a:prstGeom>
            <a:solidFill>
              <a:schemeClr val="accent1"/>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800" b="1">
                  <a:solidFill>
                    <a:srgbClr val="000000"/>
                  </a:solidFill>
                  <a:ea typeface="Calibri"/>
                  <a:cs typeface="Calibri"/>
                </a:rPr>
                <a:t>Liturgia Eucarística</a:t>
              </a:r>
              <a:endParaRPr lang="es-ES" sz="2800">
                <a:solidFill>
                  <a:srgbClr val="000000"/>
                </a:solidFill>
                <a:ea typeface="Calibri"/>
                <a:cs typeface="Calibri"/>
              </a:endParaRPr>
            </a:p>
          </p:txBody>
        </p:sp>
      </p:grpSp>
    </p:spTree>
    <p:extLst>
      <p:ext uri="{BB962C8B-B14F-4D97-AF65-F5344CB8AC3E}">
        <p14:creationId xmlns:p14="http://schemas.microsoft.com/office/powerpoint/2010/main" val="2564711973"/>
      </p:ext>
    </p:extLst>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15857D9-B6E9-645A-4F18-DDF43BA46E0E}"/>
            </a:ext>
          </a:extLst>
        </p:cNvPr>
        <p:cNvGrpSpPr/>
        <p:nvPr/>
      </p:nvGrpSpPr>
      <p:grpSpPr>
        <a:xfrm>
          <a:off x="0" y="0"/>
          <a:ext cx="0" cy="0"/>
          <a:chOff x="0" y="0"/>
          <a:chExt cx="0" cy="0"/>
        </a:xfrm>
      </p:grpSpPr>
      <p:pic>
        <p:nvPicPr>
          <p:cNvPr id="9" name="Imagen 8" descr="Imagen de la pantalla de un video juego&#10;&#10;Descripción generada automáticamente con confianza media">
            <a:extLst>
              <a:ext uri="{FF2B5EF4-FFF2-40B4-BE49-F238E27FC236}">
                <a16:creationId xmlns:a16="http://schemas.microsoft.com/office/drawing/2014/main" id="{90A013DE-1A10-FDDB-040F-A43FDB810586}"/>
              </a:ext>
            </a:extLst>
          </p:cNvPr>
          <p:cNvPicPr>
            <a:picLocks noChangeAspect="1"/>
          </p:cNvPicPr>
          <p:nvPr/>
        </p:nvPicPr>
        <p:blipFill rotWithShape="1">
          <a:blip r:embed="rId2"/>
          <a:srcRect l="26283" t="-1" r="26846" b="3309"/>
          <a:stretch/>
        </p:blipFill>
        <p:spPr>
          <a:xfrm>
            <a:off x="5012891" y="0"/>
            <a:ext cx="8634855" cy="6858000"/>
          </a:xfrm>
          <a:prstGeom prst="rect">
            <a:avLst/>
          </a:prstGeom>
        </p:spPr>
      </p:pic>
      <p:sp>
        <p:nvSpPr>
          <p:cNvPr id="12" name="Llamada de nube 11">
            <a:extLst>
              <a:ext uri="{FF2B5EF4-FFF2-40B4-BE49-F238E27FC236}">
                <a16:creationId xmlns:a16="http://schemas.microsoft.com/office/drawing/2014/main" id="{23769D8E-797B-71C7-6720-B3424E85ACF0}"/>
              </a:ext>
            </a:extLst>
          </p:cNvPr>
          <p:cNvSpPr/>
          <p:nvPr/>
        </p:nvSpPr>
        <p:spPr>
          <a:xfrm>
            <a:off x="3088371" y="0"/>
            <a:ext cx="3423754" cy="6858000"/>
          </a:xfrm>
          <a:prstGeom prst="cloudCallou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3" name="Imagen 2" descr="Un dibujo de un perro&#10;&#10;Descripción generada automáticamente con confianza media">
            <a:extLst>
              <a:ext uri="{FF2B5EF4-FFF2-40B4-BE49-F238E27FC236}">
                <a16:creationId xmlns:a16="http://schemas.microsoft.com/office/drawing/2014/main" id="{1127643D-FA7C-DF7D-66A1-0614E0CB2334}"/>
              </a:ext>
            </a:extLst>
          </p:cNvPr>
          <p:cNvPicPr>
            <a:picLocks noChangeAspect="1"/>
          </p:cNvPicPr>
          <p:nvPr/>
        </p:nvPicPr>
        <p:blipFill>
          <a:blip r:embed="rId3">
            <a:clrChange>
              <a:clrFrom>
                <a:srgbClr val="FFFFFF"/>
              </a:clrFrom>
              <a:clrTo>
                <a:srgbClr val="FFFFFF">
                  <a:alpha val="0"/>
                </a:srgbClr>
              </a:clrTo>
            </a:clrChange>
          </a:blip>
          <a:stretch>
            <a:fillRect/>
          </a:stretch>
        </p:blipFill>
        <p:spPr>
          <a:xfrm>
            <a:off x="3089" y="2356243"/>
            <a:ext cx="6232014" cy="2782120"/>
          </a:xfrm>
          <a:prstGeom prst="rect">
            <a:avLst/>
          </a:prstGeom>
        </p:spPr>
      </p:pic>
      <p:pic>
        <p:nvPicPr>
          <p:cNvPr id="2" name="Imagen 1" descr="Imagen que contiene Escala de tiempo&#10;&#10;El contenido generado por IA puede ser incorrecto.">
            <a:extLst>
              <a:ext uri="{FF2B5EF4-FFF2-40B4-BE49-F238E27FC236}">
                <a16:creationId xmlns:a16="http://schemas.microsoft.com/office/drawing/2014/main" id="{4225867B-793B-91A3-6E3F-E0CF69146194}"/>
              </a:ext>
            </a:extLst>
          </p:cNvPr>
          <p:cNvPicPr>
            <a:picLocks noChangeAspect="1"/>
          </p:cNvPicPr>
          <p:nvPr/>
        </p:nvPicPr>
        <p:blipFill>
          <a:blip r:embed="rId4"/>
          <a:stretch>
            <a:fillRect/>
          </a:stretch>
        </p:blipFill>
        <p:spPr>
          <a:xfrm>
            <a:off x="169297" y="598240"/>
            <a:ext cx="1541821" cy="1487436"/>
          </a:xfrm>
          <a:prstGeom prst="rect">
            <a:avLst/>
          </a:prstGeom>
        </p:spPr>
      </p:pic>
      <p:grpSp>
        <p:nvGrpSpPr>
          <p:cNvPr id="16" name="Grupo 15">
            <a:extLst>
              <a:ext uri="{FF2B5EF4-FFF2-40B4-BE49-F238E27FC236}">
                <a16:creationId xmlns:a16="http://schemas.microsoft.com/office/drawing/2014/main" id="{13061217-0834-0873-E378-17B6B3139424}"/>
              </a:ext>
            </a:extLst>
          </p:cNvPr>
          <p:cNvGrpSpPr/>
          <p:nvPr/>
        </p:nvGrpSpPr>
        <p:grpSpPr>
          <a:xfrm>
            <a:off x="1057" y="-4361"/>
            <a:ext cx="12190282" cy="517821"/>
            <a:chOff x="1057" y="-4361"/>
            <a:chExt cx="12503431" cy="517821"/>
          </a:xfrm>
        </p:grpSpPr>
        <p:sp>
          <p:nvSpPr>
            <p:cNvPr id="11" name="Rectángulo 10">
              <a:extLst>
                <a:ext uri="{FF2B5EF4-FFF2-40B4-BE49-F238E27FC236}">
                  <a16:creationId xmlns:a16="http://schemas.microsoft.com/office/drawing/2014/main" id="{4E8F534B-B4CF-7C5E-AA5F-4EA760F04E81}"/>
                </a:ext>
              </a:extLst>
            </p:cNvPr>
            <p:cNvSpPr/>
            <p:nvPr/>
          </p:nvSpPr>
          <p:spPr>
            <a:xfrm>
              <a:off x="9372455" y="-4360"/>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Rito de Conclusión</a:t>
              </a:r>
              <a:endParaRPr lang="es-ES">
                <a:solidFill>
                  <a:schemeClr val="tx1">
                    <a:lumMod val="49000"/>
                    <a:lumOff val="51000"/>
                  </a:schemeClr>
                </a:solidFill>
                <a:ea typeface="Calibri"/>
                <a:cs typeface="Calibri"/>
              </a:endParaRPr>
            </a:p>
          </p:txBody>
        </p:sp>
        <p:sp>
          <p:nvSpPr>
            <p:cNvPr id="13" name="Rectángulo 12">
              <a:extLst>
                <a:ext uri="{FF2B5EF4-FFF2-40B4-BE49-F238E27FC236}">
                  <a16:creationId xmlns:a16="http://schemas.microsoft.com/office/drawing/2014/main" id="{EFC66E88-7647-7CBA-6891-60098E56B95A}"/>
                </a:ext>
              </a:extLst>
            </p:cNvPr>
            <p:cNvSpPr/>
            <p:nvPr/>
          </p:nvSpPr>
          <p:spPr>
            <a:xfrm>
              <a:off x="1057" y="-4361"/>
              <a:ext cx="3121596" cy="390807"/>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rgbClr val="7F7F7F"/>
                  </a:solidFill>
                  <a:ea typeface="Calibri"/>
                  <a:cs typeface="Calibri"/>
                </a:rPr>
                <a:t>Ritos Iniciales</a:t>
              </a:r>
              <a:endParaRPr lang="es-ES" sz="2400">
                <a:solidFill>
                  <a:srgbClr val="7F7F7F"/>
                </a:solidFill>
                <a:ea typeface="Calibri"/>
                <a:cs typeface="Calibri"/>
              </a:endParaRPr>
            </a:p>
          </p:txBody>
        </p:sp>
        <p:sp>
          <p:nvSpPr>
            <p:cNvPr id="14" name="Rectángulo 13">
              <a:extLst>
                <a:ext uri="{FF2B5EF4-FFF2-40B4-BE49-F238E27FC236}">
                  <a16:creationId xmlns:a16="http://schemas.microsoft.com/office/drawing/2014/main" id="{C403B733-7D98-AAC6-EB9D-58E0D116298D}"/>
                </a:ext>
              </a:extLst>
            </p:cNvPr>
            <p:cNvSpPr/>
            <p:nvPr/>
          </p:nvSpPr>
          <p:spPr>
            <a:xfrm>
              <a:off x="3122126" y="-4360"/>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rgbClr val="7F7F7F"/>
                  </a:solidFill>
                  <a:ea typeface="Calibri"/>
                  <a:cs typeface="Calibri"/>
                </a:rPr>
                <a:t>Liturgia de la Palabra</a:t>
              </a:r>
              <a:endParaRPr lang="es-ES" sz="2400">
                <a:solidFill>
                  <a:srgbClr val="7F7F7F"/>
                </a:solidFill>
                <a:ea typeface="Calibri"/>
                <a:cs typeface="Calibri"/>
              </a:endParaRPr>
            </a:p>
          </p:txBody>
        </p:sp>
        <p:sp>
          <p:nvSpPr>
            <p:cNvPr id="15" name="Rectángulo 14">
              <a:extLst>
                <a:ext uri="{FF2B5EF4-FFF2-40B4-BE49-F238E27FC236}">
                  <a16:creationId xmlns:a16="http://schemas.microsoft.com/office/drawing/2014/main" id="{E2DF660F-9817-F7DA-2546-48C23490B63B}"/>
                </a:ext>
              </a:extLst>
            </p:cNvPr>
            <p:cNvSpPr/>
            <p:nvPr/>
          </p:nvSpPr>
          <p:spPr>
            <a:xfrm>
              <a:off x="6247290" y="-4361"/>
              <a:ext cx="3132033" cy="517821"/>
            </a:xfrm>
            <a:prstGeom prst="rect">
              <a:avLst/>
            </a:prstGeom>
            <a:solidFill>
              <a:schemeClr val="accent1"/>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800" b="1">
                  <a:solidFill>
                    <a:srgbClr val="000000"/>
                  </a:solidFill>
                  <a:ea typeface="Calibri"/>
                  <a:cs typeface="Calibri"/>
                </a:rPr>
                <a:t>Liturgia Eucarística</a:t>
              </a:r>
              <a:endParaRPr lang="es-ES" sz="2800">
                <a:solidFill>
                  <a:srgbClr val="000000"/>
                </a:solidFill>
                <a:ea typeface="Calibri"/>
                <a:cs typeface="Calibri"/>
              </a:endParaRPr>
            </a:p>
          </p:txBody>
        </p:sp>
      </p:grpSp>
    </p:spTree>
    <p:extLst>
      <p:ext uri="{BB962C8B-B14F-4D97-AF65-F5344CB8AC3E}">
        <p14:creationId xmlns:p14="http://schemas.microsoft.com/office/powerpoint/2010/main" val="2425681845"/>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DAA3EE70-9699-918C-4639-18EF931EF508}"/>
            </a:ext>
          </a:extLst>
        </p:cNvPr>
        <p:cNvGrpSpPr/>
        <p:nvPr/>
      </p:nvGrpSpPr>
      <p:grpSpPr>
        <a:xfrm>
          <a:off x="0" y="0"/>
          <a:ext cx="0" cy="0"/>
          <a:chOff x="0" y="0"/>
          <a:chExt cx="0" cy="0"/>
        </a:xfrm>
      </p:grpSpPr>
      <p:pic>
        <p:nvPicPr>
          <p:cNvPr id="2" name="Imagen 1" descr="Padre Nuestro gallego - YouTube">
            <a:extLst>
              <a:ext uri="{FF2B5EF4-FFF2-40B4-BE49-F238E27FC236}">
                <a16:creationId xmlns:a16="http://schemas.microsoft.com/office/drawing/2014/main" id="{647F3EF6-90CC-D311-028D-BE4ACC9FB253}"/>
              </a:ext>
            </a:extLst>
          </p:cNvPr>
          <p:cNvPicPr>
            <a:picLocks noChangeAspect="1"/>
          </p:cNvPicPr>
          <p:nvPr/>
        </p:nvPicPr>
        <p:blipFill>
          <a:blip r:embed="rId2"/>
          <a:srcRect l="15595" t="-64" r="18766" b="31707"/>
          <a:stretch>
            <a:fillRect/>
          </a:stretch>
        </p:blipFill>
        <p:spPr>
          <a:xfrm>
            <a:off x="6837123" y="3722132"/>
            <a:ext cx="5351304" cy="3132567"/>
          </a:xfrm>
          <a:prstGeom prst="rect">
            <a:avLst/>
          </a:prstGeom>
        </p:spPr>
      </p:pic>
      <p:sp>
        <p:nvSpPr>
          <p:cNvPr id="8" name="Título 1">
            <a:extLst>
              <a:ext uri="{FF2B5EF4-FFF2-40B4-BE49-F238E27FC236}">
                <a16:creationId xmlns:a16="http://schemas.microsoft.com/office/drawing/2014/main" id="{566D70B2-0916-2088-FD53-A45BA218D12E}"/>
              </a:ext>
            </a:extLst>
          </p:cNvPr>
          <p:cNvSpPr txBox="1">
            <a:spLocks/>
          </p:cNvSpPr>
          <p:nvPr/>
        </p:nvSpPr>
        <p:spPr>
          <a:xfrm>
            <a:off x="1587027" y="499005"/>
            <a:ext cx="5103249" cy="1048117"/>
          </a:xfrm>
          <a:prstGeom prst="rect">
            <a:avLst/>
          </a:prstGeom>
        </p:spPr>
        <p:txBody>
          <a:bodyPr lIns="91440" tIns="45720" rIns="91440" bIns="45720" anchor="t">
            <a:normAutofit fontScale="92500"/>
          </a:bodyPr>
          <a:lstStyle>
            <a:lvl1pPr algn="l" defTabSz="685800" rtl="0" eaLnBrk="1" latinLnBrk="0" hangingPunct="1">
              <a:lnSpc>
                <a:spcPct val="90000"/>
              </a:lnSpc>
              <a:spcBef>
                <a:spcPct val="0"/>
              </a:spcBef>
              <a:buNone/>
              <a:defRPr sz="3300" b="1" kern="1200">
                <a:solidFill>
                  <a:schemeClr val="bg1"/>
                </a:solidFill>
                <a:effectLst>
                  <a:outerShdw blurRad="38100" dist="38100" dir="2700000" algn="tl">
                    <a:srgbClr val="000000">
                      <a:alpha val="43137"/>
                    </a:srgbClr>
                  </a:outerShdw>
                </a:effectLst>
                <a:latin typeface="Century Gothic" panose="020B0502020202020204" pitchFamily="34" charset="0"/>
                <a:ea typeface="+mj-ea"/>
                <a:cs typeface="+mj-cs"/>
              </a:defRPr>
            </a:lvl1pPr>
          </a:lstStyle>
          <a:p>
            <a:r>
              <a:rPr lang="es-ES" sz="4400">
                <a:solidFill>
                  <a:schemeClr val="accent1"/>
                </a:solidFill>
                <a:latin typeface="Calibri"/>
                <a:ea typeface="Calibri"/>
                <a:cs typeface="Calibri"/>
              </a:rPr>
              <a:t>Padre nuestro gallego</a:t>
            </a:r>
            <a:endParaRPr lang="es-ES">
              <a:solidFill>
                <a:schemeClr val="accent1"/>
              </a:solidFill>
            </a:endParaRPr>
          </a:p>
        </p:txBody>
      </p:sp>
      <p:sp>
        <p:nvSpPr>
          <p:cNvPr id="10" name="Marcador de contenido 2">
            <a:extLst>
              <a:ext uri="{FF2B5EF4-FFF2-40B4-BE49-F238E27FC236}">
                <a16:creationId xmlns:a16="http://schemas.microsoft.com/office/drawing/2014/main" id="{EA753F50-66EE-1906-73D1-4E854AE7DF45}"/>
              </a:ext>
            </a:extLst>
          </p:cNvPr>
          <p:cNvSpPr txBox="1">
            <a:spLocks/>
          </p:cNvSpPr>
          <p:nvPr/>
        </p:nvSpPr>
        <p:spPr>
          <a:xfrm>
            <a:off x="305819" y="1198224"/>
            <a:ext cx="9554632" cy="5847666"/>
          </a:xfrm>
          <a:prstGeom prst="rect">
            <a:avLst/>
          </a:prstGeom>
        </p:spPr>
        <p:txBody>
          <a:bodyPr lIns="91440" tIns="45720" rIns="91440" bIns="45720" numCol="2" anchor="t">
            <a:normAutofit fontScale="92500" lnSpcReduction="10000"/>
          </a:bodyPr>
          <a:lstStyle>
            <a:lvl1pPr marL="171450" indent="-171450" algn="l" defTabSz="685800" rtl="0" eaLnBrk="1" latinLnBrk="0" hangingPunct="1">
              <a:lnSpc>
                <a:spcPct val="90000"/>
              </a:lnSpc>
              <a:spcBef>
                <a:spcPts val="750"/>
              </a:spcBef>
              <a:buFont typeface="Arial" panose="020B0604020202020204" pitchFamily="34" charset="0"/>
              <a:buChar char="•"/>
              <a:defRPr sz="2100" b="1" kern="1200">
                <a:solidFill>
                  <a:schemeClr val="bg1"/>
                </a:solidFill>
                <a:effectLst>
                  <a:outerShdw blurRad="38100" dist="38100" dir="2700000" algn="tl">
                    <a:srgbClr val="000000">
                      <a:alpha val="43137"/>
                    </a:srgbClr>
                  </a:outerShdw>
                </a:effectLst>
                <a:latin typeface="Century Gothic" panose="020B0502020202020204" pitchFamily="34" charset="0"/>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b="1" kern="1200">
                <a:solidFill>
                  <a:schemeClr val="bg1"/>
                </a:solidFill>
                <a:effectLst>
                  <a:outerShdw blurRad="38100" dist="38100" dir="2700000" algn="tl">
                    <a:srgbClr val="000000">
                      <a:alpha val="43137"/>
                    </a:srgbClr>
                  </a:outerShdw>
                </a:effectLst>
                <a:latin typeface="Century Gothic" panose="020B0502020202020204" pitchFamily="34" charset="0"/>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b="1" kern="1200">
                <a:solidFill>
                  <a:schemeClr val="bg1"/>
                </a:solidFill>
                <a:effectLst>
                  <a:outerShdw blurRad="38100" dist="38100" dir="2700000" algn="tl">
                    <a:srgbClr val="000000">
                      <a:alpha val="43137"/>
                    </a:srgbClr>
                  </a:outerShdw>
                </a:effectLst>
                <a:latin typeface="Century Gothic" panose="020B0502020202020204" pitchFamily="34" charset="0"/>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b="1" kern="1200">
                <a:solidFill>
                  <a:schemeClr val="bg1"/>
                </a:solidFill>
                <a:effectLst>
                  <a:outerShdw blurRad="38100" dist="38100" dir="2700000" algn="tl">
                    <a:srgbClr val="000000">
                      <a:alpha val="43137"/>
                    </a:srgbClr>
                  </a:outerShdw>
                </a:effectLst>
                <a:latin typeface="Century Gothic" panose="020B0502020202020204" pitchFamily="34" charset="0"/>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b="1" kern="1200">
                <a:solidFill>
                  <a:schemeClr val="bg1"/>
                </a:solidFill>
                <a:effectLst>
                  <a:outerShdw blurRad="38100" dist="38100" dir="2700000" algn="tl">
                    <a:srgbClr val="000000">
                      <a:alpha val="43137"/>
                    </a:srgbClr>
                  </a:outerShdw>
                </a:effectLst>
                <a:latin typeface="Century Gothic" panose="020B0502020202020204" pitchFamily="34" charset="0"/>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a:buNone/>
            </a:pPr>
            <a:r>
              <a:rPr lang="es-ES" sz="1900" b="0">
                <a:solidFill>
                  <a:schemeClr val="tx1"/>
                </a:solidFill>
                <a:latin typeface="Calibri"/>
                <a:ea typeface="Calibri"/>
                <a:cs typeface="Calibri"/>
              </a:rPr>
              <a:t>En el mar he oído hoy</a:t>
            </a:r>
          </a:p>
          <a:p>
            <a:pPr marL="0" indent="0">
              <a:lnSpc>
                <a:spcPct val="80000"/>
              </a:lnSpc>
              <a:buNone/>
            </a:pPr>
            <a:r>
              <a:rPr lang="es-ES" sz="1900" b="0">
                <a:solidFill>
                  <a:schemeClr val="tx1"/>
                </a:solidFill>
                <a:latin typeface="Calibri"/>
                <a:ea typeface="Calibri"/>
                <a:cs typeface="Calibri"/>
              </a:rPr>
              <a:t>Señor tu voz que me llamó</a:t>
            </a:r>
          </a:p>
          <a:p>
            <a:pPr marL="0" indent="0">
              <a:lnSpc>
                <a:spcPct val="80000"/>
              </a:lnSpc>
              <a:buNone/>
            </a:pPr>
            <a:r>
              <a:rPr lang="es-ES" sz="1900" b="0">
                <a:solidFill>
                  <a:schemeClr val="tx1"/>
                </a:solidFill>
                <a:latin typeface="Calibri"/>
                <a:ea typeface="Calibri"/>
                <a:cs typeface="Calibri"/>
              </a:rPr>
              <a:t>y me pidió que me entregara</a:t>
            </a:r>
          </a:p>
          <a:p>
            <a:pPr marL="0" indent="0">
              <a:lnSpc>
                <a:spcPct val="80000"/>
              </a:lnSpc>
              <a:buNone/>
            </a:pPr>
            <a:r>
              <a:rPr lang="es-ES" sz="1900" b="0">
                <a:solidFill>
                  <a:schemeClr val="tx1"/>
                </a:solidFill>
                <a:latin typeface="Calibri"/>
                <a:ea typeface="Calibri"/>
                <a:cs typeface="Calibri"/>
              </a:rPr>
              <a:t>a mis hermanos.</a:t>
            </a:r>
          </a:p>
          <a:p>
            <a:pPr marL="0" indent="0">
              <a:lnSpc>
                <a:spcPct val="80000"/>
              </a:lnSpc>
              <a:buNone/>
            </a:pPr>
            <a:br>
              <a:rPr lang="en-US" sz="2200" b="0">
                <a:solidFill>
                  <a:schemeClr val="tx1"/>
                </a:solidFill>
                <a:latin typeface="Calibri" panose="020F0502020204030204" pitchFamily="34" charset="0"/>
              </a:rPr>
            </a:br>
            <a:endParaRPr lang="en-US" sz="1900" b="0">
              <a:solidFill>
                <a:schemeClr val="tx1"/>
              </a:solidFill>
              <a:latin typeface="Calibri" panose="020F0502020204030204" pitchFamily="34" charset="0"/>
              <a:ea typeface="Calibri"/>
              <a:cs typeface="Calibri"/>
            </a:endParaRPr>
          </a:p>
          <a:p>
            <a:pPr>
              <a:buNone/>
            </a:pPr>
            <a:r>
              <a:rPr lang="es-ES" sz="1900" b="0">
                <a:solidFill>
                  <a:schemeClr val="tx1"/>
                </a:solidFill>
                <a:latin typeface="Calibri"/>
                <a:ea typeface="Calibri"/>
                <a:cs typeface="Calibri"/>
              </a:rPr>
              <a:t>Esa voz me transformó,</a:t>
            </a:r>
          </a:p>
          <a:p>
            <a:pPr>
              <a:buNone/>
            </a:pPr>
            <a:r>
              <a:rPr lang="es-ES" sz="1900" b="0">
                <a:solidFill>
                  <a:schemeClr val="tx1"/>
                </a:solidFill>
                <a:latin typeface="Calibri"/>
                <a:ea typeface="Calibri"/>
                <a:cs typeface="Calibri"/>
              </a:rPr>
              <a:t>mi vida entera ya cambió,</a:t>
            </a:r>
          </a:p>
          <a:p>
            <a:pPr>
              <a:buNone/>
            </a:pPr>
            <a:r>
              <a:rPr lang="es-ES" sz="1900" b="0">
                <a:solidFill>
                  <a:schemeClr val="tx1"/>
                </a:solidFill>
                <a:latin typeface="Calibri"/>
                <a:ea typeface="Calibri"/>
                <a:cs typeface="Calibri"/>
              </a:rPr>
              <a:t>y sólo pienso ahora Señor</a:t>
            </a:r>
          </a:p>
          <a:p>
            <a:pPr>
              <a:buNone/>
            </a:pPr>
            <a:r>
              <a:rPr lang="es-ES" sz="1900" b="0">
                <a:solidFill>
                  <a:schemeClr val="tx1"/>
                </a:solidFill>
                <a:latin typeface="Calibri"/>
                <a:ea typeface="Calibri"/>
                <a:cs typeface="Calibri"/>
              </a:rPr>
              <a:t>en repetirte:</a:t>
            </a:r>
          </a:p>
          <a:p>
            <a:pPr>
              <a:buNone/>
            </a:pPr>
            <a:br>
              <a:rPr lang="en-US" sz="2200" b="0">
                <a:solidFill>
                  <a:schemeClr val="tx1"/>
                </a:solidFill>
                <a:latin typeface="Calibri"/>
                <a:ea typeface="Calibri"/>
                <a:cs typeface="Calibri"/>
              </a:rPr>
            </a:br>
            <a:endParaRPr lang="en-US" sz="2200" b="0">
              <a:solidFill>
                <a:schemeClr val="tx1"/>
              </a:solidFill>
              <a:latin typeface="Calibri"/>
              <a:ea typeface="Calibri"/>
              <a:cs typeface="Calibri"/>
            </a:endParaRPr>
          </a:p>
          <a:p>
            <a:pPr>
              <a:buNone/>
            </a:pPr>
            <a:r>
              <a:rPr lang="es-ES" sz="2200" b="0">
                <a:solidFill>
                  <a:schemeClr val="tx1"/>
                </a:solidFill>
                <a:latin typeface="Calibri"/>
                <a:ea typeface="Calibri"/>
                <a:cs typeface="Calibri"/>
              </a:rPr>
              <a:t>PADRE NUESTRO      EN TI CREEMOS,</a:t>
            </a:r>
          </a:p>
          <a:p>
            <a:pPr>
              <a:buNone/>
            </a:pPr>
            <a:r>
              <a:rPr lang="es-ES" sz="2200" b="0">
                <a:solidFill>
                  <a:schemeClr val="tx1"/>
                </a:solidFill>
                <a:latin typeface="Calibri"/>
                <a:ea typeface="Calibri"/>
                <a:cs typeface="Calibri"/>
              </a:rPr>
              <a:t>PADRE NUESTRO      TE OFRECEMOS,</a:t>
            </a:r>
          </a:p>
          <a:p>
            <a:pPr>
              <a:buNone/>
            </a:pPr>
            <a:r>
              <a:rPr lang="es-ES" sz="2200" b="0">
                <a:solidFill>
                  <a:schemeClr val="tx1"/>
                </a:solidFill>
                <a:latin typeface="Calibri"/>
                <a:ea typeface="Calibri"/>
                <a:cs typeface="Calibri"/>
              </a:rPr>
              <a:t>PADRE NUESTRO      NUESTRAS MANOS</a:t>
            </a:r>
          </a:p>
          <a:p>
            <a:pPr>
              <a:buNone/>
            </a:pPr>
            <a:r>
              <a:rPr lang="es-ES" sz="2200" b="0">
                <a:solidFill>
                  <a:schemeClr val="tx1"/>
                </a:solidFill>
                <a:latin typeface="Calibri"/>
                <a:ea typeface="Calibri"/>
                <a:cs typeface="Calibri"/>
              </a:rPr>
              <a:t>DE HERMANOS.</a:t>
            </a:r>
          </a:p>
          <a:p>
            <a:pPr>
              <a:buNone/>
            </a:pPr>
            <a:br>
              <a:rPr lang="en-US" sz="2200" b="0">
                <a:solidFill>
                  <a:schemeClr val="tx1"/>
                </a:solidFill>
                <a:latin typeface="Calibri"/>
                <a:ea typeface="Calibri"/>
                <a:cs typeface="Calibri"/>
              </a:rPr>
            </a:br>
            <a:endParaRPr lang="en-US" sz="2200" b="0">
              <a:solidFill>
                <a:schemeClr val="tx1"/>
              </a:solidFill>
              <a:latin typeface="Calibri"/>
              <a:ea typeface="Calibri"/>
              <a:cs typeface="Calibri"/>
            </a:endParaRPr>
          </a:p>
          <a:p>
            <a:pPr>
              <a:buNone/>
            </a:pPr>
            <a:r>
              <a:rPr lang="es-ES" sz="2000" b="0">
                <a:solidFill>
                  <a:schemeClr val="tx1"/>
                </a:solidFill>
                <a:latin typeface="Calibri"/>
                <a:ea typeface="Calibri"/>
                <a:cs typeface="Calibri"/>
              </a:rPr>
              <a:t>Cuando vaya a otro lugar</a:t>
            </a:r>
          </a:p>
          <a:p>
            <a:pPr>
              <a:buNone/>
            </a:pPr>
            <a:r>
              <a:rPr lang="es-ES" sz="2000" b="0">
                <a:solidFill>
                  <a:schemeClr val="tx1"/>
                </a:solidFill>
                <a:latin typeface="Calibri"/>
                <a:ea typeface="Calibri"/>
                <a:cs typeface="Calibri"/>
              </a:rPr>
              <a:t>tendré Señor que abandonar</a:t>
            </a:r>
          </a:p>
          <a:p>
            <a:pPr>
              <a:buNone/>
            </a:pPr>
            <a:r>
              <a:rPr lang="es-ES" sz="2000" b="0">
                <a:solidFill>
                  <a:schemeClr val="tx1"/>
                </a:solidFill>
                <a:latin typeface="Calibri"/>
                <a:ea typeface="Calibri"/>
                <a:cs typeface="Calibri"/>
              </a:rPr>
              <a:t>a mi familia a mis amigos</a:t>
            </a:r>
          </a:p>
          <a:p>
            <a:pPr>
              <a:buNone/>
            </a:pPr>
            <a:r>
              <a:rPr lang="es-ES" sz="2000" b="0">
                <a:solidFill>
                  <a:schemeClr val="tx1"/>
                </a:solidFill>
                <a:latin typeface="Calibri"/>
                <a:ea typeface="Calibri"/>
                <a:cs typeface="Calibri"/>
              </a:rPr>
              <a:t>por seguirte.</a:t>
            </a:r>
          </a:p>
          <a:p>
            <a:pPr>
              <a:buNone/>
            </a:pPr>
            <a:br>
              <a:rPr lang="en-US" sz="2200" b="0">
                <a:solidFill>
                  <a:schemeClr val="tx1"/>
                </a:solidFill>
                <a:latin typeface="Calibri"/>
                <a:ea typeface="Calibri"/>
                <a:cs typeface="Calibri"/>
              </a:rPr>
            </a:br>
            <a:endParaRPr lang="en-US" sz="2000" b="0">
              <a:solidFill>
                <a:schemeClr val="tx1"/>
              </a:solidFill>
              <a:latin typeface="Calibri"/>
              <a:ea typeface="Calibri"/>
              <a:cs typeface="Calibri"/>
            </a:endParaRPr>
          </a:p>
          <a:p>
            <a:pPr>
              <a:buNone/>
            </a:pPr>
            <a:r>
              <a:rPr lang="es-ES" sz="2000" b="0">
                <a:solidFill>
                  <a:schemeClr val="tx1"/>
                </a:solidFill>
                <a:latin typeface="Calibri"/>
                <a:ea typeface="Calibri"/>
                <a:cs typeface="Calibri"/>
              </a:rPr>
              <a:t>Pero sé que así algún día</a:t>
            </a:r>
          </a:p>
          <a:p>
            <a:pPr>
              <a:buNone/>
            </a:pPr>
            <a:r>
              <a:rPr lang="es-ES" sz="2000" b="0">
                <a:solidFill>
                  <a:schemeClr val="tx1"/>
                </a:solidFill>
                <a:latin typeface="Calibri"/>
                <a:ea typeface="Calibri"/>
                <a:cs typeface="Calibri"/>
              </a:rPr>
              <a:t>podré enseñar tu verdad,</a:t>
            </a:r>
          </a:p>
          <a:p>
            <a:pPr>
              <a:buNone/>
            </a:pPr>
            <a:r>
              <a:rPr lang="es-ES" sz="2000" b="0">
                <a:solidFill>
                  <a:schemeClr val="tx1"/>
                </a:solidFill>
                <a:latin typeface="Calibri"/>
                <a:ea typeface="Calibri"/>
                <a:cs typeface="Calibri"/>
              </a:rPr>
              <a:t>ir a mi hermano y junto a él</a:t>
            </a:r>
          </a:p>
          <a:p>
            <a:pPr>
              <a:buNone/>
            </a:pPr>
            <a:r>
              <a:rPr lang="es-ES" sz="2000" b="0">
                <a:solidFill>
                  <a:schemeClr val="tx1"/>
                </a:solidFill>
                <a:latin typeface="Calibri"/>
                <a:ea typeface="Calibri"/>
                <a:cs typeface="Calibri"/>
              </a:rPr>
              <a:t>yo repetirte.</a:t>
            </a:r>
          </a:p>
          <a:p>
            <a:pPr>
              <a:buNone/>
            </a:pPr>
            <a:br>
              <a:rPr lang="en-US" sz="2200" b="0">
                <a:solidFill>
                  <a:schemeClr val="tx1"/>
                </a:solidFill>
                <a:latin typeface="Calibri"/>
                <a:ea typeface="Calibri"/>
                <a:cs typeface="Calibri"/>
              </a:rPr>
            </a:br>
            <a:endParaRPr lang="en-US" sz="2200" b="0">
              <a:solidFill>
                <a:schemeClr val="tx1"/>
              </a:solidFill>
              <a:latin typeface="Calibri"/>
              <a:ea typeface="Calibri"/>
              <a:cs typeface="Calibri"/>
            </a:endParaRPr>
          </a:p>
          <a:p>
            <a:pPr>
              <a:buNone/>
            </a:pPr>
            <a:r>
              <a:rPr lang="es-ES" sz="2200" b="0">
                <a:solidFill>
                  <a:schemeClr val="tx1"/>
                </a:solidFill>
                <a:latin typeface="Calibri"/>
                <a:ea typeface="Calibri"/>
                <a:cs typeface="Calibri"/>
              </a:rPr>
              <a:t>PADRE NUESTRO…</a:t>
            </a:r>
          </a:p>
          <a:p>
            <a:pPr marL="0" indent="0">
              <a:buNone/>
            </a:pPr>
            <a:endParaRPr lang="es-ES" sz="2200" b="0">
              <a:solidFill>
                <a:schemeClr val="tx1"/>
              </a:solidFill>
              <a:latin typeface="Calibri"/>
              <a:ea typeface="Calibri"/>
              <a:cs typeface="Calibri"/>
            </a:endParaRPr>
          </a:p>
          <a:p>
            <a:pPr marL="0" indent="0">
              <a:buNone/>
            </a:pPr>
            <a:endParaRPr lang="es-ES" sz="2400">
              <a:solidFill>
                <a:schemeClr val="tx1"/>
              </a:solidFill>
              <a:latin typeface="Calibri" panose="020F0502020204030204" pitchFamily="34" charset="0"/>
            </a:endParaRPr>
          </a:p>
          <a:p>
            <a:pPr marL="0" indent="0">
              <a:buNone/>
            </a:pPr>
            <a:endParaRPr lang="es-ES">
              <a:solidFill>
                <a:schemeClr val="tx1"/>
              </a:solidFill>
              <a:latin typeface="Calibri" panose="020F0502020204030204" pitchFamily="34" charset="0"/>
            </a:endParaRPr>
          </a:p>
        </p:txBody>
      </p:sp>
      <p:grpSp>
        <p:nvGrpSpPr>
          <p:cNvPr id="9" name="Grupo 8">
            <a:extLst>
              <a:ext uri="{FF2B5EF4-FFF2-40B4-BE49-F238E27FC236}">
                <a16:creationId xmlns:a16="http://schemas.microsoft.com/office/drawing/2014/main" id="{1A86D737-6373-C0FD-00E6-54A3951F400A}"/>
              </a:ext>
            </a:extLst>
          </p:cNvPr>
          <p:cNvGrpSpPr/>
          <p:nvPr/>
        </p:nvGrpSpPr>
        <p:grpSpPr>
          <a:xfrm>
            <a:off x="1057" y="-4361"/>
            <a:ext cx="12190282" cy="517821"/>
            <a:chOff x="1057" y="-4361"/>
            <a:chExt cx="12503431" cy="517821"/>
          </a:xfrm>
        </p:grpSpPr>
        <p:sp>
          <p:nvSpPr>
            <p:cNvPr id="3" name="Rectángulo 2">
              <a:extLst>
                <a:ext uri="{FF2B5EF4-FFF2-40B4-BE49-F238E27FC236}">
                  <a16:creationId xmlns:a16="http://schemas.microsoft.com/office/drawing/2014/main" id="{8F17FFCE-2984-3C66-AE51-CEE6827F1C6F}"/>
                </a:ext>
              </a:extLst>
            </p:cNvPr>
            <p:cNvSpPr/>
            <p:nvPr/>
          </p:nvSpPr>
          <p:spPr>
            <a:xfrm>
              <a:off x="9372455" y="-4360"/>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Rito de Conclusión</a:t>
              </a:r>
              <a:endParaRPr lang="es-ES">
                <a:solidFill>
                  <a:schemeClr val="tx1">
                    <a:lumMod val="49000"/>
                    <a:lumOff val="51000"/>
                  </a:schemeClr>
                </a:solidFill>
                <a:ea typeface="Calibri"/>
                <a:cs typeface="Calibri"/>
              </a:endParaRPr>
            </a:p>
          </p:txBody>
        </p:sp>
        <p:sp>
          <p:nvSpPr>
            <p:cNvPr id="4" name="Rectángulo 3">
              <a:extLst>
                <a:ext uri="{FF2B5EF4-FFF2-40B4-BE49-F238E27FC236}">
                  <a16:creationId xmlns:a16="http://schemas.microsoft.com/office/drawing/2014/main" id="{3BB3B2D4-C17A-DA77-DA13-AE0DC48E3698}"/>
                </a:ext>
              </a:extLst>
            </p:cNvPr>
            <p:cNvSpPr/>
            <p:nvPr/>
          </p:nvSpPr>
          <p:spPr>
            <a:xfrm>
              <a:off x="1057" y="-4361"/>
              <a:ext cx="3121596" cy="390807"/>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rgbClr val="7F7F7F"/>
                  </a:solidFill>
                  <a:ea typeface="Calibri"/>
                  <a:cs typeface="Calibri"/>
                </a:rPr>
                <a:t>Ritos Iniciales</a:t>
              </a:r>
              <a:endParaRPr lang="es-ES" sz="2400">
                <a:solidFill>
                  <a:srgbClr val="7F7F7F"/>
                </a:solidFill>
                <a:ea typeface="Calibri"/>
                <a:cs typeface="Calibri"/>
              </a:endParaRPr>
            </a:p>
          </p:txBody>
        </p:sp>
        <p:sp>
          <p:nvSpPr>
            <p:cNvPr id="6" name="Rectángulo 5">
              <a:extLst>
                <a:ext uri="{FF2B5EF4-FFF2-40B4-BE49-F238E27FC236}">
                  <a16:creationId xmlns:a16="http://schemas.microsoft.com/office/drawing/2014/main" id="{A791F10B-C90D-647D-DC3A-A290C6E03E2F}"/>
                </a:ext>
              </a:extLst>
            </p:cNvPr>
            <p:cNvSpPr/>
            <p:nvPr/>
          </p:nvSpPr>
          <p:spPr>
            <a:xfrm>
              <a:off x="3122126" y="-4360"/>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rgbClr val="7F7F7F"/>
                  </a:solidFill>
                  <a:ea typeface="Calibri"/>
                  <a:cs typeface="Calibri"/>
                </a:rPr>
                <a:t>Liturgia de la Palabra</a:t>
              </a:r>
              <a:endParaRPr lang="es-ES" sz="2400">
                <a:solidFill>
                  <a:srgbClr val="7F7F7F"/>
                </a:solidFill>
                <a:ea typeface="Calibri"/>
                <a:cs typeface="Calibri"/>
              </a:endParaRPr>
            </a:p>
          </p:txBody>
        </p:sp>
        <p:sp>
          <p:nvSpPr>
            <p:cNvPr id="7" name="Rectángulo 6">
              <a:extLst>
                <a:ext uri="{FF2B5EF4-FFF2-40B4-BE49-F238E27FC236}">
                  <a16:creationId xmlns:a16="http://schemas.microsoft.com/office/drawing/2014/main" id="{1E169F6B-A49C-12CB-EEFC-7ECFBA2CD193}"/>
                </a:ext>
              </a:extLst>
            </p:cNvPr>
            <p:cNvSpPr/>
            <p:nvPr/>
          </p:nvSpPr>
          <p:spPr>
            <a:xfrm>
              <a:off x="6247290" y="-4361"/>
              <a:ext cx="3132033" cy="517821"/>
            </a:xfrm>
            <a:prstGeom prst="rect">
              <a:avLst/>
            </a:prstGeom>
            <a:solidFill>
              <a:schemeClr val="accent1"/>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800" b="1">
                  <a:solidFill>
                    <a:srgbClr val="000000"/>
                  </a:solidFill>
                  <a:ea typeface="Calibri"/>
                  <a:cs typeface="Calibri"/>
                </a:rPr>
                <a:t>Liturgia Eucarística</a:t>
              </a:r>
              <a:endParaRPr lang="es-ES" sz="2800">
                <a:solidFill>
                  <a:srgbClr val="000000"/>
                </a:solidFill>
                <a:ea typeface="Calibri"/>
                <a:cs typeface="Calibri"/>
              </a:endParaRPr>
            </a:p>
          </p:txBody>
        </p:sp>
      </p:grpSp>
    </p:spTree>
    <p:extLst>
      <p:ext uri="{BB962C8B-B14F-4D97-AF65-F5344CB8AC3E}">
        <p14:creationId xmlns:p14="http://schemas.microsoft.com/office/powerpoint/2010/main" val="2755800087"/>
      </p:ext>
    </p:extLst>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Shape 438"/>
        <p:cNvGrpSpPr/>
        <p:nvPr/>
      </p:nvGrpSpPr>
      <p:grpSpPr>
        <a:xfrm>
          <a:off x="0" y="0"/>
          <a:ext cx="0" cy="0"/>
          <a:chOff x="0" y="0"/>
          <a:chExt cx="0" cy="0"/>
        </a:xfrm>
      </p:grpSpPr>
      <p:sp>
        <p:nvSpPr>
          <p:cNvPr id="439" name="Google Shape;439;p48"/>
          <p:cNvSpPr txBox="1">
            <a:spLocks noGrp="1"/>
          </p:cNvSpPr>
          <p:nvPr>
            <p:ph type="title"/>
          </p:nvPr>
        </p:nvSpPr>
        <p:spPr>
          <a:xfrm>
            <a:off x="2207568" y="391396"/>
            <a:ext cx="7848872" cy="733349"/>
          </a:xfrm>
          <a:prstGeom prst="rect">
            <a:avLst/>
          </a:prstGeom>
          <a:noFill/>
          <a:ln>
            <a:noFill/>
          </a:ln>
        </p:spPr>
        <p:txBody>
          <a:bodyPr spcFirstLastPara="1" vert="horz" wrap="square" lIns="91425" tIns="45700" rIns="91425" bIns="45700" rtlCol="0" anchor="ctr" anchorCtr="0">
            <a:normAutofit/>
          </a:bodyPr>
          <a:lstStyle/>
          <a:p>
            <a:pPr>
              <a:spcBef>
                <a:spcPts val="0"/>
              </a:spcBef>
              <a:buClr>
                <a:schemeClr val="lt1"/>
              </a:buClr>
              <a:buSzPts val="3300"/>
            </a:pPr>
            <a:r>
              <a:rPr lang="es-ES" b="1"/>
              <a:t>La Paz te doy</a:t>
            </a:r>
            <a:endParaRPr b="1"/>
          </a:p>
        </p:txBody>
      </p:sp>
      <p:sp>
        <p:nvSpPr>
          <p:cNvPr id="440" name="Google Shape;440;p48"/>
          <p:cNvSpPr txBox="1">
            <a:spLocks noGrp="1"/>
          </p:cNvSpPr>
          <p:nvPr>
            <p:ph type="body" idx="1"/>
          </p:nvPr>
        </p:nvSpPr>
        <p:spPr>
          <a:xfrm>
            <a:off x="661787" y="1791275"/>
            <a:ext cx="7848872" cy="4351338"/>
          </a:xfrm>
          <a:prstGeom prst="rect">
            <a:avLst/>
          </a:prstGeom>
          <a:noFill/>
          <a:ln>
            <a:noFill/>
          </a:ln>
        </p:spPr>
        <p:txBody>
          <a:bodyPr spcFirstLastPara="1" vert="horz" wrap="square" lIns="91425" tIns="45700" rIns="91425" bIns="45700" rtlCol="0" anchor="t" anchorCtr="0">
            <a:normAutofit/>
          </a:bodyPr>
          <a:lstStyle/>
          <a:p>
            <a:pPr marL="0" indent="0">
              <a:spcBef>
                <a:spcPts val="0"/>
              </a:spcBef>
              <a:buClr>
                <a:schemeClr val="lt1"/>
              </a:buClr>
              <a:buSzPts val="2100"/>
              <a:buNone/>
            </a:pPr>
            <a:r>
              <a:rPr lang="es-ES"/>
              <a:t>La paz te doy a ti, mi hermano,</a:t>
            </a:r>
            <a:endParaRPr/>
          </a:p>
          <a:p>
            <a:pPr marL="0" indent="0">
              <a:spcBef>
                <a:spcPts val="750"/>
              </a:spcBef>
              <a:buClr>
                <a:schemeClr val="lt1"/>
              </a:buClr>
              <a:buSzPts val="2100"/>
              <a:buNone/>
            </a:pPr>
            <a:r>
              <a:rPr lang="es-ES"/>
              <a:t>la paz que Dios me regaló,</a:t>
            </a:r>
            <a:endParaRPr/>
          </a:p>
          <a:p>
            <a:pPr marL="0" indent="0">
              <a:spcBef>
                <a:spcPts val="750"/>
              </a:spcBef>
              <a:buClr>
                <a:schemeClr val="lt1"/>
              </a:buClr>
              <a:buSzPts val="2100"/>
              <a:buNone/>
            </a:pPr>
            <a:r>
              <a:rPr lang="es-ES"/>
              <a:t>y en un abrazo a ti te entrego</a:t>
            </a:r>
            <a:endParaRPr/>
          </a:p>
          <a:p>
            <a:pPr marL="0" indent="0">
              <a:spcBef>
                <a:spcPts val="750"/>
              </a:spcBef>
              <a:buClr>
                <a:schemeClr val="lt1"/>
              </a:buClr>
              <a:buSzPts val="2100"/>
              <a:buNone/>
            </a:pPr>
            <a:r>
              <a:rPr lang="es-ES"/>
              <a:t>la paz que llevo en mi corazón. (bis)</a:t>
            </a:r>
            <a:endParaRPr/>
          </a:p>
          <a:p>
            <a:pPr marL="0" indent="0">
              <a:spcBef>
                <a:spcPts val="750"/>
              </a:spcBef>
              <a:buClr>
                <a:schemeClr val="lt1"/>
              </a:buClr>
              <a:buSzPts val="2100"/>
              <a:buNone/>
            </a:pPr>
            <a:endParaRPr/>
          </a:p>
          <a:p>
            <a:pPr marL="0" indent="0">
              <a:spcBef>
                <a:spcPts val="750"/>
              </a:spcBef>
              <a:buClr>
                <a:schemeClr val="lt1"/>
              </a:buClr>
              <a:buSzPts val="2100"/>
              <a:buNone/>
            </a:pPr>
            <a:r>
              <a:rPr lang="es-ES"/>
              <a:t>Recíbela, recíbela,</a:t>
            </a:r>
            <a:endParaRPr/>
          </a:p>
          <a:p>
            <a:pPr marL="0" indent="0">
              <a:spcBef>
                <a:spcPts val="750"/>
              </a:spcBef>
              <a:buClr>
                <a:schemeClr val="lt1"/>
              </a:buClr>
              <a:buSzPts val="2100"/>
              <a:buNone/>
            </a:pPr>
            <a:r>
              <a:rPr lang="es-ES"/>
              <a:t>esta es la paz</a:t>
            </a:r>
            <a:endParaRPr/>
          </a:p>
          <a:p>
            <a:pPr marL="0" indent="0">
              <a:spcBef>
                <a:spcPts val="750"/>
              </a:spcBef>
              <a:buClr>
                <a:schemeClr val="lt1"/>
              </a:buClr>
              <a:buSzPts val="2100"/>
              <a:buNone/>
            </a:pPr>
            <a:r>
              <a:rPr lang="es-ES"/>
              <a:t>que el mundo no te puede dar. (bis)</a:t>
            </a:r>
            <a:endParaRPr/>
          </a:p>
        </p:txBody>
      </p:sp>
      <p:pic>
        <p:nvPicPr>
          <p:cNvPr id="441" name="Google Shape;441;p48" descr="Resultado de imagen de fano paz"/>
          <p:cNvPicPr preferRelativeResize="0"/>
          <p:nvPr/>
        </p:nvPicPr>
        <p:blipFill rotWithShape="1">
          <a:blip r:embed="rId3">
            <a:alphaModFix/>
          </a:blip>
          <a:srcRect/>
          <a:stretch/>
        </p:blipFill>
        <p:spPr>
          <a:xfrm>
            <a:off x="6456040" y="548680"/>
            <a:ext cx="3747802" cy="5278938"/>
          </a:xfrm>
          <a:prstGeom prst="rect">
            <a:avLst/>
          </a:prstGeom>
          <a:noFill/>
          <a:ln>
            <a:noFill/>
          </a:ln>
          <a:effectLst>
            <a:outerShdw blurRad="292100" dist="139700" dir="2700000" algn="tl" rotWithShape="0">
              <a:srgbClr val="333333">
                <a:alpha val="64705"/>
              </a:srgbClr>
            </a:outerShdw>
          </a:effectLst>
        </p:spPr>
      </p:pic>
      <p:grpSp>
        <p:nvGrpSpPr>
          <p:cNvPr id="7" name="Grupo 6">
            <a:extLst>
              <a:ext uri="{FF2B5EF4-FFF2-40B4-BE49-F238E27FC236}">
                <a16:creationId xmlns:a16="http://schemas.microsoft.com/office/drawing/2014/main" id="{BF305D5D-1641-3B35-83EA-FC4378C585D3}"/>
              </a:ext>
            </a:extLst>
          </p:cNvPr>
          <p:cNvGrpSpPr/>
          <p:nvPr/>
        </p:nvGrpSpPr>
        <p:grpSpPr>
          <a:xfrm>
            <a:off x="1057" y="-4361"/>
            <a:ext cx="12190282" cy="517821"/>
            <a:chOff x="1057" y="-4361"/>
            <a:chExt cx="12503431" cy="517821"/>
          </a:xfrm>
        </p:grpSpPr>
        <p:sp>
          <p:nvSpPr>
            <p:cNvPr id="3" name="Rectángulo 2">
              <a:extLst>
                <a:ext uri="{FF2B5EF4-FFF2-40B4-BE49-F238E27FC236}">
                  <a16:creationId xmlns:a16="http://schemas.microsoft.com/office/drawing/2014/main" id="{3A3D05A4-CEBC-682F-6209-0D66058AC6E4}"/>
                </a:ext>
              </a:extLst>
            </p:cNvPr>
            <p:cNvSpPr/>
            <p:nvPr/>
          </p:nvSpPr>
          <p:spPr>
            <a:xfrm>
              <a:off x="9372455" y="-4360"/>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Rito de Conclusión</a:t>
              </a:r>
              <a:endParaRPr lang="es-ES">
                <a:solidFill>
                  <a:schemeClr val="tx1">
                    <a:lumMod val="49000"/>
                    <a:lumOff val="51000"/>
                  </a:schemeClr>
                </a:solidFill>
                <a:ea typeface="Calibri"/>
                <a:cs typeface="Calibri"/>
              </a:endParaRPr>
            </a:p>
          </p:txBody>
        </p:sp>
        <p:sp>
          <p:nvSpPr>
            <p:cNvPr id="4" name="Rectángulo 3">
              <a:extLst>
                <a:ext uri="{FF2B5EF4-FFF2-40B4-BE49-F238E27FC236}">
                  <a16:creationId xmlns:a16="http://schemas.microsoft.com/office/drawing/2014/main" id="{4CF8D807-6911-D2E2-B7CC-CDE955105EB1}"/>
                </a:ext>
              </a:extLst>
            </p:cNvPr>
            <p:cNvSpPr/>
            <p:nvPr/>
          </p:nvSpPr>
          <p:spPr>
            <a:xfrm>
              <a:off x="1057" y="-4361"/>
              <a:ext cx="3121596" cy="390807"/>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rgbClr val="7F7F7F"/>
                  </a:solidFill>
                  <a:ea typeface="Calibri"/>
                  <a:cs typeface="Calibri"/>
                </a:rPr>
                <a:t>Ritos Iniciales</a:t>
              </a:r>
              <a:endParaRPr lang="es-ES" sz="2400">
                <a:solidFill>
                  <a:srgbClr val="7F7F7F"/>
                </a:solidFill>
                <a:ea typeface="Calibri"/>
                <a:cs typeface="Calibri"/>
              </a:endParaRPr>
            </a:p>
          </p:txBody>
        </p:sp>
        <p:sp>
          <p:nvSpPr>
            <p:cNvPr id="5" name="Rectángulo 4">
              <a:extLst>
                <a:ext uri="{FF2B5EF4-FFF2-40B4-BE49-F238E27FC236}">
                  <a16:creationId xmlns:a16="http://schemas.microsoft.com/office/drawing/2014/main" id="{EE94FB2A-5B16-F61C-0661-08901126DF55}"/>
                </a:ext>
              </a:extLst>
            </p:cNvPr>
            <p:cNvSpPr/>
            <p:nvPr/>
          </p:nvSpPr>
          <p:spPr>
            <a:xfrm>
              <a:off x="3122126" y="-4360"/>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rgbClr val="7F7F7F"/>
                  </a:solidFill>
                  <a:ea typeface="Calibri"/>
                  <a:cs typeface="Calibri"/>
                </a:rPr>
                <a:t>Liturgia de la Palabra</a:t>
              </a:r>
              <a:endParaRPr lang="es-ES" sz="2400">
                <a:solidFill>
                  <a:srgbClr val="7F7F7F"/>
                </a:solidFill>
                <a:ea typeface="Calibri"/>
                <a:cs typeface="Calibri"/>
              </a:endParaRPr>
            </a:p>
          </p:txBody>
        </p:sp>
        <p:sp>
          <p:nvSpPr>
            <p:cNvPr id="6" name="Rectángulo 5">
              <a:extLst>
                <a:ext uri="{FF2B5EF4-FFF2-40B4-BE49-F238E27FC236}">
                  <a16:creationId xmlns:a16="http://schemas.microsoft.com/office/drawing/2014/main" id="{6577A415-010D-0ED6-F314-4B2279F9EC01}"/>
                </a:ext>
              </a:extLst>
            </p:cNvPr>
            <p:cNvSpPr/>
            <p:nvPr/>
          </p:nvSpPr>
          <p:spPr>
            <a:xfrm>
              <a:off x="6247290" y="-4361"/>
              <a:ext cx="3132033" cy="517821"/>
            </a:xfrm>
            <a:prstGeom prst="rect">
              <a:avLst/>
            </a:prstGeom>
            <a:solidFill>
              <a:schemeClr val="accent1"/>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800" b="1">
                  <a:solidFill>
                    <a:srgbClr val="000000"/>
                  </a:solidFill>
                  <a:ea typeface="Calibri"/>
                  <a:cs typeface="Calibri"/>
                </a:rPr>
                <a:t>Liturgia Eucarística</a:t>
              </a:r>
              <a:endParaRPr lang="es-ES" sz="2800">
                <a:solidFill>
                  <a:srgbClr val="000000"/>
                </a:solidFill>
                <a:ea typeface="Calibri"/>
                <a:cs typeface="Calibri"/>
              </a:endParaRPr>
            </a:p>
          </p:txBody>
        </p:sp>
      </p:gr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1.xml><?xml version="1.0" encoding="utf-8"?>
<p:sld xmlns:a="http://schemas.openxmlformats.org/drawingml/2006/main" xmlns:r="http://schemas.openxmlformats.org/officeDocument/2006/relationships" xmlns:p="http://schemas.openxmlformats.org/presentationml/2006/main" show="0">
  <p:cSld>
    <p:spTree>
      <p:nvGrpSpPr>
        <p:cNvPr id="1" name="Shape 438"/>
        <p:cNvGrpSpPr/>
        <p:nvPr/>
      </p:nvGrpSpPr>
      <p:grpSpPr>
        <a:xfrm>
          <a:off x="0" y="0"/>
          <a:ext cx="0" cy="0"/>
          <a:chOff x="0" y="0"/>
          <a:chExt cx="0" cy="0"/>
        </a:xfrm>
      </p:grpSpPr>
      <p:sp>
        <p:nvSpPr>
          <p:cNvPr id="439" name="Google Shape;439;p48"/>
          <p:cNvSpPr txBox="1">
            <a:spLocks noGrp="1"/>
          </p:cNvSpPr>
          <p:nvPr>
            <p:ph type="title"/>
          </p:nvPr>
        </p:nvSpPr>
        <p:spPr>
          <a:xfrm>
            <a:off x="1811525" y="238992"/>
            <a:ext cx="8244915" cy="885754"/>
          </a:xfrm>
          <a:prstGeom prst="rect">
            <a:avLst/>
          </a:prstGeom>
          <a:noFill/>
          <a:ln>
            <a:noFill/>
          </a:ln>
        </p:spPr>
        <p:txBody>
          <a:bodyPr spcFirstLastPara="1" vert="horz" wrap="square" lIns="91425" tIns="45700" rIns="91425" bIns="45700" rtlCol="0" anchor="ctr" anchorCtr="0">
            <a:normAutofit/>
          </a:bodyPr>
          <a:lstStyle/>
          <a:p>
            <a:pPr>
              <a:spcBef>
                <a:spcPts val="0"/>
              </a:spcBef>
              <a:buClr>
                <a:schemeClr val="lt1"/>
              </a:buClr>
              <a:buSzPts val="3300"/>
            </a:pPr>
            <a:r>
              <a:rPr lang="es-ES" sz="4800"/>
              <a:t>Pon tu mano</a:t>
            </a:r>
            <a:endParaRPr sz="4800"/>
          </a:p>
        </p:txBody>
      </p:sp>
      <p:sp>
        <p:nvSpPr>
          <p:cNvPr id="440" name="Google Shape;440;p48"/>
          <p:cNvSpPr txBox="1">
            <a:spLocks noGrp="1"/>
          </p:cNvSpPr>
          <p:nvPr>
            <p:ph type="body" idx="1"/>
          </p:nvPr>
        </p:nvSpPr>
        <p:spPr>
          <a:xfrm>
            <a:off x="1811525" y="1767524"/>
            <a:ext cx="7848872" cy="4351338"/>
          </a:xfrm>
          <a:prstGeom prst="rect">
            <a:avLst/>
          </a:prstGeom>
          <a:noFill/>
          <a:ln>
            <a:noFill/>
          </a:ln>
        </p:spPr>
        <p:txBody>
          <a:bodyPr spcFirstLastPara="1" vert="horz" wrap="square" lIns="91425" tIns="45700" rIns="91425" bIns="45700" rtlCol="0" anchor="t" anchorCtr="0">
            <a:normAutofit/>
          </a:bodyPr>
          <a:lstStyle/>
          <a:p>
            <a:pPr marL="0" indent="0">
              <a:spcBef>
                <a:spcPts val="0"/>
              </a:spcBef>
              <a:buClr>
                <a:schemeClr val="lt1"/>
              </a:buClr>
              <a:buSzPts val="2100"/>
              <a:buNone/>
            </a:pPr>
            <a:r>
              <a:rPr lang="es-ES"/>
              <a:t>Pon tu mano en la mano de aquel </a:t>
            </a:r>
          </a:p>
          <a:p>
            <a:pPr marL="0" indent="0">
              <a:spcBef>
                <a:spcPts val="0"/>
              </a:spcBef>
              <a:buClr>
                <a:schemeClr val="lt1"/>
              </a:buClr>
              <a:buSzPts val="2100"/>
              <a:buNone/>
            </a:pPr>
            <a:r>
              <a:rPr lang="es-ES"/>
              <a:t>que te da la mano. </a:t>
            </a:r>
          </a:p>
          <a:p>
            <a:pPr marL="0" indent="0">
              <a:spcBef>
                <a:spcPts val="0"/>
              </a:spcBef>
              <a:buClr>
                <a:schemeClr val="lt1"/>
              </a:buClr>
              <a:buSzPts val="2100"/>
              <a:buNone/>
            </a:pPr>
            <a:r>
              <a:rPr lang="es-ES"/>
              <a:t>Pon tu mano en la mano de aquel </a:t>
            </a:r>
          </a:p>
          <a:p>
            <a:pPr marL="0" indent="0">
              <a:spcBef>
                <a:spcPts val="0"/>
              </a:spcBef>
              <a:buClr>
                <a:schemeClr val="lt1"/>
              </a:buClr>
              <a:buSzPts val="2100"/>
              <a:buNone/>
            </a:pPr>
            <a:r>
              <a:rPr lang="es-ES"/>
              <a:t>que te dice: "ven".</a:t>
            </a:r>
          </a:p>
          <a:p>
            <a:pPr marL="0" indent="0">
              <a:spcBef>
                <a:spcPts val="0"/>
              </a:spcBef>
              <a:buClr>
                <a:schemeClr val="lt1"/>
              </a:buClr>
              <a:buSzPts val="2100"/>
              <a:buNone/>
            </a:pPr>
            <a:endParaRPr lang="es-ES"/>
          </a:p>
          <a:p>
            <a:pPr marL="0" indent="0">
              <a:spcBef>
                <a:spcPts val="0"/>
              </a:spcBef>
              <a:buClr>
                <a:schemeClr val="lt1"/>
              </a:buClr>
              <a:buSzPts val="2100"/>
              <a:buNone/>
            </a:pPr>
            <a:r>
              <a:rPr lang="es-ES"/>
              <a:t>Él será tu amigo</a:t>
            </a:r>
          </a:p>
          <a:p>
            <a:pPr marL="0" indent="0">
              <a:spcBef>
                <a:spcPts val="0"/>
              </a:spcBef>
              <a:buClr>
                <a:schemeClr val="lt1"/>
              </a:buClr>
              <a:buSzPts val="2100"/>
              <a:buNone/>
            </a:pPr>
            <a:r>
              <a:rPr lang="es-ES"/>
              <a:t>para la eternidad.</a:t>
            </a:r>
          </a:p>
          <a:p>
            <a:pPr marL="0" indent="0">
              <a:spcBef>
                <a:spcPts val="0"/>
              </a:spcBef>
              <a:buClr>
                <a:schemeClr val="lt1"/>
              </a:buClr>
              <a:buSzPts val="2100"/>
              <a:buNone/>
            </a:pPr>
            <a:r>
              <a:rPr lang="es-ES"/>
              <a:t>Pon tu mano en la mano de aquel </a:t>
            </a:r>
          </a:p>
          <a:p>
            <a:pPr marL="0" indent="0">
              <a:spcBef>
                <a:spcPts val="0"/>
              </a:spcBef>
              <a:buClr>
                <a:schemeClr val="lt1"/>
              </a:buClr>
              <a:buSzPts val="2100"/>
              <a:buNone/>
            </a:pPr>
            <a:r>
              <a:rPr lang="es-ES"/>
              <a:t>que te da la PAZ.</a:t>
            </a:r>
            <a:endParaRPr b="1"/>
          </a:p>
        </p:txBody>
      </p:sp>
      <p:pic>
        <p:nvPicPr>
          <p:cNvPr id="441" name="Google Shape;441;p48" descr="Resultado de imagen de fano paz"/>
          <p:cNvPicPr preferRelativeResize="0"/>
          <p:nvPr/>
        </p:nvPicPr>
        <p:blipFill rotWithShape="1">
          <a:blip r:embed="rId3">
            <a:alphaModFix/>
          </a:blip>
          <a:srcRect/>
          <a:stretch/>
        </p:blipFill>
        <p:spPr>
          <a:xfrm>
            <a:off x="7578258" y="621417"/>
            <a:ext cx="3747802" cy="5278938"/>
          </a:xfrm>
          <a:prstGeom prst="rect">
            <a:avLst/>
          </a:prstGeom>
          <a:noFill/>
          <a:ln>
            <a:noFill/>
          </a:ln>
          <a:effectLst>
            <a:outerShdw blurRad="292100" dist="139700" dir="2700000" algn="tl" rotWithShape="0">
              <a:srgbClr val="333333">
                <a:alpha val="64705"/>
              </a:srgbClr>
            </a:outerShdw>
          </a:effectLst>
        </p:spPr>
      </p:pic>
    </p:spTree>
    <p:extLst>
      <p:ext uri="{BB962C8B-B14F-4D97-AF65-F5344CB8AC3E}">
        <p14:creationId xmlns:p14="http://schemas.microsoft.com/office/powerpoint/2010/main" val="344901308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2.xml><?xml version="1.0" encoding="utf-8"?>
<p:sld xmlns:a="http://schemas.openxmlformats.org/drawingml/2006/main" xmlns:r="http://schemas.openxmlformats.org/officeDocument/2006/relationships" xmlns:p="http://schemas.openxmlformats.org/presentationml/2006/main" show="0">
  <p:cSld>
    <p:spTree>
      <p:nvGrpSpPr>
        <p:cNvPr id="1" name="Shape 445"/>
        <p:cNvGrpSpPr/>
        <p:nvPr/>
      </p:nvGrpSpPr>
      <p:grpSpPr>
        <a:xfrm>
          <a:off x="0" y="0"/>
          <a:ext cx="0" cy="0"/>
          <a:chOff x="0" y="0"/>
          <a:chExt cx="0" cy="0"/>
        </a:xfrm>
      </p:grpSpPr>
      <p:sp>
        <p:nvSpPr>
          <p:cNvPr id="446" name="Google Shape;446;p49"/>
          <p:cNvSpPr txBox="1">
            <a:spLocks noGrp="1"/>
          </p:cNvSpPr>
          <p:nvPr>
            <p:ph type="title"/>
          </p:nvPr>
        </p:nvSpPr>
        <p:spPr>
          <a:xfrm>
            <a:off x="2207568" y="391396"/>
            <a:ext cx="7848872" cy="733349"/>
          </a:xfrm>
          <a:prstGeom prst="rect">
            <a:avLst/>
          </a:prstGeom>
          <a:noFill/>
          <a:ln>
            <a:noFill/>
          </a:ln>
        </p:spPr>
        <p:txBody>
          <a:bodyPr spcFirstLastPara="1" vert="horz" wrap="square" lIns="91425" tIns="45700" rIns="91425" bIns="45700" rtlCol="0" anchor="ctr" anchorCtr="0">
            <a:normAutofit/>
          </a:bodyPr>
          <a:lstStyle/>
          <a:p>
            <a:pPr>
              <a:spcBef>
                <a:spcPts val="0"/>
              </a:spcBef>
              <a:buClr>
                <a:schemeClr val="lt1"/>
              </a:buClr>
              <a:buSzPts val="3600"/>
            </a:pPr>
            <a:r>
              <a:rPr lang="es-ES" sz="3600" b="1"/>
              <a:t>Llevad la buena noticia</a:t>
            </a:r>
            <a:endParaRPr b="1"/>
          </a:p>
        </p:txBody>
      </p:sp>
      <p:sp>
        <p:nvSpPr>
          <p:cNvPr id="447" name="Google Shape;447;p49"/>
          <p:cNvSpPr txBox="1"/>
          <p:nvPr/>
        </p:nvSpPr>
        <p:spPr>
          <a:xfrm>
            <a:off x="1258009" y="1639608"/>
            <a:ext cx="5945858" cy="4300665"/>
          </a:xfrm>
          <a:prstGeom prst="rect">
            <a:avLst/>
          </a:prstGeom>
          <a:noFill/>
          <a:ln>
            <a:noFill/>
          </a:ln>
        </p:spPr>
        <p:txBody>
          <a:bodyPr spcFirstLastPara="1" wrap="square" lIns="91425" tIns="45700" rIns="91425" bIns="45700" anchor="ctr" anchorCtr="0">
            <a:spAutoFit/>
          </a:bodyPr>
          <a:lstStyle/>
          <a:p>
            <a:pPr>
              <a:lnSpc>
                <a:spcPct val="90000"/>
              </a:lnSpc>
              <a:buClr>
                <a:schemeClr val="lt1"/>
              </a:buClr>
              <a:buSzPts val="2800"/>
            </a:pPr>
            <a:r>
              <a:rPr lang="es-ES" sz="2800">
                <a:latin typeface="Century Gothic"/>
                <a:ea typeface="Century Gothic"/>
                <a:cs typeface="Century Gothic"/>
                <a:sym typeface="Century Gothic"/>
              </a:rPr>
              <a:t>Llevad la Buena Noticia </a:t>
            </a:r>
            <a:endParaRPr/>
          </a:p>
          <a:p>
            <a:pPr>
              <a:lnSpc>
                <a:spcPct val="90000"/>
              </a:lnSpc>
              <a:spcBef>
                <a:spcPts val="750"/>
              </a:spcBef>
              <a:buClr>
                <a:schemeClr val="lt1"/>
              </a:buClr>
              <a:buSzPts val="2800"/>
            </a:pPr>
            <a:r>
              <a:rPr lang="es-ES" sz="2800">
                <a:latin typeface="Century Gothic"/>
                <a:ea typeface="Century Gothic"/>
                <a:cs typeface="Century Gothic"/>
                <a:sym typeface="Century Gothic"/>
              </a:rPr>
              <a:t>a todo ser que respira, </a:t>
            </a:r>
            <a:endParaRPr/>
          </a:p>
          <a:p>
            <a:pPr>
              <a:lnSpc>
                <a:spcPct val="90000"/>
              </a:lnSpc>
              <a:spcBef>
                <a:spcPts val="750"/>
              </a:spcBef>
              <a:buClr>
                <a:schemeClr val="lt1"/>
              </a:buClr>
              <a:buSzPts val="2800"/>
            </a:pPr>
            <a:r>
              <a:rPr lang="es-ES" sz="2800">
                <a:latin typeface="Century Gothic"/>
                <a:ea typeface="Century Gothic"/>
                <a:cs typeface="Century Gothic"/>
                <a:sym typeface="Century Gothic"/>
              </a:rPr>
              <a:t>y decidles que la paz </a:t>
            </a:r>
            <a:endParaRPr/>
          </a:p>
          <a:p>
            <a:pPr>
              <a:lnSpc>
                <a:spcPct val="90000"/>
              </a:lnSpc>
              <a:spcBef>
                <a:spcPts val="750"/>
              </a:spcBef>
              <a:buClr>
                <a:schemeClr val="lt1"/>
              </a:buClr>
              <a:buSzPts val="2800"/>
            </a:pPr>
            <a:r>
              <a:rPr lang="es-ES" sz="2800">
                <a:latin typeface="Century Gothic"/>
                <a:ea typeface="Century Gothic"/>
                <a:cs typeface="Century Gothic"/>
                <a:sym typeface="Century Gothic"/>
              </a:rPr>
              <a:t>está dentro de sus vidas, </a:t>
            </a:r>
            <a:endParaRPr/>
          </a:p>
          <a:p>
            <a:pPr>
              <a:lnSpc>
                <a:spcPct val="90000"/>
              </a:lnSpc>
              <a:spcBef>
                <a:spcPts val="750"/>
              </a:spcBef>
              <a:buClr>
                <a:schemeClr val="lt1"/>
              </a:buClr>
              <a:buSzPts val="2800"/>
            </a:pPr>
            <a:r>
              <a:rPr lang="es-ES" sz="2800">
                <a:latin typeface="Century Gothic"/>
                <a:ea typeface="Century Gothic"/>
                <a:cs typeface="Century Gothic"/>
                <a:sym typeface="Century Gothic"/>
              </a:rPr>
              <a:t>y que ellos paz serán </a:t>
            </a:r>
            <a:endParaRPr/>
          </a:p>
          <a:p>
            <a:pPr>
              <a:lnSpc>
                <a:spcPct val="90000"/>
              </a:lnSpc>
              <a:spcBef>
                <a:spcPts val="750"/>
              </a:spcBef>
              <a:buClr>
                <a:schemeClr val="lt1"/>
              </a:buClr>
              <a:buSzPts val="2800"/>
            </a:pPr>
            <a:r>
              <a:rPr lang="es-ES" sz="2800">
                <a:latin typeface="Century Gothic"/>
                <a:ea typeface="Century Gothic"/>
                <a:cs typeface="Century Gothic"/>
                <a:sym typeface="Century Gothic"/>
              </a:rPr>
              <a:t>si desparraman amor </a:t>
            </a:r>
            <a:endParaRPr/>
          </a:p>
          <a:p>
            <a:pPr>
              <a:lnSpc>
                <a:spcPct val="90000"/>
              </a:lnSpc>
              <a:spcBef>
                <a:spcPts val="750"/>
              </a:spcBef>
              <a:buClr>
                <a:schemeClr val="lt1"/>
              </a:buClr>
              <a:buSzPts val="2800"/>
            </a:pPr>
            <a:r>
              <a:rPr lang="es-ES" sz="2800">
                <a:latin typeface="Century Gothic"/>
                <a:ea typeface="Century Gothic"/>
                <a:cs typeface="Century Gothic"/>
                <a:sym typeface="Century Gothic"/>
              </a:rPr>
              <a:t>en cuantos hombres encuentren </a:t>
            </a:r>
            <a:endParaRPr/>
          </a:p>
          <a:p>
            <a:pPr>
              <a:lnSpc>
                <a:spcPct val="90000"/>
              </a:lnSpc>
              <a:spcBef>
                <a:spcPts val="750"/>
              </a:spcBef>
              <a:buClr>
                <a:schemeClr val="lt1"/>
              </a:buClr>
              <a:buSzPts val="2800"/>
            </a:pPr>
            <a:r>
              <a:rPr lang="es-ES" sz="2800">
                <a:latin typeface="Century Gothic"/>
                <a:ea typeface="Century Gothic"/>
                <a:cs typeface="Century Gothic"/>
                <a:sym typeface="Century Gothic"/>
              </a:rPr>
              <a:t>por esos caminos de Dios. </a:t>
            </a:r>
            <a:br>
              <a:rPr lang="es-ES" sz="2800">
                <a:latin typeface="Century Gothic"/>
                <a:ea typeface="Century Gothic"/>
                <a:cs typeface="Century Gothic"/>
                <a:sym typeface="Century Gothic"/>
              </a:rPr>
            </a:br>
            <a:endParaRPr sz="2800">
              <a:latin typeface="Century Gothic"/>
              <a:ea typeface="Century Gothic"/>
              <a:cs typeface="Century Gothic"/>
              <a:sym typeface="Century Gothic"/>
            </a:endParaRPr>
          </a:p>
        </p:txBody>
      </p:sp>
      <p:pic>
        <p:nvPicPr>
          <p:cNvPr id="448" name="Google Shape;448;p49" descr="Resultado de imagen de fano paz"/>
          <p:cNvPicPr preferRelativeResize="0"/>
          <p:nvPr/>
        </p:nvPicPr>
        <p:blipFill rotWithShape="1">
          <a:blip r:embed="rId3">
            <a:alphaModFix/>
          </a:blip>
          <a:srcRect/>
          <a:stretch/>
        </p:blipFill>
        <p:spPr>
          <a:xfrm>
            <a:off x="6672064" y="1052736"/>
            <a:ext cx="3747802" cy="5278938"/>
          </a:xfrm>
          <a:prstGeom prst="rect">
            <a:avLst/>
          </a:prstGeom>
          <a:noFill/>
          <a:ln>
            <a:noFill/>
          </a:ln>
          <a:effectLst>
            <a:outerShdw blurRad="292100" dist="139700" dir="2700000" algn="tl" rotWithShape="0">
              <a:srgbClr val="333333">
                <a:alpha val="64705"/>
              </a:srgbClr>
            </a:outerShdw>
          </a:effectLst>
        </p:spPr>
      </p:pic>
    </p:spTree>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73.xml><?xml version="1.0" encoding="utf-8"?>
<p:sld xmlns:a="http://schemas.openxmlformats.org/drawingml/2006/main" xmlns:r="http://schemas.openxmlformats.org/officeDocument/2006/relationships" xmlns:p="http://schemas.openxmlformats.org/presentationml/2006/main" show="0">
  <p:cSld>
    <p:spTree>
      <p:nvGrpSpPr>
        <p:cNvPr id="1" name="Shape 452"/>
        <p:cNvGrpSpPr/>
        <p:nvPr/>
      </p:nvGrpSpPr>
      <p:grpSpPr>
        <a:xfrm>
          <a:off x="0" y="0"/>
          <a:ext cx="0" cy="0"/>
          <a:chOff x="0" y="0"/>
          <a:chExt cx="0" cy="0"/>
        </a:xfrm>
      </p:grpSpPr>
      <p:sp>
        <p:nvSpPr>
          <p:cNvPr id="453" name="Google Shape;453;p50"/>
          <p:cNvSpPr txBox="1">
            <a:spLocks noGrp="1"/>
          </p:cNvSpPr>
          <p:nvPr>
            <p:ph type="title"/>
          </p:nvPr>
        </p:nvSpPr>
        <p:spPr>
          <a:xfrm>
            <a:off x="2207568" y="391396"/>
            <a:ext cx="7848872" cy="733349"/>
          </a:xfrm>
          <a:prstGeom prst="rect">
            <a:avLst/>
          </a:prstGeom>
          <a:noFill/>
          <a:ln>
            <a:noFill/>
          </a:ln>
        </p:spPr>
        <p:txBody>
          <a:bodyPr spcFirstLastPara="1" vert="horz" wrap="square" lIns="91425" tIns="45700" rIns="91425" bIns="45700" rtlCol="0" anchor="ctr" anchorCtr="0">
            <a:normAutofit/>
          </a:bodyPr>
          <a:lstStyle/>
          <a:p>
            <a:pPr>
              <a:spcBef>
                <a:spcPts val="0"/>
              </a:spcBef>
              <a:buClr>
                <a:schemeClr val="lt1"/>
              </a:buClr>
              <a:buSzPts val="3300"/>
            </a:pPr>
            <a:r>
              <a:rPr lang="es-ES" b="1"/>
              <a:t>Pon un poco de Paz</a:t>
            </a:r>
            <a:endParaRPr b="1"/>
          </a:p>
        </p:txBody>
      </p:sp>
      <p:sp>
        <p:nvSpPr>
          <p:cNvPr id="454" name="Google Shape;454;p50"/>
          <p:cNvSpPr txBox="1">
            <a:spLocks noGrp="1"/>
          </p:cNvSpPr>
          <p:nvPr>
            <p:ph type="body" idx="1"/>
          </p:nvPr>
        </p:nvSpPr>
        <p:spPr>
          <a:xfrm>
            <a:off x="769101" y="1178489"/>
            <a:ext cx="7848872" cy="5717762"/>
          </a:xfrm>
          <a:prstGeom prst="rect">
            <a:avLst/>
          </a:prstGeom>
          <a:noFill/>
          <a:ln>
            <a:noFill/>
          </a:ln>
        </p:spPr>
        <p:txBody>
          <a:bodyPr spcFirstLastPara="1" vert="horz" wrap="square" lIns="91425" tIns="45700" rIns="91425" bIns="45700" rtlCol="0" anchor="t" anchorCtr="0">
            <a:normAutofit fontScale="92500" lnSpcReduction="20000"/>
          </a:bodyPr>
          <a:lstStyle/>
          <a:p>
            <a:pPr marL="0" indent="0">
              <a:spcBef>
                <a:spcPts val="0"/>
              </a:spcBef>
              <a:buClr>
                <a:schemeClr val="lt1"/>
              </a:buClr>
              <a:buSzPts val="2100"/>
              <a:buNone/>
            </a:pPr>
            <a:r>
              <a:rPr lang="es-ES"/>
              <a:t>Pon un poco de paz</a:t>
            </a:r>
            <a:endParaRPr/>
          </a:p>
          <a:p>
            <a:pPr marL="0" indent="0">
              <a:spcBef>
                <a:spcPts val="750"/>
              </a:spcBef>
              <a:buClr>
                <a:schemeClr val="lt1"/>
              </a:buClr>
              <a:buSzPts val="2100"/>
              <a:buNone/>
            </a:pPr>
            <a:r>
              <a:rPr lang="es-ES"/>
              <a:t>Pon un poco de paz</a:t>
            </a:r>
            <a:endParaRPr/>
          </a:p>
          <a:p>
            <a:pPr marL="0" indent="0">
              <a:spcBef>
                <a:spcPts val="750"/>
              </a:spcBef>
              <a:buClr>
                <a:schemeClr val="lt1"/>
              </a:buClr>
              <a:buSzPts val="2100"/>
              <a:buNone/>
            </a:pPr>
            <a:r>
              <a:rPr lang="es-ES"/>
              <a:t>en tu corazón</a:t>
            </a:r>
            <a:endParaRPr/>
          </a:p>
          <a:p>
            <a:pPr marL="0" indent="0">
              <a:spcBef>
                <a:spcPts val="750"/>
              </a:spcBef>
              <a:buClr>
                <a:schemeClr val="lt1"/>
              </a:buClr>
              <a:buSzPts val="2100"/>
              <a:buNone/>
            </a:pPr>
            <a:r>
              <a:rPr lang="es-ES"/>
              <a:t>en tu corazón</a:t>
            </a:r>
            <a:endParaRPr/>
          </a:p>
          <a:p>
            <a:pPr marL="0" indent="0">
              <a:spcBef>
                <a:spcPts val="750"/>
              </a:spcBef>
              <a:buClr>
                <a:schemeClr val="lt1"/>
              </a:buClr>
              <a:buSzPts val="2100"/>
              <a:buNone/>
            </a:pPr>
            <a:endParaRPr/>
          </a:p>
          <a:p>
            <a:pPr marL="0" indent="0">
              <a:spcBef>
                <a:spcPts val="750"/>
              </a:spcBef>
              <a:buClr>
                <a:schemeClr val="lt1"/>
              </a:buClr>
              <a:buSzPts val="2100"/>
              <a:buNone/>
            </a:pPr>
            <a:r>
              <a:rPr lang="es-ES"/>
              <a:t>y cuando termines, pégalo al mío</a:t>
            </a:r>
            <a:endParaRPr/>
          </a:p>
          <a:p>
            <a:pPr marL="0" indent="0">
              <a:spcBef>
                <a:spcPts val="750"/>
              </a:spcBef>
              <a:buClr>
                <a:schemeClr val="lt1"/>
              </a:buClr>
              <a:buSzPts val="2100"/>
              <a:buNone/>
            </a:pPr>
            <a:r>
              <a:rPr lang="es-ES"/>
              <a:t>y verás que la vida se llena de amor.</a:t>
            </a:r>
            <a:endParaRPr/>
          </a:p>
          <a:p>
            <a:pPr marL="0" indent="0">
              <a:spcBef>
                <a:spcPts val="750"/>
              </a:spcBef>
              <a:buClr>
                <a:schemeClr val="lt1"/>
              </a:buClr>
              <a:buSzPts val="2100"/>
              <a:buNone/>
            </a:pPr>
            <a:endParaRPr/>
          </a:p>
          <a:p>
            <a:pPr marL="0" indent="0">
              <a:spcBef>
                <a:spcPts val="750"/>
              </a:spcBef>
              <a:buClr>
                <a:schemeClr val="lt1"/>
              </a:buClr>
              <a:buSzPts val="2100"/>
              <a:buNone/>
            </a:pPr>
            <a:r>
              <a:rPr lang="es-ES"/>
              <a:t>Pon un poco de fe… en tu…</a:t>
            </a:r>
            <a:endParaRPr/>
          </a:p>
          <a:p>
            <a:pPr marL="0" indent="0">
              <a:spcBef>
                <a:spcPts val="750"/>
              </a:spcBef>
              <a:buClr>
                <a:schemeClr val="lt1"/>
              </a:buClr>
              <a:buSzPts val="2100"/>
              <a:buNone/>
            </a:pPr>
            <a:r>
              <a:rPr lang="es-ES"/>
              <a:t>y cuando termines abre más caminos</a:t>
            </a:r>
            <a:endParaRPr/>
          </a:p>
          <a:p>
            <a:pPr marL="0" indent="0">
              <a:spcBef>
                <a:spcPts val="750"/>
              </a:spcBef>
              <a:buClr>
                <a:schemeClr val="lt1"/>
              </a:buClr>
              <a:buSzPts val="2100"/>
              <a:buNone/>
            </a:pPr>
            <a:r>
              <a:rPr lang="es-ES"/>
              <a:t>que el mundo está lleno de baches por tapar.</a:t>
            </a:r>
            <a:endParaRPr/>
          </a:p>
          <a:p>
            <a:pPr marL="0" indent="0">
              <a:spcBef>
                <a:spcPts val="750"/>
              </a:spcBef>
              <a:buClr>
                <a:schemeClr val="lt1"/>
              </a:buClr>
              <a:buSzPts val="2100"/>
              <a:buNone/>
            </a:pPr>
            <a:endParaRPr/>
          </a:p>
          <a:p>
            <a:pPr marL="0" indent="0">
              <a:spcBef>
                <a:spcPts val="750"/>
              </a:spcBef>
              <a:buClr>
                <a:schemeClr val="lt1"/>
              </a:buClr>
              <a:buSzPts val="2100"/>
              <a:buNone/>
            </a:pPr>
            <a:r>
              <a:rPr lang="es-ES"/>
              <a:t>Pon un poco de luz… (pégalo)</a:t>
            </a:r>
            <a:endParaRPr/>
          </a:p>
          <a:p>
            <a:pPr marL="0" indent="0">
              <a:spcBef>
                <a:spcPts val="750"/>
              </a:spcBef>
              <a:buClr>
                <a:schemeClr val="lt1"/>
              </a:buClr>
              <a:buSzPts val="2100"/>
              <a:buNone/>
            </a:pPr>
            <a:r>
              <a:rPr lang="es-ES"/>
              <a:t>Pon la cruz de Jesús… (abre)</a:t>
            </a:r>
            <a:endParaRPr/>
          </a:p>
        </p:txBody>
      </p:sp>
      <p:pic>
        <p:nvPicPr>
          <p:cNvPr id="455" name="Google Shape;455;p50" descr="Resultado de imagen de fano paz"/>
          <p:cNvPicPr preferRelativeResize="0"/>
          <p:nvPr/>
        </p:nvPicPr>
        <p:blipFill rotWithShape="1">
          <a:blip r:embed="rId3">
            <a:alphaModFix/>
          </a:blip>
          <a:srcRect/>
          <a:stretch/>
        </p:blipFill>
        <p:spPr>
          <a:xfrm>
            <a:off x="6744072" y="1178489"/>
            <a:ext cx="3747802" cy="5278938"/>
          </a:xfrm>
          <a:prstGeom prst="rect">
            <a:avLst/>
          </a:prstGeom>
          <a:noFill/>
          <a:ln>
            <a:noFill/>
          </a:ln>
          <a:effectLst>
            <a:outerShdw blurRad="292100" dist="139700" dir="2700000" algn="tl" rotWithShape="0">
              <a:srgbClr val="333333">
                <a:alpha val="64705"/>
              </a:srgbClr>
            </a:outerShdw>
          </a:effectLst>
        </p:spPr>
      </p:pic>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74.xml><?xml version="1.0" encoding="utf-8"?>
<p:sld xmlns:a="http://schemas.openxmlformats.org/drawingml/2006/main" xmlns:r="http://schemas.openxmlformats.org/officeDocument/2006/relationships" xmlns:p="http://schemas.openxmlformats.org/presentationml/2006/main" show="0">
  <p:cSld>
    <p:spTree>
      <p:nvGrpSpPr>
        <p:cNvPr id="1" name="Shape 460"/>
        <p:cNvGrpSpPr/>
        <p:nvPr/>
      </p:nvGrpSpPr>
      <p:grpSpPr>
        <a:xfrm>
          <a:off x="0" y="0"/>
          <a:ext cx="0" cy="0"/>
          <a:chOff x="0" y="0"/>
          <a:chExt cx="0" cy="0"/>
        </a:xfrm>
      </p:grpSpPr>
      <p:sp>
        <p:nvSpPr>
          <p:cNvPr id="461" name="Google Shape;461;p51"/>
          <p:cNvSpPr txBox="1">
            <a:spLocks noGrp="1"/>
          </p:cNvSpPr>
          <p:nvPr>
            <p:ph type="title"/>
          </p:nvPr>
        </p:nvSpPr>
        <p:spPr>
          <a:xfrm>
            <a:off x="2802381" y="218633"/>
            <a:ext cx="6589199" cy="644650"/>
          </a:xfrm>
          <a:prstGeom prst="rect">
            <a:avLst/>
          </a:prstGeom>
          <a:noFill/>
          <a:ln>
            <a:noFill/>
          </a:ln>
        </p:spPr>
        <p:txBody>
          <a:bodyPr spcFirstLastPara="1" vert="horz" wrap="square" lIns="91425" tIns="45700" rIns="91425" bIns="45700" rtlCol="0" anchor="ctr" anchorCtr="0">
            <a:normAutofit/>
          </a:bodyPr>
          <a:lstStyle/>
          <a:p>
            <a:pPr algn="ctr">
              <a:spcBef>
                <a:spcPts val="0"/>
              </a:spcBef>
              <a:buClr>
                <a:schemeClr val="lt1"/>
              </a:buClr>
              <a:buSzPts val="3600"/>
            </a:pPr>
            <a:r>
              <a:rPr lang="es-ES" sz="3600" b="1"/>
              <a:t>PAZ SEÑOR</a:t>
            </a:r>
            <a:endParaRPr b="1"/>
          </a:p>
        </p:txBody>
      </p:sp>
      <p:sp>
        <p:nvSpPr>
          <p:cNvPr id="462" name="Google Shape;462;p51"/>
          <p:cNvSpPr txBox="1">
            <a:spLocks noGrp="1"/>
          </p:cNvSpPr>
          <p:nvPr>
            <p:ph type="body" idx="1"/>
          </p:nvPr>
        </p:nvSpPr>
        <p:spPr>
          <a:xfrm>
            <a:off x="1721768" y="980729"/>
            <a:ext cx="8748464" cy="5620045"/>
          </a:xfrm>
          <a:prstGeom prst="rect">
            <a:avLst/>
          </a:prstGeom>
          <a:noFill/>
          <a:ln>
            <a:noFill/>
          </a:ln>
        </p:spPr>
        <p:txBody>
          <a:bodyPr spcFirstLastPara="1" vert="horz" wrap="square" lIns="91425" tIns="45700" rIns="91425" bIns="45700" numCol="2" rtlCol="0" anchor="t" anchorCtr="0">
            <a:normAutofit fontScale="70000" lnSpcReduction="20000"/>
          </a:bodyPr>
          <a:lstStyle/>
          <a:p>
            <a:pPr marL="0" indent="0">
              <a:spcBef>
                <a:spcPts val="0"/>
              </a:spcBef>
              <a:buClr>
                <a:schemeClr val="lt1"/>
              </a:buClr>
              <a:buSzPts val="1800"/>
              <a:buNone/>
            </a:pPr>
            <a:r>
              <a:rPr lang="es-ES" sz="3100"/>
              <a:t>Paz, Señor, en el cielo y la tierra,</a:t>
            </a:r>
            <a:endParaRPr sz="5700"/>
          </a:p>
          <a:p>
            <a:pPr marL="0" indent="0">
              <a:spcBef>
                <a:spcPts val="750"/>
              </a:spcBef>
              <a:buClr>
                <a:schemeClr val="lt1"/>
              </a:buClr>
              <a:buSzPts val="1800"/>
              <a:buNone/>
            </a:pPr>
            <a:r>
              <a:rPr lang="es-ES" sz="3100"/>
              <a:t>paz, Señor, en las olas del mar,</a:t>
            </a:r>
            <a:endParaRPr sz="5700"/>
          </a:p>
          <a:p>
            <a:pPr marL="0" indent="0">
              <a:spcBef>
                <a:spcPts val="750"/>
              </a:spcBef>
              <a:buClr>
                <a:schemeClr val="lt1"/>
              </a:buClr>
              <a:buSzPts val="1800"/>
              <a:buNone/>
            </a:pPr>
            <a:r>
              <a:rPr lang="es-ES" sz="3100"/>
              <a:t>paz, Señor, en las flores que mueve</a:t>
            </a:r>
            <a:endParaRPr sz="5700"/>
          </a:p>
          <a:p>
            <a:pPr marL="0" indent="0">
              <a:spcBef>
                <a:spcPts val="750"/>
              </a:spcBef>
              <a:buClr>
                <a:schemeClr val="lt1"/>
              </a:buClr>
              <a:buSzPts val="1800"/>
              <a:buNone/>
            </a:pPr>
            <a:r>
              <a:rPr lang="es-ES" sz="3100"/>
              <a:t>sin saberlo la brisa al pasar.</a:t>
            </a:r>
            <a:endParaRPr sz="5700"/>
          </a:p>
          <a:p>
            <a:pPr marL="0" indent="0">
              <a:spcBef>
                <a:spcPts val="750"/>
              </a:spcBef>
              <a:buClr>
                <a:schemeClr val="lt1"/>
              </a:buClr>
              <a:buSzPts val="1800"/>
              <a:buNone/>
            </a:pPr>
            <a:endParaRPr sz="3100"/>
          </a:p>
          <a:p>
            <a:pPr marL="0" indent="0">
              <a:spcBef>
                <a:spcPts val="750"/>
              </a:spcBef>
              <a:buClr>
                <a:schemeClr val="lt1"/>
              </a:buClr>
              <a:buSzPts val="1800"/>
              <a:buNone/>
            </a:pPr>
            <a:r>
              <a:rPr lang="es-ES" sz="3100"/>
              <a:t>Tú que haces las cosas tan bellas</a:t>
            </a:r>
            <a:endParaRPr sz="5700"/>
          </a:p>
          <a:p>
            <a:pPr marL="0" indent="0">
              <a:spcBef>
                <a:spcPts val="750"/>
              </a:spcBef>
              <a:buClr>
                <a:schemeClr val="lt1"/>
              </a:buClr>
              <a:buSzPts val="1800"/>
              <a:buNone/>
            </a:pPr>
            <a:r>
              <a:rPr lang="es-ES" sz="3100"/>
              <a:t>y les das una vida fugaz,</a:t>
            </a:r>
            <a:endParaRPr sz="5700"/>
          </a:p>
          <a:p>
            <a:pPr marL="0" indent="0">
              <a:spcBef>
                <a:spcPts val="750"/>
              </a:spcBef>
              <a:buClr>
                <a:schemeClr val="lt1"/>
              </a:buClr>
              <a:buSzPts val="1800"/>
              <a:buNone/>
            </a:pPr>
            <a:r>
              <a:rPr lang="es-ES" sz="3100"/>
              <a:t>pon, Señor, tu mirada sobre ellas</a:t>
            </a:r>
            <a:endParaRPr sz="5700"/>
          </a:p>
          <a:p>
            <a:pPr marL="0" indent="0">
              <a:spcBef>
                <a:spcPts val="750"/>
              </a:spcBef>
              <a:buClr>
                <a:schemeClr val="lt1"/>
              </a:buClr>
              <a:buSzPts val="1800"/>
              <a:buNone/>
            </a:pPr>
            <a:r>
              <a:rPr lang="es-ES" sz="3100"/>
              <a:t>y devuelve a los hombres la paz.</a:t>
            </a:r>
            <a:endParaRPr sz="5700"/>
          </a:p>
          <a:p>
            <a:pPr marL="0" indent="0">
              <a:spcBef>
                <a:spcPts val="750"/>
              </a:spcBef>
              <a:buClr>
                <a:schemeClr val="lt1"/>
              </a:buClr>
              <a:buSzPts val="1800"/>
              <a:buNone/>
            </a:pPr>
            <a:endParaRPr sz="3100"/>
          </a:p>
          <a:p>
            <a:pPr marL="0" indent="0">
              <a:spcBef>
                <a:spcPts val="750"/>
              </a:spcBef>
              <a:buClr>
                <a:schemeClr val="lt1"/>
              </a:buClr>
              <a:buSzPts val="1800"/>
              <a:buNone/>
            </a:pPr>
            <a:endParaRPr sz="3100"/>
          </a:p>
          <a:p>
            <a:pPr marL="0" indent="0">
              <a:spcBef>
                <a:spcPts val="750"/>
              </a:spcBef>
              <a:buClr>
                <a:schemeClr val="lt1"/>
              </a:buClr>
              <a:buSzPts val="1800"/>
              <a:buNone/>
            </a:pPr>
            <a:endParaRPr sz="3100"/>
          </a:p>
          <a:p>
            <a:pPr marL="0" indent="0">
              <a:spcBef>
                <a:spcPts val="750"/>
              </a:spcBef>
              <a:buClr>
                <a:schemeClr val="lt1"/>
              </a:buClr>
              <a:buSzPts val="1800"/>
              <a:buNone/>
            </a:pPr>
            <a:r>
              <a:rPr lang="es-ES" sz="3100"/>
              <a:t>PAZ, PAZ, PAZ Y AMOR,</a:t>
            </a:r>
            <a:endParaRPr sz="5700"/>
          </a:p>
          <a:p>
            <a:pPr marL="0" indent="0">
              <a:spcBef>
                <a:spcPts val="750"/>
              </a:spcBef>
              <a:buClr>
                <a:schemeClr val="lt1"/>
              </a:buClr>
              <a:buSzPts val="1800"/>
              <a:buNone/>
            </a:pPr>
            <a:r>
              <a:rPr lang="es-ES" sz="3100"/>
              <a:t>PAZ, PAZ, PAZ, SEÑOR. (BIS)</a:t>
            </a:r>
            <a:endParaRPr sz="5700"/>
          </a:p>
          <a:p>
            <a:pPr marL="0" indent="0">
              <a:spcBef>
                <a:spcPts val="750"/>
              </a:spcBef>
              <a:buClr>
                <a:schemeClr val="lt1"/>
              </a:buClr>
              <a:buSzPts val="1800"/>
              <a:buNone/>
            </a:pPr>
            <a:endParaRPr sz="3100"/>
          </a:p>
          <a:p>
            <a:pPr marL="0" indent="0">
              <a:spcBef>
                <a:spcPts val="750"/>
              </a:spcBef>
              <a:buClr>
                <a:schemeClr val="lt1"/>
              </a:buClr>
              <a:buSzPts val="1800"/>
              <a:buNone/>
            </a:pPr>
            <a:endParaRPr sz="3100"/>
          </a:p>
          <a:p>
            <a:pPr marL="0" indent="0">
              <a:spcBef>
                <a:spcPts val="750"/>
              </a:spcBef>
              <a:buClr>
                <a:schemeClr val="lt1"/>
              </a:buClr>
              <a:buSzPts val="1800"/>
              <a:buNone/>
            </a:pPr>
            <a:r>
              <a:rPr lang="es-ES" sz="3100"/>
              <a:t>Hoy he visto, Señor, en el cielo,</a:t>
            </a:r>
            <a:endParaRPr sz="5700"/>
          </a:p>
          <a:p>
            <a:pPr marL="0" indent="0">
              <a:spcBef>
                <a:spcPts val="750"/>
              </a:spcBef>
              <a:buClr>
                <a:schemeClr val="lt1"/>
              </a:buClr>
              <a:buSzPts val="1800"/>
              <a:buNone/>
            </a:pPr>
            <a:r>
              <a:rPr lang="es-ES" sz="3100"/>
              <a:t>suspendidas de un rayo de luz,</a:t>
            </a:r>
            <a:endParaRPr sz="5700"/>
          </a:p>
          <a:p>
            <a:pPr marL="0" indent="0">
              <a:spcBef>
                <a:spcPts val="750"/>
              </a:spcBef>
              <a:buClr>
                <a:schemeClr val="lt1"/>
              </a:buClr>
              <a:buSzPts val="1800"/>
              <a:buNone/>
            </a:pPr>
            <a:r>
              <a:rPr lang="es-ES" sz="3100"/>
              <a:t>dos palomas que alzaron el vuelo</a:t>
            </a:r>
            <a:endParaRPr sz="5700"/>
          </a:p>
          <a:p>
            <a:pPr marL="0" indent="0">
              <a:spcBef>
                <a:spcPts val="750"/>
              </a:spcBef>
              <a:buClr>
                <a:schemeClr val="lt1"/>
              </a:buClr>
              <a:buSzPts val="1800"/>
              <a:buNone/>
            </a:pPr>
            <a:r>
              <a:rPr lang="es-ES" sz="3100"/>
              <a:t>con las alas en forma de cruz.</a:t>
            </a:r>
            <a:endParaRPr sz="5700"/>
          </a:p>
          <a:p>
            <a:pPr marL="0" indent="0">
              <a:spcBef>
                <a:spcPts val="750"/>
              </a:spcBef>
              <a:buClr>
                <a:schemeClr val="lt1"/>
              </a:buClr>
              <a:buSzPts val="1800"/>
              <a:buNone/>
            </a:pPr>
            <a:endParaRPr sz="3100"/>
          </a:p>
          <a:p>
            <a:pPr marL="0" indent="0">
              <a:spcBef>
                <a:spcPts val="750"/>
              </a:spcBef>
              <a:buClr>
                <a:schemeClr val="lt1"/>
              </a:buClr>
              <a:buSzPts val="1800"/>
              <a:buNone/>
            </a:pPr>
            <a:r>
              <a:rPr lang="es-ES" sz="3100"/>
              <a:t>Haz que vuelvan de nuevo a la tierra</a:t>
            </a:r>
            <a:endParaRPr sz="5700"/>
          </a:p>
          <a:p>
            <a:pPr marL="0" indent="0">
              <a:spcBef>
                <a:spcPts val="750"/>
              </a:spcBef>
              <a:buClr>
                <a:schemeClr val="lt1"/>
              </a:buClr>
              <a:buSzPts val="1800"/>
              <a:buNone/>
            </a:pPr>
            <a:r>
              <a:rPr lang="es-ES" sz="3100"/>
              <a:t>las palomas que huyeron, Señor,</a:t>
            </a:r>
            <a:endParaRPr sz="5700"/>
          </a:p>
          <a:p>
            <a:pPr marL="0" indent="0">
              <a:spcBef>
                <a:spcPts val="750"/>
              </a:spcBef>
              <a:buClr>
                <a:schemeClr val="lt1"/>
              </a:buClr>
              <a:buSzPts val="1800"/>
              <a:buNone/>
            </a:pPr>
            <a:r>
              <a:rPr lang="es-ES" sz="3100"/>
              <a:t>y la llama que enciende la guerra</a:t>
            </a:r>
            <a:endParaRPr sz="5700"/>
          </a:p>
          <a:p>
            <a:pPr marL="0" indent="0">
              <a:spcBef>
                <a:spcPts val="750"/>
              </a:spcBef>
              <a:buClr>
                <a:schemeClr val="lt1"/>
              </a:buClr>
              <a:buSzPts val="1800"/>
              <a:buNone/>
            </a:pPr>
            <a:r>
              <a:rPr lang="es-ES" sz="3100"/>
              <a:t>se confunda con la paz y el amor.</a:t>
            </a:r>
            <a:endParaRPr sz="5700"/>
          </a:p>
          <a:p>
            <a:pPr marL="0" indent="0">
              <a:spcBef>
                <a:spcPts val="750"/>
              </a:spcBef>
              <a:buClr>
                <a:schemeClr val="lt1"/>
              </a:buClr>
              <a:buSzPts val="1800"/>
              <a:buNone/>
            </a:pPr>
            <a:endParaRPr sz="3100"/>
          </a:p>
          <a:p>
            <a:pPr marL="0" indent="0">
              <a:spcBef>
                <a:spcPts val="750"/>
              </a:spcBef>
              <a:buClr>
                <a:schemeClr val="lt1"/>
              </a:buClr>
              <a:buSzPts val="1800"/>
              <a:buNone/>
            </a:pPr>
            <a:endParaRPr sz="3100"/>
          </a:p>
          <a:p>
            <a:pPr marL="0" indent="0">
              <a:spcBef>
                <a:spcPts val="750"/>
              </a:spcBef>
              <a:buClr>
                <a:schemeClr val="lt1"/>
              </a:buClr>
              <a:buSzPts val="1800"/>
              <a:buNone/>
            </a:pPr>
            <a:endParaRPr sz="3100"/>
          </a:p>
          <a:p>
            <a:pPr marL="0" indent="0">
              <a:spcBef>
                <a:spcPts val="750"/>
              </a:spcBef>
              <a:buClr>
                <a:schemeClr val="lt1"/>
              </a:buClr>
              <a:buSzPts val="1800"/>
              <a:buNone/>
            </a:pPr>
            <a:r>
              <a:rPr lang="es-ES" sz="3100"/>
              <a:t>PAZ, PAZ, PAZ Y AMOR,</a:t>
            </a:r>
            <a:endParaRPr sz="5700"/>
          </a:p>
          <a:p>
            <a:pPr marL="0" indent="0">
              <a:spcBef>
                <a:spcPts val="750"/>
              </a:spcBef>
              <a:buClr>
                <a:schemeClr val="lt1"/>
              </a:buClr>
              <a:buSzPts val="1800"/>
              <a:buNone/>
            </a:pPr>
            <a:r>
              <a:rPr lang="es-ES" sz="3100"/>
              <a:t>PAZ, PAZ, PAZ, SEÑOR. (BIS)</a:t>
            </a:r>
            <a:endParaRPr sz="5700"/>
          </a:p>
          <a:p>
            <a:pPr marL="0" indent="0">
              <a:spcBef>
                <a:spcPts val="750"/>
              </a:spcBef>
              <a:buClr>
                <a:schemeClr val="lt1"/>
              </a:buClr>
              <a:buSzPts val="1800"/>
              <a:buNone/>
            </a:pPr>
            <a:endParaRPr sz="800"/>
          </a:p>
        </p:txBody>
      </p:sp>
      <p:pic>
        <p:nvPicPr>
          <p:cNvPr id="463" name="Google Shape;463;p51" descr="Resultado de imagen de fano paloma"/>
          <p:cNvPicPr preferRelativeResize="0"/>
          <p:nvPr/>
        </p:nvPicPr>
        <p:blipFill rotWithShape="1">
          <a:blip r:embed="rId3">
            <a:alphaModFix/>
          </a:blip>
          <a:srcRect/>
          <a:stretch/>
        </p:blipFill>
        <p:spPr>
          <a:xfrm>
            <a:off x="3863752" y="3502187"/>
            <a:ext cx="3096344" cy="3216033"/>
          </a:xfrm>
          <a:prstGeom prst="rect">
            <a:avLst/>
          </a:prstGeom>
          <a:noFill/>
          <a:ln>
            <a:noFill/>
          </a:ln>
        </p:spPr>
      </p:pic>
    </p:spTree>
  </p:cSld>
  <p:clrMapOvr>
    <a:masterClrMapping/>
  </p:clrMapOvr>
  <p:transition spd="slow">
    <p:push/>
  </p:transition>
</p:sld>
</file>

<file path=ppt/slides/slide75.xml><?xml version="1.0" encoding="utf-8"?>
<p:sld xmlns:a="http://schemas.openxmlformats.org/drawingml/2006/main" xmlns:r="http://schemas.openxmlformats.org/officeDocument/2006/relationships" xmlns:p="http://schemas.openxmlformats.org/presentationml/2006/main" show="0">
  <p:cSld>
    <p:spTree>
      <p:nvGrpSpPr>
        <p:cNvPr id="1" name="Shape 468"/>
        <p:cNvGrpSpPr/>
        <p:nvPr/>
      </p:nvGrpSpPr>
      <p:grpSpPr>
        <a:xfrm>
          <a:off x="0" y="0"/>
          <a:ext cx="0" cy="0"/>
          <a:chOff x="0" y="0"/>
          <a:chExt cx="0" cy="0"/>
        </a:xfrm>
      </p:grpSpPr>
      <p:sp>
        <p:nvSpPr>
          <p:cNvPr id="469" name="Google Shape;469;p52"/>
          <p:cNvSpPr txBox="1">
            <a:spLocks noGrp="1"/>
          </p:cNvSpPr>
          <p:nvPr>
            <p:ph type="title"/>
          </p:nvPr>
        </p:nvSpPr>
        <p:spPr>
          <a:xfrm>
            <a:off x="2927648" y="550925"/>
            <a:ext cx="5886654" cy="563692"/>
          </a:xfrm>
          <a:prstGeom prst="rect">
            <a:avLst/>
          </a:prstGeom>
          <a:noFill/>
          <a:ln>
            <a:noFill/>
          </a:ln>
        </p:spPr>
        <p:txBody>
          <a:bodyPr spcFirstLastPara="1" vert="horz" wrap="square" lIns="91425" tIns="45700" rIns="91425" bIns="45700" rtlCol="0" anchor="ctr" anchorCtr="0">
            <a:normAutofit fontScale="90000"/>
          </a:bodyPr>
          <a:lstStyle/>
          <a:p>
            <a:pPr algn="ctr">
              <a:spcBef>
                <a:spcPts val="0"/>
              </a:spcBef>
              <a:buClr>
                <a:schemeClr val="lt1"/>
              </a:buClr>
              <a:buSzPts val="3300"/>
            </a:pPr>
            <a:r>
              <a:rPr lang="es-ES" b="1"/>
              <a:t> Paz en la Tierra </a:t>
            </a:r>
            <a:endParaRPr b="1"/>
          </a:p>
        </p:txBody>
      </p:sp>
      <p:sp>
        <p:nvSpPr>
          <p:cNvPr id="470" name="Google Shape;470;p52"/>
          <p:cNvSpPr txBox="1">
            <a:spLocks noGrp="1"/>
          </p:cNvSpPr>
          <p:nvPr>
            <p:ph type="body" idx="1"/>
          </p:nvPr>
        </p:nvSpPr>
        <p:spPr>
          <a:xfrm>
            <a:off x="2370456" y="1340768"/>
            <a:ext cx="6771566" cy="5278938"/>
          </a:xfrm>
          <a:prstGeom prst="rect">
            <a:avLst/>
          </a:prstGeom>
          <a:noFill/>
          <a:ln>
            <a:noFill/>
          </a:ln>
        </p:spPr>
        <p:txBody>
          <a:bodyPr spcFirstLastPara="1" vert="horz" wrap="square" lIns="91425" tIns="45700" rIns="91425" bIns="45700" rtlCol="0" anchor="t" anchorCtr="0">
            <a:normAutofit fontScale="92500" lnSpcReduction="10000"/>
          </a:bodyPr>
          <a:lstStyle/>
          <a:p>
            <a:pPr marL="171450" indent="-171450">
              <a:spcBef>
                <a:spcPts val="0"/>
              </a:spcBef>
              <a:buClr>
                <a:schemeClr val="lt1"/>
              </a:buClr>
              <a:buSzPts val="2400"/>
              <a:buNone/>
            </a:pPr>
            <a:r>
              <a:rPr lang="es-ES" sz="2400" b="1"/>
              <a:t>PAZ  EN LA TIERRA,  </a:t>
            </a:r>
            <a:endParaRPr b="1"/>
          </a:p>
          <a:p>
            <a:pPr marL="171450" indent="-171450">
              <a:spcBef>
                <a:spcPts val="750"/>
              </a:spcBef>
              <a:buClr>
                <a:schemeClr val="lt1"/>
              </a:buClr>
              <a:buSzPts val="2400"/>
              <a:buNone/>
            </a:pPr>
            <a:r>
              <a:rPr lang="es-ES" sz="2400" b="1"/>
              <a:t>PAZ EN LAS ALTURAS,</a:t>
            </a:r>
            <a:endParaRPr b="1"/>
          </a:p>
          <a:p>
            <a:pPr marL="171450" indent="-171450">
              <a:spcBef>
                <a:spcPts val="750"/>
              </a:spcBef>
              <a:buClr>
                <a:schemeClr val="lt1"/>
              </a:buClr>
              <a:buSzPts val="2400"/>
              <a:buNone/>
            </a:pPr>
            <a:r>
              <a:rPr lang="es-ES" sz="2400" b="1"/>
              <a:t>QUE EL GOZO ETERNO REINE</a:t>
            </a:r>
            <a:endParaRPr b="1"/>
          </a:p>
          <a:p>
            <a:pPr marL="171450" indent="-171450">
              <a:spcBef>
                <a:spcPts val="750"/>
              </a:spcBef>
              <a:buClr>
                <a:schemeClr val="lt1"/>
              </a:buClr>
              <a:buSzPts val="2400"/>
              <a:buNone/>
            </a:pPr>
            <a:r>
              <a:rPr lang="es-ES" sz="2400" b="1"/>
              <a:t>EN NUESTRO CORAZÓN (BIS)</a:t>
            </a:r>
            <a:endParaRPr b="1"/>
          </a:p>
          <a:p>
            <a:pPr marL="171450" indent="-171450">
              <a:spcBef>
                <a:spcPts val="750"/>
              </a:spcBef>
              <a:buClr>
                <a:schemeClr val="lt1"/>
              </a:buClr>
              <a:buSzPts val="2400"/>
              <a:buNone/>
            </a:pPr>
            <a:endParaRPr sz="2400"/>
          </a:p>
          <a:p>
            <a:pPr marL="171450" indent="-171450">
              <a:spcBef>
                <a:spcPts val="750"/>
              </a:spcBef>
              <a:buClr>
                <a:schemeClr val="lt1"/>
              </a:buClr>
              <a:buSzPts val="2400"/>
              <a:buNone/>
            </a:pPr>
            <a:r>
              <a:rPr lang="es-ES" sz="2400"/>
              <a:t>Da la paz, hermano da la paz,</a:t>
            </a:r>
            <a:endParaRPr lang="es-ES"/>
          </a:p>
          <a:p>
            <a:pPr marL="171450" indent="-171450">
              <a:spcBef>
                <a:spcPts val="750"/>
              </a:spcBef>
              <a:buClr>
                <a:schemeClr val="lt1"/>
              </a:buClr>
              <a:buSzPts val="2400"/>
              <a:buNone/>
            </a:pPr>
            <a:r>
              <a:rPr lang="es-ES" sz="2400"/>
              <a:t>Constrúyela en tu corazón </a:t>
            </a:r>
            <a:endParaRPr lang="es-ES"/>
          </a:p>
          <a:p>
            <a:pPr marL="171450" indent="-171450">
              <a:spcBef>
                <a:spcPts val="750"/>
              </a:spcBef>
              <a:buClr>
                <a:schemeClr val="lt1"/>
              </a:buClr>
              <a:buSzPts val="2400"/>
              <a:buNone/>
            </a:pPr>
            <a:r>
              <a:rPr lang="es-ES" sz="2400"/>
              <a:t>Y con tu gesto afirmarás</a:t>
            </a:r>
            <a:endParaRPr lang="es-ES"/>
          </a:p>
          <a:p>
            <a:pPr marL="171450" indent="-171450">
              <a:spcBef>
                <a:spcPts val="750"/>
              </a:spcBef>
              <a:buClr>
                <a:schemeClr val="lt1"/>
              </a:buClr>
              <a:buSzPts val="2400"/>
              <a:buNone/>
            </a:pPr>
            <a:r>
              <a:rPr lang="es-ES" sz="2400"/>
              <a:t>Que quieres la paz</a:t>
            </a:r>
          </a:p>
          <a:p>
            <a:pPr marL="171450" indent="-171450">
              <a:spcBef>
                <a:spcPts val="750"/>
              </a:spcBef>
              <a:buClr>
                <a:schemeClr val="lt1"/>
              </a:buClr>
              <a:buSzPts val="2400"/>
              <a:buNone/>
            </a:pPr>
            <a:endParaRPr lang="es-ES" sz="2400"/>
          </a:p>
          <a:p>
            <a:pPr marL="171450" indent="-171450">
              <a:spcBef>
                <a:spcPts val="750"/>
              </a:spcBef>
              <a:buClr>
                <a:schemeClr val="lt1"/>
              </a:buClr>
              <a:buSzPts val="2400"/>
              <a:buNone/>
            </a:pPr>
            <a:r>
              <a:rPr lang="es-ES" sz="2400"/>
              <a:t>Que tu paz, hermano, sea don;</a:t>
            </a:r>
          </a:p>
          <a:p>
            <a:pPr marL="171450" indent="-171450">
              <a:spcBef>
                <a:spcPts val="750"/>
              </a:spcBef>
              <a:buClr>
                <a:schemeClr val="lt1"/>
              </a:buClr>
              <a:buSzPts val="2400"/>
              <a:buNone/>
            </a:pPr>
            <a:r>
              <a:rPr lang="es-ES" sz="2400"/>
              <a:t>es el mejor signo de amor</a:t>
            </a:r>
          </a:p>
          <a:p>
            <a:pPr marL="171450" indent="-171450">
              <a:spcBef>
                <a:spcPts val="750"/>
              </a:spcBef>
              <a:buClr>
                <a:schemeClr val="lt1"/>
              </a:buClr>
              <a:buSzPts val="2400"/>
              <a:buNone/>
            </a:pPr>
            <a:r>
              <a:rPr lang="es-ES" sz="2400"/>
              <a:t>que Tú nos puedes ofrecer,</a:t>
            </a:r>
          </a:p>
          <a:p>
            <a:pPr marL="171450" indent="-171450">
              <a:spcBef>
                <a:spcPts val="750"/>
              </a:spcBef>
              <a:buClr>
                <a:schemeClr val="lt1"/>
              </a:buClr>
              <a:buSzPts val="2400"/>
              <a:buNone/>
            </a:pPr>
            <a:r>
              <a:rPr lang="es-ES" sz="2400"/>
              <a:t>abrazo de paz.</a:t>
            </a:r>
            <a:endParaRPr sz="2400"/>
          </a:p>
          <a:p>
            <a:pPr marL="171450" indent="-171450">
              <a:spcBef>
                <a:spcPts val="750"/>
              </a:spcBef>
              <a:buClr>
                <a:schemeClr val="lt1"/>
              </a:buClr>
              <a:buSzPts val="2400"/>
              <a:buNone/>
            </a:pPr>
            <a:endParaRPr sz="2400"/>
          </a:p>
        </p:txBody>
      </p:sp>
      <p:pic>
        <p:nvPicPr>
          <p:cNvPr id="472" name="Google Shape;472;p52" descr="Resultado de imagen de fano paz"/>
          <p:cNvPicPr preferRelativeResize="0"/>
          <p:nvPr/>
        </p:nvPicPr>
        <p:blipFill rotWithShape="1">
          <a:blip r:embed="rId3">
            <a:alphaModFix/>
          </a:blip>
          <a:srcRect/>
          <a:stretch/>
        </p:blipFill>
        <p:spPr>
          <a:xfrm flipH="1">
            <a:off x="6435762" y="1340768"/>
            <a:ext cx="4032448" cy="5278938"/>
          </a:xfrm>
          <a:prstGeom prst="rect">
            <a:avLst/>
          </a:prstGeom>
          <a:noFill/>
          <a:ln>
            <a:noFill/>
          </a:ln>
          <a:effectLst>
            <a:outerShdw blurRad="292100" dist="139700" dir="2700000" algn="tl" rotWithShape="0">
              <a:srgbClr val="333333">
                <a:alpha val="64705"/>
              </a:srgbClr>
            </a:outerShdw>
          </a:effectLst>
        </p:spPr>
      </p:pic>
    </p:spTree>
  </p:cSld>
  <p:clrMapOvr>
    <a:masterClrMapping/>
  </p:clrMapOvr>
  <p:transition>
    <p:push/>
  </p:transition>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C98E06C-29E1-7BEB-1BDF-890E93FB3352}"/>
            </a:ext>
          </a:extLst>
        </p:cNvPr>
        <p:cNvGrpSpPr/>
        <p:nvPr/>
      </p:nvGrpSpPr>
      <p:grpSpPr>
        <a:xfrm>
          <a:off x="0" y="0"/>
          <a:ext cx="0" cy="0"/>
          <a:chOff x="0" y="0"/>
          <a:chExt cx="0" cy="0"/>
        </a:xfrm>
      </p:grpSpPr>
      <p:pic>
        <p:nvPicPr>
          <p:cNvPr id="9" name="Imagen 8" descr="Imagen de la pantalla de un video juego&#10;&#10;Descripción generada automáticamente con confianza media">
            <a:extLst>
              <a:ext uri="{FF2B5EF4-FFF2-40B4-BE49-F238E27FC236}">
                <a16:creationId xmlns:a16="http://schemas.microsoft.com/office/drawing/2014/main" id="{67730844-9DE9-0F4F-09F8-1B3E769325A4}"/>
              </a:ext>
            </a:extLst>
          </p:cNvPr>
          <p:cNvPicPr>
            <a:picLocks noChangeAspect="1"/>
          </p:cNvPicPr>
          <p:nvPr/>
        </p:nvPicPr>
        <p:blipFill rotWithShape="1">
          <a:blip r:embed="rId2"/>
          <a:srcRect l="26283" t="-1" r="26846" b="3309"/>
          <a:stretch/>
        </p:blipFill>
        <p:spPr>
          <a:xfrm>
            <a:off x="5012891" y="0"/>
            <a:ext cx="8634855" cy="6858000"/>
          </a:xfrm>
          <a:prstGeom prst="rect">
            <a:avLst/>
          </a:prstGeom>
        </p:spPr>
      </p:pic>
      <p:sp>
        <p:nvSpPr>
          <p:cNvPr id="12" name="Llamada de nube 11">
            <a:extLst>
              <a:ext uri="{FF2B5EF4-FFF2-40B4-BE49-F238E27FC236}">
                <a16:creationId xmlns:a16="http://schemas.microsoft.com/office/drawing/2014/main" id="{241B4BE2-5A94-A10D-A9DB-57B5F75969BF}"/>
              </a:ext>
            </a:extLst>
          </p:cNvPr>
          <p:cNvSpPr/>
          <p:nvPr/>
        </p:nvSpPr>
        <p:spPr>
          <a:xfrm>
            <a:off x="3088371" y="0"/>
            <a:ext cx="3423754" cy="6858000"/>
          </a:xfrm>
          <a:prstGeom prst="cloudCallou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3" name="Imagen 2" descr="Un dibujo de un perro&#10;&#10;Descripción generada automáticamente con confianza media">
            <a:extLst>
              <a:ext uri="{FF2B5EF4-FFF2-40B4-BE49-F238E27FC236}">
                <a16:creationId xmlns:a16="http://schemas.microsoft.com/office/drawing/2014/main" id="{C0A2875F-0505-03D4-F0F0-EC3F48ADFA76}"/>
              </a:ext>
            </a:extLst>
          </p:cNvPr>
          <p:cNvPicPr>
            <a:picLocks noChangeAspect="1"/>
          </p:cNvPicPr>
          <p:nvPr/>
        </p:nvPicPr>
        <p:blipFill>
          <a:blip r:embed="rId3">
            <a:clrChange>
              <a:clrFrom>
                <a:srgbClr val="FFFFFF"/>
              </a:clrFrom>
              <a:clrTo>
                <a:srgbClr val="FFFFFF">
                  <a:alpha val="0"/>
                </a:srgbClr>
              </a:clrTo>
            </a:clrChange>
          </a:blip>
          <a:stretch>
            <a:fillRect/>
          </a:stretch>
        </p:blipFill>
        <p:spPr>
          <a:xfrm>
            <a:off x="3089" y="2356243"/>
            <a:ext cx="6232014" cy="2782120"/>
          </a:xfrm>
          <a:prstGeom prst="rect">
            <a:avLst/>
          </a:prstGeom>
        </p:spPr>
      </p:pic>
      <p:pic>
        <p:nvPicPr>
          <p:cNvPr id="2" name="Imagen 1" descr="Imagen que contiene Escala de tiempo&#10;&#10;El contenido generado por IA puede ser incorrecto.">
            <a:extLst>
              <a:ext uri="{FF2B5EF4-FFF2-40B4-BE49-F238E27FC236}">
                <a16:creationId xmlns:a16="http://schemas.microsoft.com/office/drawing/2014/main" id="{A5A432FA-3961-14E0-6D9D-54F6DCC29801}"/>
              </a:ext>
            </a:extLst>
          </p:cNvPr>
          <p:cNvPicPr>
            <a:picLocks noChangeAspect="1"/>
          </p:cNvPicPr>
          <p:nvPr/>
        </p:nvPicPr>
        <p:blipFill>
          <a:blip r:embed="rId4"/>
          <a:stretch>
            <a:fillRect/>
          </a:stretch>
        </p:blipFill>
        <p:spPr>
          <a:xfrm>
            <a:off x="169297" y="598240"/>
            <a:ext cx="1541821" cy="1487436"/>
          </a:xfrm>
          <a:prstGeom prst="rect">
            <a:avLst/>
          </a:prstGeom>
        </p:spPr>
      </p:pic>
      <p:grpSp>
        <p:nvGrpSpPr>
          <p:cNvPr id="16" name="Grupo 15">
            <a:extLst>
              <a:ext uri="{FF2B5EF4-FFF2-40B4-BE49-F238E27FC236}">
                <a16:creationId xmlns:a16="http://schemas.microsoft.com/office/drawing/2014/main" id="{BE5C7249-6867-E9B3-851C-67262D5DDD81}"/>
              </a:ext>
            </a:extLst>
          </p:cNvPr>
          <p:cNvGrpSpPr/>
          <p:nvPr/>
        </p:nvGrpSpPr>
        <p:grpSpPr>
          <a:xfrm>
            <a:off x="1057" y="-4361"/>
            <a:ext cx="12190282" cy="517821"/>
            <a:chOff x="1057" y="-4361"/>
            <a:chExt cx="12503431" cy="517821"/>
          </a:xfrm>
        </p:grpSpPr>
        <p:sp>
          <p:nvSpPr>
            <p:cNvPr id="11" name="Rectángulo 10">
              <a:extLst>
                <a:ext uri="{FF2B5EF4-FFF2-40B4-BE49-F238E27FC236}">
                  <a16:creationId xmlns:a16="http://schemas.microsoft.com/office/drawing/2014/main" id="{29526225-8807-FC87-6509-96FEE134803E}"/>
                </a:ext>
              </a:extLst>
            </p:cNvPr>
            <p:cNvSpPr/>
            <p:nvPr/>
          </p:nvSpPr>
          <p:spPr>
            <a:xfrm>
              <a:off x="9372455" y="-4360"/>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Rito de Conclusión</a:t>
              </a:r>
              <a:endParaRPr lang="es-ES">
                <a:solidFill>
                  <a:schemeClr val="tx1">
                    <a:lumMod val="49000"/>
                    <a:lumOff val="51000"/>
                  </a:schemeClr>
                </a:solidFill>
                <a:ea typeface="Calibri"/>
                <a:cs typeface="Calibri"/>
              </a:endParaRPr>
            </a:p>
          </p:txBody>
        </p:sp>
        <p:sp>
          <p:nvSpPr>
            <p:cNvPr id="13" name="Rectángulo 12">
              <a:extLst>
                <a:ext uri="{FF2B5EF4-FFF2-40B4-BE49-F238E27FC236}">
                  <a16:creationId xmlns:a16="http://schemas.microsoft.com/office/drawing/2014/main" id="{F4EB1DE0-0563-8B2F-6824-CD50F692F45D}"/>
                </a:ext>
              </a:extLst>
            </p:cNvPr>
            <p:cNvSpPr/>
            <p:nvPr/>
          </p:nvSpPr>
          <p:spPr>
            <a:xfrm>
              <a:off x="1057" y="-4361"/>
              <a:ext cx="3121596" cy="390807"/>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rgbClr val="7F7F7F"/>
                  </a:solidFill>
                  <a:ea typeface="Calibri"/>
                  <a:cs typeface="Calibri"/>
                </a:rPr>
                <a:t>Ritos Iniciales</a:t>
              </a:r>
              <a:endParaRPr lang="es-ES" sz="2400">
                <a:solidFill>
                  <a:srgbClr val="7F7F7F"/>
                </a:solidFill>
                <a:ea typeface="Calibri"/>
                <a:cs typeface="Calibri"/>
              </a:endParaRPr>
            </a:p>
          </p:txBody>
        </p:sp>
        <p:sp>
          <p:nvSpPr>
            <p:cNvPr id="14" name="Rectángulo 13">
              <a:extLst>
                <a:ext uri="{FF2B5EF4-FFF2-40B4-BE49-F238E27FC236}">
                  <a16:creationId xmlns:a16="http://schemas.microsoft.com/office/drawing/2014/main" id="{335D8FC4-9A33-517C-317E-03D359113E01}"/>
                </a:ext>
              </a:extLst>
            </p:cNvPr>
            <p:cNvSpPr/>
            <p:nvPr/>
          </p:nvSpPr>
          <p:spPr>
            <a:xfrm>
              <a:off x="3122126" y="-4360"/>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rgbClr val="7F7F7F"/>
                  </a:solidFill>
                  <a:ea typeface="Calibri"/>
                  <a:cs typeface="Calibri"/>
                </a:rPr>
                <a:t>Liturgia de la Palabra</a:t>
              </a:r>
              <a:endParaRPr lang="es-ES" sz="2400">
                <a:solidFill>
                  <a:srgbClr val="7F7F7F"/>
                </a:solidFill>
                <a:ea typeface="Calibri"/>
                <a:cs typeface="Calibri"/>
              </a:endParaRPr>
            </a:p>
          </p:txBody>
        </p:sp>
        <p:sp>
          <p:nvSpPr>
            <p:cNvPr id="15" name="Rectángulo 14">
              <a:extLst>
                <a:ext uri="{FF2B5EF4-FFF2-40B4-BE49-F238E27FC236}">
                  <a16:creationId xmlns:a16="http://schemas.microsoft.com/office/drawing/2014/main" id="{1ABE231F-4CF3-784D-D7F0-D9902117CC18}"/>
                </a:ext>
              </a:extLst>
            </p:cNvPr>
            <p:cNvSpPr/>
            <p:nvPr/>
          </p:nvSpPr>
          <p:spPr>
            <a:xfrm>
              <a:off x="6247290" y="-4361"/>
              <a:ext cx="3132033" cy="517821"/>
            </a:xfrm>
            <a:prstGeom prst="rect">
              <a:avLst/>
            </a:prstGeom>
            <a:solidFill>
              <a:schemeClr val="accent1"/>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800" b="1">
                  <a:solidFill>
                    <a:srgbClr val="000000"/>
                  </a:solidFill>
                  <a:ea typeface="Calibri"/>
                  <a:cs typeface="Calibri"/>
                </a:rPr>
                <a:t>Liturgia Eucarística</a:t>
              </a:r>
              <a:endParaRPr lang="es-ES" sz="2800">
                <a:solidFill>
                  <a:srgbClr val="000000"/>
                </a:solidFill>
                <a:ea typeface="Calibri"/>
                <a:cs typeface="Calibri"/>
              </a:endParaRPr>
            </a:p>
          </p:txBody>
        </p:sp>
      </p:grpSp>
    </p:spTree>
    <p:extLst>
      <p:ext uri="{BB962C8B-B14F-4D97-AF65-F5344CB8AC3E}">
        <p14:creationId xmlns:p14="http://schemas.microsoft.com/office/powerpoint/2010/main" val="1275636847"/>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9" name="Picture 3084" descr="Plano contrapicado de un árbol grande">
            <a:extLst>
              <a:ext uri="{FF2B5EF4-FFF2-40B4-BE49-F238E27FC236}">
                <a16:creationId xmlns:a16="http://schemas.microsoft.com/office/drawing/2014/main" id="{4939D882-8A2E-529D-DDE7-BC502C6DF356}"/>
              </a:ext>
            </a:extLst>
          </p:cNvPr>
          <p:cNvPicPr>
            <a:picLocks noChangeAspect="1"/>
          </p:cNvPicPr>
          <p:nvPr/>
        </p:nvPicPr>
        <p:blipFill>
          <a:blip r:embed="rId2"/>
          <a:srcRect l="14451" r="40218" b="-1"/>
          <a:stretch/>
        </p:blipFill>
        <p:spPr>
          <a:xfrm>
            <a:off x="-1432559" y="0"/>
            <a:ext cx="4657344" cy="6857990"/>
          </a:xfrm>
          <a:custGeom>
            <a:avLst/>
            <a:gdLst/>
            <a:ahLst/>
            <a:cxnLst/>
            <a:rect l="l" t="t" r="r" b="b"/>
            <a:pathLst>
              <a:path w="4657344" h="6858000">
                <a:moveTo>
                  <a:pt x="0" y="0"/>
                </a:moveTo>
                <a:lnTo>
                  <a:pt x="3429755" y="0"/>
                </a:lnTo>
                <a:lnTo>
                  <a:pt x="3526016" y="148742"/>
                </a:lnTo>
                <a:cubicBezTo>
                  <a:pt x="3657740" y="365513"/>
                  <a:pt x="3777402" y="589569"/>
                  <a:pt x="3886489" y="819975"/>
                </a:cubicBezTo>
                <a:cubicBezTo>
                  <a:pt x="3891856" y="833492"/>
                  <a:pt x="3900663" y="845393"/>
                  <a:pt x="3912049" y="854514"/>
                </a:cubicBezTo>
                <a:cubicBezTo>
                  <a:pt x="3897352" y="819849"/>
                  <a:pt x="3883037" y="784928"/>
                  <a:pt x="3868083" y="750263"/>
                </a:cubicBezTo>
                <a:cubicBezTo>
                  <a:pt x="3806989" y="608712"/>
                  <a:pt x="3742478" y="469145"/>
                  <a:pt x="3674155" y="331786"/>
                </a:cubicBezTo>
                <a:lnTo>
                  <a:pt x="3496656" y="0"/>
                </a:lnTo>
                <a:lnTo>
                  <a:pt x="3554371" y="0"/>
                </a:lnTo>
                <a:lnTo>
                  <a:pt x="3661621" y="196614"/>
                </a:lnTo>
                <a:cubicBezTo>
                  <a:pt x="3856899" y="573253"/>
                  <a:pt x="4021071" y="966066"/>
                  <a:pt x="4161279" y="1371196"/>
                </a:cubicBezTo>
                <a:cubicBezTo>
                  <a:pt x="4379525" y="2007265"/>
                  <a:pt x="4530141" y="2664286"/>
                  <a:pt x="4610660" y="3331516"/>
                </a:cubicBezTo>
                <a:cubicBezTo>
                  <a:pt x="4652837" y="3672965"/>
                  <a:pt x="4671625" y="4013908"/>
                  <a:pt x="4645040" y="4357388"/>
                </a:cubicBezTo>
                <a:cubicBezTo>
                  <a:pt x="4613599" y="4758899"/>
                  <a:pt x="4566181" y="5157998"/>
                  <a:pt x="4485789" y="5552906"/>
                </a:cubicBezTo>
                <a:cubicBezTo>
                  <a:pt x="4397121" y="5988893"/>
                  <a:pt x="4276748" y="6414594"/>
                  <a:pt x="4117769" y="6828295"/>
                </a:cubicBezTo>
                <a:lnTo>
                  <a:pt x="4105288" y="6858000"/>
                </a:lnTo>
                <a:lnTo>
                  <a:pt x="4052520" y="6858000"/>
                </a:lnTo>
                <a:lnTo>
                  <a:pt x="4059369" y="6841549"/>
                </a:lnTo>
                <a:cubicBezTo>
                  <a:pt x="4147276" y="6614016"/>
                  <a:pt x="4224193" y="6380817"/>
                  <a:pt x="4291518" y="6142729"/>
                </a:cubicBezTo>
                <a:cubicBezTo>
                  <a:pt x="4350055" y="5935370"/>
                  <a:pt x="4393256" y="5723695"/>
                  <a:pt x="4443357" y="5513923"/>
                </a:cubicBezTo>
                <a:cubicBezTo>
                  <a:pt x="4444541" y="5502788"/>
                  <a:pt x="4445137" y="5491601"/>
                  <a:pt x="4445146" y="5480401"/>
                </a:cubicBezTo>
                <a:cubicBezTo>
                  <a:pt x="4408465" y="5607635"/>
                  <a:pt x="4379196" y="5719759"/>
                  <a:pt x="4344559" y="5830359"/>
                </a:cubicBezTo>
                <a:cubicBezTo>
                  <a:pt x="4254261" y="6118381"/>
                  <a:pt x="4150112" y="6398531"/>
                  <a:pt x="4031702" y="6670527"/>
                </a:cubicBezTo>
                <a:lnTo>
                  <a:pt x="3943824" y="6858000"/>
                </a:lnTo>
                <a:lnTo>
                  <a:pt x="0" y="6858000"/>
                </a:lnTo>
                <a:close/>
              </a:path>
            </a:pathLst>
          </a:custGeom>
        </p:spPr>
      </p:pic>
      <p:sp>
        <p:nvSpPr>
          <p:cNvPr id="10" name="Título 1">
            <a:extLst>
              <a:ext uri="{FF2B5EF4-FFF2-40B4-BE49-F238E27FC236}">
                <a16:creationId xmlns:a16="http://schemas.microsoft.com/office/drawing/2014/main" id="{39181C3E-0246-394E-4D9E-A5A6F76E7E8B}"/>
              </a:ext>
            </a:extLst>
          </p:cNvPr>
          <p:cNvSpPr txBox="1">
            <a:spLocks/>
          </p:cNvSpPr>
          <p:nvPr/>
        </p:nvSpPr>
        <p:spPr>
          <a:xfrm>
            <a:off x="3310128" y="418457"/>
            <a:ext cx="6251110" cy="940586"/>
          </a:xfrm>
          <a:prstGeom prst="rect">
            <a:avLst/>
          </a:prstGeom>
        </p:spPr>
        <p:txBody>
          <a:bodyPr vert="horz" lIns="91440" tIns="45720" rIns="91440" bIns="45720" rtlCol="0" anchor="b">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r>
              <a:rPr lang="es-ES" sz="6000">
                <a:latin typeface="Bradley Hand" pitchFamily="2" charset="77"/>
              </a:rPr>
              <a:t>Tú, mi raíz</a:t>
            </a:r>
          </a:p>
        </p:txBody>
      </p:sp>
      <p:sp>
        <p:nvSpPr>
          <p:cNvPr id="11" name="Marcador de contenido 2">
            <a:extLst>
              <a:ext uri="{FF2B5EF4-FFF2-40B4-BE49-F238E27FC236}">
                <a16:creationId xmlns:a16="http://schemas.microsoft.com/office/drawing/2014/main" id="{157D3DC3-13AA-D105-684A-DAFFCEDC8DA4}"/>
              </a:ext>
            </a:extLst>
          </p:cNvPr>
          <p:cNvSpPr>
            <a:spLocks noGrp="1"/>
          </p:cNvSpPr>
          <p:nvPr>
            <p:ph idx="1"/>
          </p:nvPr>
        </p:nvSpPr>
        <p:spPr>
          <a:xfrm>
            <a:off x="3310128" y="1416698"/>
            <a:ext cx="8881872" cy="5597364"/>
          </a:xfrm>
        </p:spPr>
        <p:txBody>
          <a:bodyPr numCol="2">
            <a:normAutofit/>
          </a:bodyPr>
          <a:lstStyle/>
          <a:p>
            <a:pPr marL="0" indent="0">
              <a:buNone/>
            </a:pPr>
            <a:r>
              <a:rPr lang="es-ES"/>
              <a:t>Arraigado en ti, Señor, con mis raíces en ti,</a:t>
            </a:r>
            <a:br>
              <a:rPr lang="es-ES"/>
            </a:br>
            <a:r>
              <a:rPr lang="es-ES"/>
              <a:t>como el árbol junto a las aguas quiero vivir.</a:t>
            </a:r>
            <a:br>
              <a:rPr lang="es-ES"/>
            </a:br>
            <a:r>
              <a:rPr lang="es-ES"/>
              <a:t>Arraigado en Ti, Señor, entregado a ti.</a:t>
            </a:r>
            <a:br>
              <a:rPr lang="es-ES"/>
            </a:br>
            <a:r>
              <a:rPr lang="es-ES"/>
              <a:t>como la sal y luz en la tierra unido siempre a ti.</a:t>
            </a:r>
          </a:p>
          <a:p>
            <a:pPr marL="0" indent="0">
              <a:buNone/>
            </a:pPr>
            <a:r>
              <a:rPr lang="es-ES" b="1"/>
              <a:t>Tú, mi raíz, mi fuente de amor.</a:t>
            </a:r>
            <a:br>
              <a:rPr lang="es-ES" b="1"/>
            </a:br>
            <a:r>
              <a:rPr lang="es-ES" b="1"/>
              <a:t>Tú, mi cimiento, mi roca, mi Dios, Tu, mi Señor.(bis)</a:t>
            </a:r>
          </a:p>
          <a:p>
            <a:pPr marL="0" indent="0">
              <a:buNone/>
            </a:pPr>
            <a:endParaRPr lang="es-ES"/>
          </a:p>
          <a:p>
            <a:pPr marL="0" indent="0">
              <a:buNone/>
            </a:pPr>
            <a:r>
              <a:rPr lang="es-ES"/>
              <a:t>Edificado en ti, Señor, yo confiaré.</a:t>
            </a:r>
            <a:br>
              <a:rPr lang="es-ES"/>
            </a:br>
            <a:r>
              <a:rPr lang="es-ES"/>
              <a:t>Cada día Tú me sostienes firme en la fe.</a:t>
            </a:r>
            <a:br>
              <a:rPr lang="es-ES"/>
            </a:br>
            <a:r>
              <a:rPr lang="es-ES"/>
              <a:t>Edificado en ti, Señor, en las tormentas nada temeré.</a:t>
            </a:r>
            <a:br>
              <a:rPr lang="es-ES"/>
            </a:br>
            <a:r>
              <a:rPr lang="es-ES"/>
              <a:t>Los fracasos y los problemas no harán temblar mis pies.</a:t>
            </a:r>
          </a:p>
          <a:p>
            <a:pPr marL="0" indent="0">
              <a:buNone/>
            </a:pPr>
            <a:endParaRPr lang="es-ES" sz="1900"/>
          </a:p>
        </p:txBody>
      </p:sp>
      <p:grpSp>
        <p:nvGrpSpPr>
          <p:cNvPr id="7" name="Grupo 6">
            <a:extLst>
              <a:ext uri="{FF2B5EF4-FFF2-40B4-BE49-F238E27FC236}">
                <a16:creationId xmlns:a16="http://schemas.microsoft.com/office/drawing/2014/main" id="{3270DAAC-E4A1-5FC5-EBF2-50FC28C1C6DA}"/>
              </a:ext>
            </a:extLst>
          </p:cNvPr>
          <p:cNvGrpSpPr/>
          <p:nvPr/>
        </p:nvGrpSpPr>
        <p:grpSpPr>
          <a:xfrm>
            <a:off x="1057" y="-4361"/>
            <a:ext cx="12190282" cy="517821"/>
            <a:chOff x="1057" y="-4361"/>
            <a:chExt cx="12503431" cy="517821"/>
          </a:xfrm>
        </p:grpSpPr>
        <p:sp>
          <p:nvSpPr>
            <p:cNvPr id="3" name="Rectángulo 2">
              <a:extLst>
                <a:ext uri="{FF2B5EF4-FFF2-40B4-BE49-F238E27FC236}">
                  <a16:creationId xmlns:a16="http://schemas.microsoft.com/office/drawing/2014/main" id="{67618DDA-0401-808B-1194-8370EE48CD2D}"/>
                </a:ext>
              </a:extLst>
            </p:cNvPr>
            <p:cNvSpPr/>
            <p:nvPr/>
          </p:nvSpPr>
          <p:spPr>
            <a:xfrm>
              <a:off x="9372455" y="-4360"/>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Rito de Conclusión</a:t>
              </a:r>
              <a:endParaRPr lang="es-ES">
                <a:solidFill>
                  <a:schemeClr val="tx1">
                    <a:lumMod val="49000"/>
                    <a:lumOff val="51000"/>
                  </a:schemeClr>
                </a:solidFill>
                <a:ea typeface="Calibri"/>
                <a:cs typeface="Calibri"/>
              </a:endParaRPr>
            </a:p>
          </p:txBody>
        </p:sp>
        <p:sp>
          <p:nvSpPr>
            <p:cNvPr id="4" name="Rectángulo 3">
              <a:extLst>
                <a:ext uri="{FF2B5EF4-FFF2-40B4-BE49-F238E27FC236}">
                  <a16:creationId xmlns:a16="http://schemas.microsoft.com/office/drawing/2014/main" id="{716CD961-6B55-D75E-B466-F5E6E8EAAB4C}"/>
                </a:ext>
              </a:extLst>
            </p:cNvPr>
            <p:cNvSpPr/>
            <p:nvPr/>
          </p:nvSpPr>
          <p:spPr>
            <a:xfrm>
              <a:off x="1057" y="-4361"/>
              <a:ext cx="3121596" cy="390807"/>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rgbClr val="7F7F7F"/>
                  </a:solidFill>
                  <a:ea typeface="Calibri"/>
                  <a:cs typeface="Calibri"/>
                </a:rPr>
                <a:t>Ritos Iniciales</a:t>
              </a:r>
              <a:endParaRPr lang="es-ES" sz="2400">
                <a:solidFill>
                  <a:srgbClr val="7F7F7F"/>
                </a:solidFill>
                <a:ea typeface="Calibri"/>
                <a:cs typeface="Calibri"/>
              </a:endParaRPr>
            </a:p>
          </p:txBody>
        </p:sp>
        <p:sp>
          <p:nvSpPr>
            <p:cNvPr id="5" name="Rectángulo 4">
              <a:extLst>
                <a:ext uri="{FF2B5EF4-FFF2-40B4-BE49-F238E27FC236}">
                  <a16:creationId xmlns:a16="http://schemas.microsoft.com/office/drawing/2014/main" id="{F6053085-6699-9A32-476F-E16B985FFCC4}"/>
                </a:ext>
              </a:extLst>
            </p:cNvPr>
            <p:cNvSpPr/>
            <p:nvPr/>
          </p:nvSpPr>
          <p:spPr>
            <a:xfrm>
              <a:off x="3122126" y="-4360"/>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rgbClr val="7F7F7F"/>
                  </a:solidFill>
                  <a:ea typeface="Calibri"/>
                  <a:cs typeface="Calibri"/>
                </a:rPr>
                <a:t>Liturgia de la Palabra</a:t>
              </a:r>
              <a:endParaRPr lang="es-ES" sz="2400">
                <a:solidFill>
                  <a:srgbClr val="7F7F7F"/>
                </a:solidFill>
                <a:ea typeface="Calibri"/>
                <a:cs typeface="Calibri"/>
              </a:endParaRPr>
            </a:p>
          </p:txBody>
        </p:sp>
        <p:sp>
          <p:nvSpPr>
            <p:cNvPr id="6" name="Rectángulo 5">
              <a:extLst>
                <a:ext uri="{FF2B5EF4-FFF2-40B4-BE49-F238E27FC236}">
                  <a16:creationId xmlns:a16="http://schemas.microsoft.com/office/drawing/2014/main" id="{97E8A35F-49BE-E60F-9013-D1230D856F06}"/>
                </a:ext>
              </a:extLst>
            </p:cNvPr>
            <p:cNvSpPr/>
            <p:nvPr/>
          </p:nvSpPr>
          <p:spPr>
            <a:xfrm>
              <a:off x="6247290" y="-4361"/>
              <a:ext cx="3132033" cy="517821"/>
            </a:xfrm>
            <a:prstGeom prst="rect">
              <a:avLst/>
            </a:prstGeom>
            <a:solidFill>
              <a:schemeClr val="accent1"/>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800" b="1">
                  <a:solidFill>
                    <a:srgbClr val="000000"/>
                  </a:solidFill>
                  <a:ea typeface="Calibri"/>
                  <a:cs typeface="Calibri"/>
                </a:rPr>
                <a:t>Liturgia Eucarística</a:t>
              </a:r>
              <a:endParaRPr lang="es-ES" sz="2800">
                <a:solidFill>
                  <a:srgbClr val="000000"/>
                </a:solidFill>
                <a:ea typeface="Calibri"/>
                <a:cs typeface="Calibri"/>
              </a:endParaRPr>
            </a:p>
          </p:txBody>
        </p:sp>
      </p:grpSp>
    </p:spTree>
    <p:extLst>
      <p:ext uri="{BB962C8B-B14F-4D97-AF65-F5344CB8AC3E}">
        <p14:creationId xmlns:p14="http://schemas.microsoft.com/office/powerpoint/2010/main" val="4013754461"/>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0FCF19FF-9515-D3ED-E8CE-9C3DDE0F61D2}"/>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971D164E-E5C2-6624-85B3-78E22B25D863}"/>
              </a:ext>
            </a:extLst>
          </p:cNvPr>
          <p:cNvSpPr>
            <a:spLocks noGrp="1"/>
          </p:cNvSpPr>
          <p:nvPr>
            <p:ph type="title" idx="4294967295"/>
          </p:nvPr>
        </p:nvSpPr>
        <p:spPr>
          <a:xfrm>
            <a:off x="2819400" y="532900"/>
            <a:ext cx="7848600" cy="755650"/>
          </a:xfrm>
        </p:spPr>
        <p:txBody>
          <a:bodyPr/>
          <a:lstStyle/>
          <a:p>
            <a:r>
              <a:rPr lang="es-ES"/>
              <a:t>EL ESPIRITU DE DIOS</a:t>
            </a:r>
          </a:p>
        </p:txBody>
      </p:sp>
      <p:sp>
        <p:nvSpPr>
          <p:cNvPr id="3" name="Marcador de contenido 2">
            <a:extLst>
              <a:ext uri="{FF2B5EF4-FFF2-40B4-BE49-F238E27FC236}">
                <a16:creationId xmlns:a16="http://schemas.microsoft.com/office/drawing/2014/main" id="{1CA692BF-4E3D-9A23-6558-1E7A4F612D19}"/>
              </a:ext>
            </a:extLst>
          </p:cNvPr>
          <p:cNvSpPr>
            <a:spLocks noGrp="1"/>
          </p:cNvSpPr>
          <p:nvPr>
            <p:ph sz="half" idx="4294967295"/>
          </p:nvPr>
        </p:nvSpPr>
        <p:spPr>
          <a:xfrm>
            <a:off x="1524001" y="1131888"/>
            <a:ext cx="6049963" cy="5510212"/>
          </a:xfrm>
        </p:spPr>
        <p:txBody>
          <a:bodyPr>
            <a:normAutofit/>
          </a:bodyPr>
          <a:lstStyle/>
          <a:p>
            <a:pPr marL="0" indent="0">
              <a:buNone/>
            </a:pPr>
            <a:endParaRPr lang="es-ES"/>
          </a:p>
          <a:p>
            <a:pPr marL="0" indent="0">
              <a:buNone/>
            </a:pPr>
            <a:endParaRPr lang="es-ES"/>
          </a:p>
          <a:p>
            <a:pPr marL="0" indent="0">
              <a:buNone/>
            </a:pPr>
            <a:endParaRPr lang="es-ES"/>
          </a:p>
        </p:txBody>
      </p:sp>
      <p:sp>
        <p:nvSpPr>
          <p:cNvPr id="6" name="2 Marcador de contenido">
            <a:extLst>
              <a:ext uri="{FF2B5EF4-FFF2-40B4-BE49-F238E27FC236}">
                <a16:creationId xmlns:a16="http://schemas.microsoft.com/office/drawing/2014/main" id="{6BA7A282-AB25-4899-E91E-B78E07C34DC7}"/>
              </a:ext>
            </a:extLst>
          </p:cNvPr>
          <p:cNvSpPr txBox="1">
            <a:spLocks/>
          </p:cNvSpPr>
          <p:nvPr/>
        </p:nvSpPr>
        <p:spPr>
          <a:xfrm>
            <a:off x="235190" y="1347028"/>
            <a:ext cx="9950505" cy="5510973"/>
          </a:xfrm>
          <a:prstGeom prst="rect">
            <a:avLst/>
          </a:prstGeom>
        </p:spPr>
        <p:txBody>
          <a:bodyPr numCol="2">
            <a:normAutofit/>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bg1"/>
                </a:solidFill>
                <a:latin typeface="Maiandra GD" panose="020E0502030308020204" pitchFamily="34" charset="0"/>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bg1"/>
                </a:solidFill>
                <a:latin typeface="Maiandra GD" panose="020E0502030308020204" pitchFamily="34" charset="0"/>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bg1"/>
                </a:solidFill>
                <a:latin typeface="Maiandra GD" panose="020E0502030308020204" pitchFamily="34" charset="0"/>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bg1"/>
                </a:solidFill>
                <a:latin typeface="Maiandra GD" panose="020E0502030308020204" pitchFamily="34" charset="0"/>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bg1"/>
                </a:solidFill>
                <a:latin typeface="Maiandra GD" panose="020E0502030308020204" pitchFamily="34" charset="0"/>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a:buFont typeface="Arial" panose="020B0604020202020204" pitchFamily="34" charset="0"/>
              <a:buNone/>
            </a:pPr>
            <a:r>
              <a:rPr lang="es-ES" sz="2000">
                <a:solidFill>
                  <a:schemeClr val="tx1"/>
                </a:solidFill>
                <a:latin typeface="+mn-lt"/>
                <a:cs typeface="Calibri" panose="020F0502020204030204" pitchFamily="34" charset="0"/>
              </a:rPr>
              <a:t>Bendigamos al Señor, </a:t>
            </a:r>
          </a:p>
          <a:p>
            <a:pPr>
              <a:buFont typeface="Arial" panose="020B0604020202020204" pitchFamily="34" charset="0"/>
              <a:buNone/>
            </a:pPr>
            <a:r>
              <a:rPr lang="es-ES" sz="2000">
                <a:solidFill>
                  <a:schemeClr val="tx1"/>
                </a:solidFill>
                <a:latin typeface="+mn-lt"/>
                <a:cs typeface="Calibri" panose="020F0502020204030204" pitchFamily="34" charset="0"/>
              </a:rPr>
              <a:t>Dios de toda la creación, </a:t>
            </a:r>
          </a:p>
          <a:p>
            <a:pPr>
              <a:buFont typeface="Arial" panose="020B0604020202020204" pitchFamily="34" charset="0"/>
              <a:buNone/>
            </a:pPr>
            <a:r>
              <a:rPr lang="es-ES" sz="2000">
                <a:solidFill>
                  <a:schemeClr val="tx1"/>
                </a:solidFill>
                <a:latin typeface="+mn-lt"/>
                <a:cs typeface="Calibri" panose="020F0502020204030204" pitchFamily="34" charset="0"/>
              </a:rPr>
              <a:t>por habernos revelado su amor. </a:t>
            </a:r>
          </a:p>
          <a:p>
            <a:pPr>
              <a:buFont typeface="Arial" panose="020B0604020202020204" pitchFamily="34" charset="0"/>
              <a:buNone/>
            </a:pPr>
            <a:r>
              <a:rPr lang="es-ES" sz="2000">
                <a:solidFill>
                  <a:schemeClr val="tx1"/>
                </a:solidFill>
                <a:latin typeface="+mn-lt"/>
                <a:cs typeface="Calibri" panose="020F0502020204030204" pitchFamily="34" charset="0"/>
              </a:rPr>
              <a:t>Su Verdad y su perdón </a:t>
            </a:r>
          </a:p>
          <a:p>
            <a:pPr>
              <a:buFont typeface="Arial" panose="020B0604020202020204" pitchFamily="34" charset="0"/>
              <a:buNone/>
            </a:pPr>
            <a:r>
              <a:rPr lang="es-ES" sz="2000">
                <a:solidFill>
                  <a:schemeClr val="tx1"/>
                </a:solidFill>
                <a:latin typeface="+mn-lt"/>
                <a:cs typeface="Calibri" panose="020F0502020204030204" pitchFamily="34" charset="0"/>
              </a:rPr>
              <a:t>y su gran fidelidad, </a:t>
            </a:r>
          </a:p>
          <a:p>
            <a:pPr>
              <a:buFont typeface="Arial" panose="020B0604020202020204" pitchFamily="34" charset="0"/>
              <a:buNone/>
            </a:pPr>
            <a:r>
              <a:rPr lang="es-ES" sz="2000">
                <a:solidFill>
                  <a:schemeClr val="tx1"/>
                </a:solidFill>
                <a:latin typeface="+mn-lt"/>
                <a:cs typeface="Calibri" panose="020F0502020204030204" pitchFamily="34" charset="0"/>
              </a:rPr>
              <a:t>por los siglos de los siglos durará. </a:t>
            </a:r>
          </a:p>
          <a:p>
            <a:pPr>
              <a:buFont typeface="Arial" panose="020B0604020202020204" pitchFamily="34" charset="0"/>
              <a:buNone/>
            </a:pPr>
            <a:endParaRPr lang="es-ES" sz="2000">
              <a:solidFill>
                <a:schemeClr val="tx1"/>
              </a:solidFill>
              <a:latin typeface="+mn-lt"/>
              <a:cs typeface="Calibri" panose="020F0502020204030204" pitchFamily="34" charset="0"/>
            </a:endParaRPr>
          </a:p>
          <a:p>
            <a:pPr>
              <a:buFont typeface="Arial" panose="020B0604020202020204" pitchFamily="34" charset="0"/>
              <a:buNone/>
            </a:pPr>
            <a:r>
              <a:rPr lang="es-ES" sz="2000">
                <a:solidFill>
                  <a:schemeClr val="tx1"/>
                </a:solidFill>
                <a:latin typeface="+mn-lt"/>
                <a:cs typeface="Calibri" panose="020F0502020204030204" pitchFamily="34" charset="0"/>
              </a:rPr>
              <a:t>EL ESPÍRITU DE DIOS </a:t>
            </a:r>
          </a:p>
          <a:p>
            <a:pPr>
              <a:buFont typeface="Arial" panose="020B0604020202020204" pitchFamily="34" charset="0"/>
              <a:buNone/>
            </a:pPr>
            <a:r>
              <a:rPr lang="es-ES" sz="2000">
                <a:solidFill>
                  <a:schemeClr val="tx1"/>
                </a:solidFill>
                <a:latin typeface="+mn-lt"/>
                <a:cs typeface="Calibri" panose="020F0502020204030204" pitchFamily="34" charset="0"/>
              </a:rPr>
              <a:t>HOY ESTÁ SOBRE MÍ </a:t>
            </a:r>
          </a:p>
          <a:p>
            <a:pPr>
              <a:buFont typeface="Arial" panose="020B0604020202020204" pitchFamily="34" charset="0"/>
              <a:buNone/>
            </a:pPr>
            <a:r>
              <a:rPr lang="es-ES" sz="2000">
                <a:solidFill>
                  <a:schemeClr val="tx1"/>
                </a:solidFill>
                <a:latin typeface="+mn-lt"/>
                <a:cs typeface="Calibri" panose="020F0502020204030204" pitchFamily="34" charset="0"/>
              </a:rPr>
              <a:t>Y ÉL ES QUIEN ME HA UNGIDO </a:t>
            </a:r>
          </a:p>
          <a:p>
            <a:pPr>
              <a:buFont typeface="Arial" panose="020B0604020202020204" pitchFamily="34" charset="0"/>
              <a:buNone/>
            </a:pPr>
            <a:r>
              <a:rPr lang="es-ES" sz="2000">
                <a:solidFill>
                  <a:schemeClr val="tx1"/>
                </a:solidFill>
                <a:latin typeface="+mn-lt"/>
                <a:cs typeface="Calibri" panose="020F0502020204030204" pitchFamily="34" charset="0"/>
              </a:rPr>
              <a:t>A PROCLAMAR </a:t>
            </a:r>
          </a:p>
          <a:p>
            <a:pPr>
              <a:buFont typeface="Arial" panose="020B0604020202020204" pitchFamily="34" charset="0"/>
              <a:buNone/>
            </a:pPr>
            <a:r>
              <a:rPr lang="es-ES" sz="2000">
                <a:solidFill>
                  <a:schemeClr val="tx1"/>
                </a:solidFill>
                <a:latin typeface="+mn-lt"/>
                <a:cs typeface="Calibri" panose="020F0502020204030204" pitchFamily="34" charset="0"/>
              </a:rPr>
              <a:t>LA BUENA NUEVA </a:t>
            </a:r>
          </a:p>
          <a:p>
            <a:pPr>
              <a:buFont typeface="Arial" panose="020B0604020202020204" pitchFamily="34" charset="0"/>
              <a:buNone/>
            </a:pPr>
            <a:r>
              <a:rPr lang="es-ES" sz="2000">
                <a:solidFill>
                  <a:schemeClr val="tx1"/>
                </a:solidFill>
                <a:latin typeface="+mn-lt"/>
                <a:cs typeface="Calibri" panose="020F0502020204030204" pitchFamily="34" charset="0"/>
              </a:rPr>
              <a:t>A LOS MÁS POBRES, </a:t>
            </a:r>
          </a:p>
          <a:p>
            <a:pPr>
              <a:buFont typeface="Arial" panose="020B0604020202020204" pitchFamily="34" charset="0"/>
              <a:buNone/>
            </a:pPr>
            <a:r>
              <a:rPr lang="es-ES" sz="2000">
                <a:solidFill>
                  <a:schemeClr val="tx1"/>
                </a:solidFill>
                <a:latin typeface="+mn-lt"/>
                <a:cs typeface="Calibri" panose="020F0502020204030204" pitchFamily="34" charset="0"/>
              </a:rPr>
              <a:t>LA GRACIA DE SU SALVACIÓN. (BIS)</a:t>
            </a:r>
          </a:p>
          <a:p>
            <a:pPr>
              <a:buFont typeface="Arial" panose="020B0604020202020204" pitchFamily="34" charset="0"/>
              <a:buNone/>
            </a:pPr>
            <a:endParaRPr lang="es-ES" sz="2000">
              <a:solidFill>
                <a:schemeClr val="tx1"/>
              </a:solidFill>
              <a:latin typeface="+mn-lt"/>
              <a:cs typeface="Calibri" panose="020F0502020204030204" pitchFamily="34" charset="0"/>
            </a:endParaRPr>
          </a:p>
          <a:p>
            <a:pPr>
              <a:buFont typeface="Arial" panose="020B0604020202020204" pitchFamily="34" charset="0"/>
              <a:buNone/>
            </a:pPr>
            <a:r>
              <a:rPr lang="es-ES" sz="2000">
                <a:solidFill>
                  <a:schemeClr val="tx1"/>
                </a:solidFill>
                <a:latin typeface="+mn-lt"/>
                <a:cs typeface="Calibri" panose="020F0502020204030204" pitchFamily="34" charset="0"/>
              </a:rPr>
              <a:t>Enviados con poder </a:t>
            </a:r>
          </a:p>
          <a:p>
            <a:pPr>
              <a:buFont typeface="Arial" panose="020B0604020202020204" pitchFamily="34" charset="0"/>
              <a:buNone/>
            </a:pPr>
            <a:r>
              <a:rPr lang="es-ES" sz="2000">
                <a:solidFill>
                  <a:schemeClr val="tx1"/>
                </a:solidFill>
                <a:latin typeface="+mn-lt"/>
                <a:cs typeface="Calibri" panose="020F0502020204030204" pitchFamily="34" charset="0"/>
              </a:rPr>
              <a:t>y en el nombre de Jesús </a:t>
            </a:r>
          </a:p>
          <a:p>
            <a:pPr>
              <a:buFont typeface="Arial" panose="020B0604020202020204" pitchFamily="34" charset="0"/>
              <a:buNone/>
            </a:pPr>
            <a:r>
              <a:rPr lang="es-ES" sz="2000">
                <a:solidFill>
                  <a:schemeClr val="tx1"/>
                </a:solidFill>
                <a:latin typeface="+mn-lt"/>
                <a:cs typeface="Calibri" panose="020F0502020204030204" pitchFamily="34" charset="0"/>
              </a:rPr>
              <a:t>a sanar a los enfermos del dolor, </a:t>
            </a:r>
          </a:p>
          <a:p>
            <a:pPr>
              <a:buFont typeface="Arial" panose="020B0604020202020204" pitchFamily="34" charset="0"/>
              <a:buNone/>
            </a:pPr>
            <a:r>
              <a:rPr lang="es-ES" sz="2000">
                <a:solidFill>
                  <a:schemeClr val="tx1"/>
                </a:solidFill>
                <a:latin typeface="+mn-lt"/>
                <a:cs typeface="Calibri" panose="020F0502020204030204" pitchFamily="34" charset="0"/>
              </a:rPr>
              <a:t>a los ciegos, la visión, </a:t>
            </a:r>
          </a:p>
          <a:p>
            <a:pPr>
              <a:buFont typeface="Arial" panose="020B0604020202020204" pitchFamily="34" charset="0"/>
              <a:buNone/>
            </a:pPr>
            <a:r>
              <a:rPr lang="es-ES" sz="2000">
                <a:solidFill>
                  <a:schemeClr val="tx1"/>
                </a:solidFill>
                <a:latin typeface="+mn-lt"/>
                <a:cs typeface="Calibri" panose="020F0502020204030204" pitchFamily="34" charset="0"/>
              </a:rPr>
              <a:t>a los pobres, la Verdad, </a:t>
            </a:r>
          </a:p>
          <a:p>
            <a:pPr>
              <a:buFont typeface="Arial" panose="020B0604020202020204" pitchFamily="34" charset="0"/>
              <a:buNone/>
            </a:pPr>
            <a:r>
              <a:rPr lang="es-ES" sz="2000">
                <a:solidFill>
                  <a:schemeClr val="tx1"/>
                </a:solidFill>
                <a:latin typeface="+mn-lt"/>
                <a:cs typeface="Calibri" panose="020F0502020204030204" pitchFamily="34" charset="0"/>
              </a:rPr>
              <a:t>y a los presos y oprimidos, libertad.</a:t>
            </a:r>
          </a:p>
          <a:p>
            <a:pPr>
              <a:buFont typeface="Arial" panose="020B0604020202020204" pitchFamily="34" charset="0"/>
              <a:buNone/>
            </a:pPr>
            <a:r>
              <a:rPr lang="es-ES">
                <a:solidFill>
                  <a:schemeClr val="tx1"/>
                </a:solidFill>
                <a:effectLst>
                  <a:outerShdw blurRad="38100" dist="38100" dir="2700000" algn="tl">
                    <a:srgbClr val="000000">
                      <a:alpha val="43137"/>
                    </a:srgbClr>
                  </a:outerShdw>
                </a:effectLst>
                <a:latin typeface="+mn-lt"/>
                <a:cs typeface="Calibri" panose="020F0502020204030204" pitchFamily="34" charset="0"/>
              </a:rPr>
              <a:t> </a:t>
            </a:r>
          </a:p>
          <a:p>
            <a:pPr>
              <a:buFont typeface="Arial" panose="020B0604020202020204" pitchFamily="34" charset="0"/>
              <a:buNone/>
            </a:pPr>
            <a:endParaRPr lang="es-ES">
              <a:solidFill>
                <a:schemeClr val="tx1"/>
              </a:solidFill>
              <a:effectLst>
                <a:outerShdw blurRad="38100" dist="38100" dir="2700000" algn="tl">
                  <a:srgbClr val="000000">
                    <a:alpha val="43137"/>
                  </a:srgbClr>
                </a:outerShdw>
              </a:effectLst>
              <a:latin typeface="+mn-lt"/>
              <a:cs typeface="Calibri" panose="020F0502020204030204" pitchFamily="34" charset="0"/>
            </a:endParaRPr>
          </a:p>
        </p:txBody>
      </p:sp>
      <p:pic>
        <p:nvPicPr>
          <p:cNvPr id="1026" name="Picture 2" descr="38 ideas de Dibujos de Dios | dibujos de jesús, historias de la biblia para  niños, biblia para niños">
            <a:extLst>
              <a:ext uri="{FF2B5EF4-FFF2-40B4-BE49-F238E27FC236}">
                <a16:creationId xmlns:a16="http://schemas.microsoft.com/office/drawing/2014/main" id="{FDDC2D39-D821-84EC-894F-81E0AE4CB1D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405024" y="3270973"/>
            <a:ext cx="2800503" cy="3587027"/>
          </a:xfrm>
          <a:prstGeom prst="rect">
            <a:avLst/>
          </a:prstGeom>
          <a:noFill/>
          <a:extLst>
            <a:ext uri="{909E8E84-426E-40DD-AFC4-6F175D3DCCD1}">
              <a14:hiddenFill xmlns:a14="http://schemas.microsoft.com/office/drawing/2010/main">
                <a:solidFill>
                  <a:srgbClr val="FFFFFF"/>
                </a:solidFill>
              </a14:hiddenFill>
            </a:ext>
          </a:extLst>
        </p:spPr>
      </p:pic>
      <p:grpSp>
        <p:nvGrpSpPr>
          <p:cNvPr id="10" name="Grupo 9">
            <a:extLst>
              <a:ext uri="{FF2B5EF4-FFF2-40B4-BE49-F238E27FC236}">
                <a16:creationId xmlns:a16="http://schemas.microsoft.com/office/drawing/2014/main" id="{F557D9FC-2AE8-9B1F-1F73-E16AAFFA3C63}"/>
              </a:ext>
            </a:extLst>
          </p:cNvPr>
          <p:cNvGrpSpPr/>
          <p:nvPr/>
        </p:nvGrpSpPr>
        <p:grpSpPr>
          <a:xfrm>
            <a:off x="1057" y="-4361"/>
            <a:ext cx="12190282" cy="517821"/>
            <a:chOff x="1057" y="-4361"/>
            <a:chExt cx="12503431" cy="517821"/>
          </a:xfrm>
        </p:grpSpPr>
        <p:sp>
          <p:nvSpPr>
            <p:cNvPr id="5" name="Rectángulo 4">
              <a:extLst>
                <a:ext uri="{FF2B5EF4-FFF2-40B4-BE49-F238E27FC236}">
                  <a16:creationId xmlns:a16="http://schemas.microsoft.com/office/drawing/2014/main" id="{964BAB91-A1DE-059B-D216-600D4EC45FD8}"/>
                </a:ext>
              </a:extLst>
            </p:cNvPr>
            <p:cNvSpPr/>
            <p:nvPr/>
          </p:nvSpPr>
          <p:spPr>
            <a:xfrm>
              <a:off x="3122126" y="-4360"/>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Liturgia de la Palabra</a:t>
              </a:r>
              <a:endParaRPr lang="es-ES" sz="2400">
                <a:solidFill>
                  <a:schemeClr val="tx1">
                    <a:lumMod val="49000"/>
                    <a:lumOff val="51000"/>
                  </a:schemeClr>
                </a:solidFill>
                <a:ea typeface="Calibri"/>
                <a:cs typeface="Calibri"/>
              </a:endParaRPr>
            </a:p>
          </p:txBody>
        </p:sp>
        <p:sp>
          <p:nvSpPr>
            <p:cNvPr id="7" name="Rectángulo 6">
              <a:extLst>
                <a:ext uri="{FF2B5EF4-FFF2-40B4-BE49-F238E27FC236}">
                  <a16:creationId xmlns:a16="http://schemas.microsoft.com/office/drawing/2014/main" id="{CD88CE50-736D-ED93-4005-ADDE767A3B3F}"/>
                </a:ext>
              </a:extLst>
            </p:cNvPr>
            <p:cNvSpPr/>
            <p:nvPr/>
          </p:nvSpPr>
          <p:spPr>
            <a:xfrm>
              <a:off x="6247290" y="-4361"/>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Liturgia Eucarística</a:t>
              </a:r>
              <a:endParaRPr lang="es-ES" sz="2400">
                <a:solidFill>
                  <a:schemeClr val="tx1">
                    <a:lumMod val="49000"/>
                    <a:lumOff val="51000"/>
                  </a:schemeClr>
                </a:solidFill>
                <a:ea typeface="Calibri"/>
                <a:cs typeface="Calibri"/>
              </a:endParaRPr>
            </a:p>
          </p:txBody>
        </p:sp>
        <p:sp>
          <p:nvSpPr>
            <p:cNvPr id="8" name="Rectángulo 7">
              <a:extLst>
                <a:ext uri="{FF2B5EF4-FFF2-40B4-BE49-F238E27FC236}">
                  <a16:creationId xmlns:a16="http://schemas.microsoft.com/office/drawing/2014/main" id="{F84289A9-5854-5602-3D1B-45F411E811E0}"/>
                </a:ext>
              </a:extLst>
            </p:cNvPr>
            <p:cNvSpPr/>
            <p:nvPr/>
          </p:nvSpPr>
          <p:spPr>
            <a:xfrm>
              <a:off x="9372455" y="-4360"/>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Rito de Conclusión</a:t>
              </a:r>
              <a:endParaRPr lang="es-ES">
                <a:solidFill>
                  <a:schemeClr val="tx1">
                    <a:lumMod val="49000"/>
                    <a:lumOff val="51000"/>
                  </a:schemeClr>
                </a:solidFill>
                <a:ea typeface="Calibri"/>
                <a:cs typeface="Calibri"/>
              </a:endParaRPr>
            </a:p>
          </p:txBody>
        </p:sp>
        <p:sp>
          <p:nvSpPr>
            <p:cNvPr id="9" name="Rectángulo 8">
              <a:extLst>
                <a:ext uri="{FF2B5EF4-FFF2-40B4-BE49-F238E27FC236}">
                  <a16:creationId xmlns:a16="http://schemas.microsoft.com/office/drawing/2014/main" id="{CB6DADD5-D3E9-7692-3E88-37ADC830B3F4}"/>
                </a:ext>
              </a:extLst>
            </p:cNvPr>
            <p:cNvSpPr/>
            <p:nvPr/>
          </p:nvSpPr>
          <p:spPr>
            <a:xfrm>
              <a:off x="1057" y="-4361"/>
              <a:ext cx="3121595" cy="517821"/>
            </a:xfrm>
            <a:prstGeom prst="rect">
              <a:avLst/>
            </a:prstGeom>
            <a:solidFill>
              <a:schemeClr val="accent1"/>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800" b="1">
                  <a:solidFill>
                    <a:schemeClr val="tx1"/>
                  </a:solidFill>
                  <a:ea typeface="Calibri"/>
                  <a:cs typeface="Calibri"/>
                </a:rPr>
                <a:t>Ritos Iniciales</a:t>
              </a:r>
              <a:endParaRPr lang="es-ES" sz="2800">
                <a:solidFill>
                  <a:schemeClr val="tx1"/>
                </a:solidFill>
                <a:ea typeface="Calibri"/>
                <a:cs typeface="Calibri"/>
              </a:endParaRPr>
            </a:p>
          </p:txBody>
        </p:sp>
      </p:grpSp>
    </p:spTree>
    <p:extLst>
      <p:ext uri="{BB962C8B-B14F-4D97-AF65-F5344CB8AC3E}">
        <p14:creationId xmlns:p14="http://schemas.microsoft.com/office/powerpoint/2010/main" val="2612050042"/>
      </p:ext>
    </p:extLst>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sld>
</file>

<file path=ppt/slides/slide79.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1026" name="Picture 2" descr="38 ideas de Dibujos de Dios | dibujos de jesús, historias de la biblia para  niños, biblia para niños">
            <a:extLst>
              <a:ext uri="{FF2B5EF4-FFF2-40B4-BE49-F238E27FC236}">
                <a16:creationId xmlns:a16="http://schemas.microsoft.com/office/drawing/2014/main" id="{E4280E45-7A79-553C-3E1B-CAF2423A835E}"/>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9267747" y="3270973"/>
            <a:ext cx="2800503" cy="3587027"/>
          </a:xfrm>
          <a:prstGeom prst="rect">
            <a:avLst/>
          </a:prstGeom>
          <a:noFill/>
          <a:extLst>
            <a:ext uri="{909E8E84-426E-40DD-AFC4-6F175D3DCCD1}">
              <a14:hiddenFill xmlns:a14="http://schemas.microsoft.com/office/drawing/2010/main">
                <a:solidFill>
                  <a:srgbClr val="FFFFFF"/>
                </a:solidFill>
              </a14:hiddenFill>
            </a:ext>
          </a:extLst>
        </p:spPr>
      </p:pic>
      <p:sp>
        <p:nvSpPr>
          <p:cNvPr id="2" name="Título 1">
            <a:extLst>
              <a:ext uri="{FF2B5EF4-FFF2-40B4-BE49-F238E27FC236}">
                <a16:creationId xmlns:a16="http://schemas.microsoft.com/office/drawing/2014/main" id="{02CC3DEA-85EB-4715-A053-25856DB216FA}"/>
              </a:ext>
            </a:extLst>
          </p:cNvPr>
          <p:cNvSpPr>
            <a:spLocks noGrp="1"/>
          </p:cNvSpPr>
          <p:nvPr>
            <p:ph type="title" idx="4294967295"/>
          </p:nvPr>
        </p:nvSpPr>
        <p:spPr>
          <a:xfrm>
            <a:off x="2819400" y="230188"/>
            <a:ext cx="7848600" cy="755650"/>
          </a:xfrm>
        </p:spPr>
        <p:txBody>
          <a:bodyPr/>
          <a:lstStyle/>
          <a:p>
            <a:r>
              <a:rPr lang="es-ES"/>
              <a:t>BIENAVENTURANZAS</a:t>
            </a:r>
          </a:p>
        </p:txBody>
      </p:sp>
      <p:sp>
        <p:nvSpPr>
          <p:cNvPr id="3" name="Marcador de contenido 2">
            <a:extLst>
              <a:ext uri="{FF2B5EF4-FFF2-40B4-BE49-F238E27FC236}">
                <a16:creationId xmlns:a16="http://schemas.microsoft.com/office/drawing/2014/main" id="{AFD5076D-4329-4739-8E1B-A2FD55CE26DC}"/>
              </a:ext>
            </a:extLst>
          </p:cNvPr>
          <p:cNvSpPr>
            <a:spLocks noGrp="1"/>
          </p:cNvSpPr>
          <p:nvPr>
            <p:ph sz="half" idx="4294967295"/>
          </p:nvPr>
        </p:nvSpPr>
        <p:spPr>
          <a:xfrm>
            <a:off x="1524001" y="1131888"/>
            <a:ext cx="6049963" cy="5510212"/>
          </a:xfrm>
        </p:spPr>
        <p:txBody>
          <a:bodyPr>
            <a:normAutofit/>
          </a:bodyPr>
          <a:lstStyle/>
          <a:p>
            <a:pPr marL="0" indent="0">
              <a:buNone/>
            </a:pPr>
            <a:endParaRPr lang="es-ES"/>
          </a:p>
          <a:p>
            <a:pPr marL="0" indent="0">
              <a:buNone/>
            </a:pPr>
            <a:endParaRPr lang="es-ES"/>
          </a:p>
          <a:p>
            <a:pPr marL="0" indent="0">
              <a:buNone/>
            </a:pPr>
            <a:endParaRPr lang="es-ES"/>
          </a:p>
        </p:txBody>
      </p:sp>
      <p:sp>
        <p:nvSpPr>
          <p:cNvPr id="6" name="2 Marcador de contenido">
            <a:extLst>
              <a:ext uri="{FF2B5EF4-FFF2-40B4-BE49-F238E27FC236}">
                <a16:creationId xmlns:a16="http://schemas.microsoft.com/office/drawing/2014/main" id="{F4F2BA01-868A-4BB2-B570-E6E9ACE0C171}"/>
              </a:ext>
            </a:extLst>
          </p:cNvPr>
          <p:cNvSpPr txBox="1">
            <a:spLocks/>
          </p:cNvSpPr>
          <p:nvPr/>
        </p:nvSpPr>
        <p:spPr>
          <a:xfrm>
            <a:off x="1055914" y="1075632"/>
            <a:ext cx="9111343" cy="5782369"/>
          </a:xfrm>
          <a:prstGeom prst="rect">
            <a:avLst/>
          </a:prstGeom>
        </p:spPr>
        <p:txBody>
          <a:bodyPr numCol="2">
            <a:normAutofit lnSpcReduction="10000"/>
          </a:bodyPr>
          <a:lstStyle>
            <a:lvl1pPr marL="171450" indent="-171450" algn="l" defTabSz="685800" rtl="0" eaLnBrk="1" latinLnBrk="0" hangingPunct="1">
              <a:lnSpc>
                <a:spcPct val="90000"/>
              </a:lnSpc>
              <a:spcBef>
                <a:spcPts val="750"/>
              </a:spcBef>
              <a:buFont typeface="Arial" panose="020B0604020202020204" pitchFamily="34" charset="0"/>
              <a:buChar char="•"/>
              <a:defRPr sz="2100" kern="1200">
                <a:solidFill>
                  <a:schemeClr val="bg1"/>
                </a:solidFill>
                <a:latin typeface="Maiandra GD" panose="020E0502030308020204" pitchFamily="34" charset="0"/>
                <a:ea typeface="+mn-ea"/>
                <a:cs typeface="+mn-cs"/>
              </a:defRPr>
            </a:lvl1pPr>
            <a:lvl2pPr marL="514350" indent="-171450" algn="l" defTabSz="685800" rtl="0" eaLnBrk="1" latinLnBrk="0" hangingPunct="1">
              <a:lnSpc>
                <a:spcPct val="90000"/>
              </a:lnSpc>
              <a:spcBef>
                <a:spcPts val="375"/>
              </a:spcBef>
              <a:buFont typeface="Arial" panose="020B0604020202020204" pitchFamily="34" charset="0"/>
              <a:buChar char="•"/>
              <a:defRPr sz="1800" kern="1200">
                <a:solidFill>
                  <a:schemeClr val="bg1"/>
                </a:solidFill>
                <a:latin typeface="Maiandra GD" panose="020E0502030308020204" pitchFamily="34" charset="0"/>
                <a:ea typeface="+mn-ea"/>
                <a:cs typeface="+mn-cs"/>
              </a:defRPr>
            </a:lvl2pPr>
            <a:lvl3pPr marL="857250" indent="-171450" algn="l" defTabSz="685800" rtl="0" eaLnBrk="1" latinLnBrk="0" hangingPunct="1">
              <a:lnSpc>
                <a:spcPct val="90000"/>
              </a:lnSpc>
              <a:spcBef>
                <a:spcPts val="375"/>
              </a:spcBef>
              <a:buFont typeface="Arial" panose="020B0604020202020204" pitchFamily="34" charset="0"/>
              <a:buChar char="•"/>
              <a:defRPr sz="1500" kern="1200">
                <a:solidFill>
                  <a:schemeClr val="bg1"/>
                </a:solidFill>
                <a:latin typeface="Maiandra GD" panose="020E0502030308020204" pitchFamily="34" charset="0"/>
                <a:ea typeface="+mn-ea"/>
                <a:cs typeface="+mn-cs"/>
              </a:defRPr>
            </a:lvl3pPr>
            <a:lvl4pPr marL="1200150" indent="-171450" algn="l" defTabSz="685800" rtl="0" eaLnBrk="1" latinLnBrk="0" hangingPunct="1">
              <a:lnSpc>
                <a:spcPct val="90000"/>
              </a:lnSpc>
              <a:spcBef>
                <a:spcPts val="375"/>
              </a:spcBef>
              <a:buFont typeface="Arial" panose="020B0604020202020204" pitchFamily="34" charset="0"/>
              <a:buChar char="•"/>
              <a:defRPr sz="1350" kern="1200">
                <a:solidFill>
                  <a:schemeClr val="bg1"/>
                </a:solidFill>
                <a:latin typeface="Maiandra GD" panose="020E0502030308020204" pitchFamily="34" charset="0"/>
                <a:ea typeface="+mn-ea"/>
                <a:cs typeface="+mn-cs"/>
              </a:defRPr>
            </a:lvl4pPr>
            <a:lvl5pPr marL="1543050" indent="-171450" algn="l" defTabSz="685800" rtl="0" eaLnBrk="1" latinLnBrk="0" hangingPunct="1">
              <a:lnSpc>
                <a:spcPct val="90000"/>
              </a:lnSpc>
              <a:spcBef>
                <a:spcPts val="375"/>
              </a:spcBef>
              <a:buFont typeface="Arial" panose="020B0604020202020204" pitchFamily="34" charset="0"/>
              <a:buChar char="•"/>
              <a:defRPr sz="1350" kern="1200">
                <a:solidFill>
                  <a:schemeClr val="bg1"/>
                </a:solidFill>
                <a:latin typeface="Maiandra GD" panose="020E0502030308020204" pitchFamily="34" charset="0"/>
                <a:ea typeface="+mn-ea"/>
                <a:cs typeface="+mn-cs"/>
              </a:defRPr>
            </a:lvl5pPr>
            <a:lvl6pPr marL="18859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6pPr>
            <a:lvl7pPr marL="22288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7pPr>
            <a:lvl8pPr marL="25717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8pPr>
            <a:lvl9pPr marL="2914650" indent="-171450" algn="l" defTabSz="685800" rtl="0" eaLnBrk="1" latinLnBrk="0" hangingPunct="1">
              <a:lnSpc>
                <a:spcPct val="90000"/>
              </a:lnSpc>
              <a:spcBef>
                <a:spcPts val="375"/>
              </a:spcBef>
              <a:buFont typeface="Arial" panose="020B0604020202020204" pitchFamily="34" charset="0"/>
              <a:buChar char="•"/>
              <a:defRPr sz="1350" kern="1200">
                <a:solidFill>
                  <a:schemeClr val="tx1"/>
                </a:solidFill>
                <a:latin typeface="+mn-lt"/>
                <a:ea typeface="+mn-ea"/>
                <a:cs typeface="+mn-cs"/>
              </a:defRPr>
            </a:lvl9pPr>
          </a:lstStyle>
          <a:p>
            <a:pPr marL="0" indent="0" algn="l">
              <a:buNone/>
            </a:pPr>
            <a:endParaRPr lang="es-ES" sz="2000" b="0" i="0">
              <a:solidFill>
                <a:srgbClr val="000000"/>
              </a:solidFill>
              <a:effectLst/>
              <a:latin typeface="Times New Roman" panose="02020603050405020304" pitchFamily="18" charset="0"/>
            </a:endParaRPr>
          </a:p>
          <a:p>
            <a:pPr marL="0" indent="0" algn="l">
              <a:buNone/>
            </a:pPr>
            <a:endParaRPr lang="es-ES" sz="2000" b="0" i="0">
              <a:solidFill>
                <a:srgbClr val="000000"/>
              </a:solidFill>
              <a:effectLst/>
              <a:latin typeface="Times New Roman" panose="02020603050405020304" pitchFamily="18" charset="0"/>
            </a:endParaRPr>
          </a:p>
          <a:p>
            <a:pPr marL="0" indent="0" algn="l">
              <a:buNone/>
            </a:pPr>
            <a:r>
              <a:rPr lang="es-ES" sz="2000" b="0" i="0">
                <a:solidFill>
                  <a:srgbClr val="000000"/>
                </a:solidFill>
                <a:effectLst/>
                <a:latin typeface="Times New Roman" panose="02020603050405020304" pitchFamily="18" charset="0"/>
              </a:rPr>
              <a:t>Felices somos en la pobreza</a:t>
            </a:r>
            <a:br>
              <a:rPr lang="es-ES" sz="2000" b="0" i="0">
                <a:solidFill>
                  <a:srgbClr val="000000"/>
                </a:solidFill>
                <a:effectLst/>
                <a:latin typeface="Times New Roman" panose="02020603050405020304" pitchFamily="18" charset="0"/>
              </a:rPr>
            </a:br>
            <a:r>
              <a:rPr lang="es-ES" sz="2000" b="0" i="0">
                <a:solidFill>
                  <a:srgbClr val="000000"/>
                </a:solidFill>
                <a:effectLst/>
                <a:latin typeface="Times New Roman" panose="02020603050405020304" pitchFamily="18" charset="0"/>
              </a:rPr>
              <a:t>si en nuestras manos hay amor de Dios,</a:t>
            </a:r>
            <a:br>
              <a:rPr lang="es-ES" sz="2000" b="0" i="0">
                <a:solidFill>
                  <a:srgbClr val="000000"/>
                </a:solidFill>
                <a:effectLst/>
                <a:latin typeface="Times New Roman" panose="02020603050405020304" pitchFamily="18" charset="0"/>
              </a:rPr>
            </a:br>
            <a:r>
              <a:rPr lang="es-ES" sz="2000" b="0" i="0">
                <a:solidFill>
                  <a:srgbClr val="000000"/>
                </a:solidFill>
                <a:effectLst/>
                <a:latin typeface="Times New Roman" panose="02020603050405020304" pitchFamily="18" charset="0"/>
              </a:rPr>
              <a:t>si nos abrimos a la esperanza,</a:t>
            </a:r>
            <a:br>
              <a:rPr lang="es-ES" sz="2000" b="0" i="0">
                <a:solidFill>
                  <a:srgbClr val="000000"/>
                </a:solidFill>
                <a:effectLst/>
                <a:latin typeface="Times New Roman" panose="02020603050405020304" pitchFamily="18" charset="0"/>
              </a:rPr>
            </a:br>
            <a:r>
              <a:rPr lang="es-ES" sz="2000" b="0" i="0">
                <a:solidFill>
                  <a:srgbClr val="000000"/>
                </a:solidFill>
                <a:effectLst/>
                <a:latin typeface="Times New Roman" panose="02020603050405020304" pitchFamily="18" charset="0"/>
              </a:rPr>
              <a:t>si trabajamos en hacer el bien.</a:t>
            </a:r>
            <a:br>
              <a:rPr lang="es-ES" sz="2000" b="0" i="0">
                <a:solidFill>
                  <a:srgbClr val="000000"/>
                </a:solidFill>
                <a:effectLst/>
                <a:latin typeface="Times New Roman" panose="02020603050405020304" pitchFamily="18" charset="0"/>
              </a:rPr>
            </a:br>
            <a:r>
              <a:rPr lang="es-ES" sz="2000" b="0" i="0">
                <a:solidFill>
                  <a:srgbClr val="000000"/>
                </a:solidFill>
                <a:effectLst/>
                <a:latin typeface="Times New Roman" panose="02020603050405020304" pitchFamily="18" charset="0"/>
              </a:rPr>
              <a:t>Felices somos en la humildad,</a:t>
            </a:r>
            <a:br>
              <a:rPr lang="es-ES" sz="2000" b="0" i="0">
                <a:solidFill>
                  <a:srgbClr val="000000"/>
                </a:solidFill>
                <a:effectLst/>
                <a:latin typeface="Times New Roman" panose="02020603050405020304" pitchFamily="18" charset="0"/>
              </a:rPr>
            </a:br>
            <a:r>
              <a:rPr lang="es-ES" sz="2000" b="0" i="0">
                <a:solidFill>
                  <a:srgbClr val="000000"/>
                </a:solidFill>
                <a:effectLst/>
                <a:latin typeface="Times New Roman" panose="02020603050405020304" pitchFamily="18" charset="0"/>
              </a:rPr>
              <a:t>si como niños sabemos vivir</a:t>
            </a:r>
            <a:br>
              <a:rPr lang="es-ES" sz="2000" b="0" i="0">
                <a:solidFill>
                  <a:srgbClr val="000000"/>
                </a:solidFill>
                <a:effectLst/>
                <a:latin typeface="Times New Roman" panose="02020603050405020304" pitchFamily="18" charset="0"/>
              </a:rPr>
            </a:br>
            <a:r>
              <a:rPr lang="es-ES" sz="2000" b="0" i="0">
                <a:solidFill>
                  <a:srgbClr val="000000"/>
                </a:solidFill>
                <a:effectLst/>
                <a:latin typeface="Times New Roman" panose="02020603050405020304" pitchFamily="18" charset="0"/>
              </a:rPr>
              <a:t>será nuestra heredad la tierra,</a:t>
            </a:r>
            <a:br>
              <a:rPr lang="es-ES" sz="2000" b="0" i="0">
                <a:solidFill>
                  <a:srgbClr val="000000"/>
                </a:solidFill>
                <a:effectLst/>
                <a:latin typeface="Times New Roman" panose="02020603050405020304" pitchFamily="18" charset="0"/>
              </a:rPr>
            </a:br>
            <a:r>
              <a:rPr lang="es-ES" sz="2000" b="0" i="0">
                <a:solidFill>
                  <a:srgbClr val="000000"/>
                </a:solidFill>
                <a:effectLst/>
                <a:latin typeface="Times New Roman" panose="02020603050405020304" pitchFamily="18" charset="0"/>
              </a:rPr>
              <a:t>la tierra.</a:t>
            </a:r>
          </a:p>
          <a:p>
            <a:pPr marL="0" indent="0" algn="l">
              <a:buNone/>
            </a:pPr>
            <a:r>
              <a:rPr lang="es-ES" sz="2000" b="1" i="1">
                <a:solidFill>
                  <a:srgbClr val="000000"/>
                </a:solidFill>
                <a:effectLst/>
                <a:latin typeface="Times New Roman" panose="02020603050405020304" pitchFamily="18" charset="0"/>
              </a:rPr>
              <a:t>Si el grano de trigo no muere en la tierra</a:t>
            </a:r>
            <a:br>
              <a:rPr lang="es-ES" sz="2000" b="1" i="1">
                <a:solidFill>
                  <a:srgbClr val="000000"/>
                </a:solidFill>
                <a:effectLst/>
                <a:latin typeface="Times New Roman" panose="02020603050405020304" pitchFamily="18" charset="0"/>
              </a:rPr>
            </a:br>
            <a:r>
              <a:rPr lang="es-ES" sz="2000" b="1" i="1">
                <a:solidFill>
                  <a:srgbClr val="000000"/>
                </a:solidFill>
                <a:effectLst/>
                <a:latin typeface="Times New Roman" panose="02020603050405020304" pitchFamily="18" charset="0"/>
              </a:rPr>
              <a:t>es imposible que nazca fruto.</a:t>
            </a:r>
            <a:br>
              <a:rPr lang="es-ES" sz="2000" b="1" i="1">
                <a:solidFill>
                  <a:srgbClr val="000000"/>
                </a:solidFill>
                <a:effectLst/>
                <a:latin typeface="Times New Roman" panose="02020603050405020304" pitchFamily="18" charset="0"/>
              </a:rPr>
            </a:br>
            <a:r>
              <a:rPr lang="es-ES" sz="2000" b="1" i="1">
                <a:solidFill>
                  <a:srgbClr val="000000"/>
                </a:solidFill>
                <a:effectLst/>
                <a:latin typeface="Times New Roman" panose="02020603050405020304" pitchFamily="18" charset="0"/>
              </a:rPr>
              <a:t>Aquel que da su vida para los demás</a:t>
            </a:r>
            <a:br>
              <a:rPr lang="es-ES" sz="2000" b="1" i="1">
                <a:solidFill>
                  <a:srgbClr val="000000"/>
                </a:solidFill>
                <a:effectLst/>
                <a:latin typeface="Times New Roman" panose="02020603050405020304" pitchFamily="18" charset="0"/>
              </a:rPr>
            </a:br>
            <a:r>
              <a:rPr lang="es-ES" sz="2000" b="1" i="1">
                <a:solidFill>
                  <a:srgbClr val="000000"/>
                </a:solidFill>
                <a:effectLst/>
                <a:latin typeface="Times New Roman" panose="02020603050405020304" pitchFamily="18" charset="0"/>
              </a:rPr>
              <a:t>tendrá siempre al Señor.</a:t>
            </a:r>
            <a:endParaRPr lang="es-ES" sz="2000" b="0" i="0">
              <a:solidFill>
                <a:srgbClr val="000000"/>
              </a:solidFill>
              <a:effectLst/>
              <a:latin typeface="Times New Roman" panose="02020603050405020304" pitchFamily="18" charset="0"/>
            </a:endParaRPr>
          </a:p>
          <a:p>
            <a:pPr>
              <a:buFont typeface="Arial" panose="020B0604020202020204" pitchFamily="34" charset="0"/>
              <a:buNone/>
            </a:pPr>
            <a:endParaRPr lang="es-ES" sz="2000">
              <a:solidFill>
                <a:schemeClr val="tx1"/>
              </a:solidFill>
              <a:latin typeface="+mn-lt"/>
              <a:cs typeface="Calibri" panose="020F0502020204030204" pitchFamily="34" charset="0"/>
            </a:endParaRPr>
          </a:p>
          <a:p>
            <a:pPr>
              <a:buFont typeface="Arial" panose="020B0604020202020204" pitchFamily="34" charset="0"/>
              <a:buNone/>
            </a:pPr>
            <a:endParaRPr lang="es-ES" sz="2000">
              <a:solidFill>
                <a:schemeClr val="tx1"/>
              </a:solidFill>
              <a:latin typeface="+mn-lt"/>
              <a:cs typeface="Calibri" panose="020F0502020204030204" pitchFamily="34" charset="0"/>
            </a:endParaRPr>
          </a:p>
          <a:p>
            <a:pPr>
              <a:buFont typeface="Arial" panose="020B0604020202020204" pitchFamily="34" charset="0"/>
              <a:buNone/>
            </a:pPr>
            <a:endParaRPr lang="es-ES" sz="2000">
              <a:solidFill>
                <a:schemeClr val="tx1"/>
              </a:solidFill>
              <a:latin typeface="+mn-lt"/>
              <a:cs typeface="Calibri" panose="020F0502020204030204" pitchFamily="34" charset="0"/>
            </a:endParaRPr>
          </a:p>
          <a:p>
            <a:pPr>
              <a:buFont typeface="Arial" panose="020B0604020202020204" pitchFamily="34" charset="0"/>
              <a:buNone/>
            </a:pPr>
            <a:endParaRPr lang="es-ES" sz="2000">
              <a:solidFill>
                <a:schemeClr val="tx1"/>
              </a:solidFill>
              <a:latin typeface="+mn-lt"/>
              <a:cs typeface="Calibri" panose="020F0502020204030204" pitchFamily="34" charset="0"/>
            </a:endParaRPr>
          </a:p>
          <a:p>
            <a:pPr>
              <a:buFont typeface="Arial" panose="020B0604020202020204" pitchFamily="34" charset="0"/>
              <a:buNone/>
            </a:pPr>
            <a:endParaRPr lang="es-ES" sz="2000">
              <a:solidFill>
                <a:schemeClr val="tx1"/>
              </a:solidFill>
              <a:latin typeface="+mn-lt"/>
              <a:cs typeface="Calibri" panose="020F0502020204030204" pitchFamily="34" charset="0"/>
            </a:endParaRPr>
          </a:p>
          <a:p>
            <a:pPr>
              <a:buFont typeface="Arial" panose="020B0604020202020204" pitchFamily="34" charset="0"/>
              <a:buNone/>
            </a:pPr>
            <a:endParaRPr lang="es-ES" sz="2000">
              <a:solidFill>
                <a:schemeClr val="tx1"/>
              </a:solidFill>
              <a:latin typeface="+mn-lt"/>
              <a:cs typeface="Calibri" panose="020F0502020204030204" pitchFamily="34" charset="0"/>
            </a:endParaRPr>
          </a:p>
          <a:p>
            <a:pPr>
              <a:buFont typeface="Arial" panose="020B0604020202020204" pitchFamily="34" charset="0"/>
              <a:buNone/>
            </a:pPr>
            <a:endParaRPr lang="es-ES" sz="2000">
              <a:solidFill>
                <a:schemeClr val="tx1"/>
              </a:solidFill>
              <a:latin typeface="+mn-lt"/>
              <a:cs typeface="Calibri" panose="020F0502020204030204" pitchFamily="34" charset="0"/>
            </a:endParaRPr>
          </a:p>
          <a:p>
            <a:pPr marL="0" indent="0" algn="l">
              <a:buNone/>
            </a:pPr>
            <a:r>
              <a:rPr lang="es-ES" sz="2000" b="0" i="0">
                <a:solidFill>
                  <a:srgbClr val="000000"/>
                </a:solidFill>
                <a:effectLst/>
                <a:latin typeface="Times New Roman" panose="02020603050405020304" pitchFamily="18" charset="0"/>
              </a:rPr>
              <a:t>Felices somos si compartimos</a:t>
            </a:r>
            <a:br>
              <a:rPr lang="es-ES" sz="2000" b="0" i="0">
                <a:solidFill>
                  <a:srgbClr val="000000"/>
                </a:solidFill>
                <a:effectLst/>
                <a:latin typeface="Times New Roman" panose="02020603050405020304" pitchFamily="18" charset="0"/>
              </a:rPr>
            </a:br>
            <a:r>
              <a:rPr lang="es-ES" sz="2000" b="0" i="0">
                <a:solidFill>
                  <a:srgbClr val="000000"/>
                </a:solidFill>
                <a:effectLst/>
                <a:latin typeface="Times New Roman" panose="02020603050405020304" pitchFamily="18" charset="0"/>
              </a:rPr>
              <a:t>si nuestro tiempo es para los demás,</a:t>
            </a:r>
            <a:br>
              <a:rPr lang="es-ES" sz="2000" b="0" i="0">
                <a:solidFill>
                  <a:srgbClr val="000000"/>
                </a:solidFill>
                <a:effectLst/>
                <a:latin typeface="Times New Roman" panose="02020603050405020304" pitchFamily="18" charset="0"/>
              </a:rPr>
            </a:br>
            <a:r>
              <a:rPr lang="es-ES" sz="2000" b="0" i="0">
                <a:solidFill>
                  <a:srgbClr val="000000"/>
                </a:solidFill>
                <a:effectLst/>
                <a:latin typeface="Times New Roman" panose="02020603050405020304" pitchFamily="18" charset="0"/>
              </a:rPr>
              <a:t>para el que vive en la tristeza</a:t>
            </a:r>
            <a:br>
              <a:rPr lang="es-ES" sz="2000" b="0" i="0">
                <a:solidFill>
                  <a:srgbClr val="000000"/>
                </a:solidFill>
                <a:effectLst/>
                <a:latin typeface="Times New Roman" panose="02020603050405020304" pitchFamily="18" charset="0"/>
              </a:rPr>
            </a:br>
            <a:r>
              <a:rPr lang="es-ES" sz="2000" b="0" i="0">
                <a:solidFill>
                  <a:srgbClr val="000000"/>
                </a:solidFill>
                <a:effectLst/>
                <a:latin typeface="Times New Roman" panose="02020603050405020304" pitchFamily="18" charset="0"/>
              </a:rPr>
              <a:t>y para quien camina en soledad.</a:t>
            </a:r>
            <a:br>
              <a:rPr lang="es-ES" sz="2000" b="0" i="0">
                <a:solidFill>
                  <a:srgbClr val="000000"/>
                </a:solidFill>
                <a:effectLst/>
                <a:latin typeface="Times New Roman" panose="02020603050405020304" pitchFamily="18" charset="0"/>
              </a:rPr>
            </a:br>
            <a:r>
              <a:rPr lang="es-ES" sz="2000" b="0" i="0">
                <a:solidFill>
                  <a:srgbClr val="000000"/>
                </a:solidFill>
                <a:effectLst/>
                <a:latin typeface="Times New Roman" panose="02020603050405020304" pitchFamily="18" charset="0"/>
              </a:rPr>
              <a:t>Felices somos si damos amor,</a:t>
            </a:r>
            <a:br>
              <a:rPr lang="es-ES" sz="2000" b="0" i="0">
                <a:solidFill>
                  <a:srgbClr val="000000"/>
                </a:solidFill>
                <a:effectLst/>
                <a:latin typeface="Times New Roman" panose="02020603050405020304" pitchFamily="18" charset="0"/>
              </a:rPr>
            </a:br>
            <a:r>
              <a:rPr lang="es-ES" sz="2000" b="0" i="0">
                <a:solidFill>
                  <a:srgbClr val="000000"/>
                </a:solidFill>
                <a:effectLst/>
                <a:latin typeface="Times New Roman" panose="02020603050405020304" pitchFamily="18" charset="0"/>
              </a:rPr>
              <a:t>si en nuestras manos hay sinceridad,</a:t>
            </a:r>
            <a:br>
              <a:rPr lang="es-ES" sz="2000" b="0" i="0">
                <a:solidFill>
                  <a:srgbClr val="000000"/>
                </a:solidFill>
                <a:effectLst/>
                <a:latin typeface="Times New Roman" panose="02020603050405020304" pitchFamily="18" charset="0"/>
              </a:rPr>
            </a:br>
            <a:r>
              <a:rPr lang="es-ES" sz="2000" b="0" i="0">
                <a:solidFill>
                  <a:srgbClr val="000000"/>
                </a:solidFill>
                <a:effectLst/>
                <a:latin typeface="Times New Roman" panose="02020603050405020304" pitchFamily="18" charset="0"/>
              </a:rPr>
              <a:t>podremos siempre mirar y ver a Dios,</a:t>
            </a:r>
            <a:br>
              <a:rPr lang="es-ES" sz="2000" b="0" i="0">
                <a:solidFill>
                  <a:srgbClr val="000000"/>
                </a:solidFill>
                <a:effectLst/>
                <a:latin typeface="Times New Roman" panose="02020603050405020304" pitchFamily="18" charset="0"/>
              </a:rPr>
            </a:br>
            <a:r>
              <a:rPr lang="es-ES" sz="2000" b="0" i="0">
                <a:solidFill>
                  <a:srgbClr val="000000"/>
                </a:solidFill>
                <a:effectLst/>
                <a:latin typeface="Times New Roman" panose="02020603050405020304" pitchFamily="18" charset="0"/>
              </a:rPr>
              <a:t>y ver a Dios.</a:t>
            </a:r>
          </a:p>
          <a:p>
            <a:pPr marL="0" indent="0" algn="l">
              <a:buNone/>
            </a:pPr>
            <a:r>
              <a:rPr lang="es-ES" sz="2000" b="0" i="0">
                <a:solidFill>
                  <a:srgbClr val="000000"/>
                </a:solidFill>
                <a:effectLst/>
                <a:latin typeface="Times New Roman" panose="02020603050405020304" pitchFamily="18" charset="0"/>
              </a:rPr>
              <a:t>Felices somos si ofrecemos paz</a:t>
            </a:r>
            <a:br>
              <a:rPr lang="es-ES" sz="2000" b="0" i="0">
                <a:solidFill>
                  <a:srgbClr val="000000"/>
                </a:solidFill>
                <a:effectLst/>
                <a:latin typeface="Times New Roman" panose="02020603050405020304" pitchFamily="18" charset="0"/>
              </a:rPr>
            </a:br>
            <a:r>
              <a:rPr lang="es-ES" sz="2000" b="0" i="0">
                <a:solidFill>
                  <a:srgbClr val="000000"/>
                </a:solidFill>
                <a:effectLst/>
                <a:latin typeface="Times New Roman" panose="02020603050405020304" pitchFamily="18" charset="0"/>
              </a:rPr>
              <a:t>y nuestra voz denuncia la opresión,</a:t>
            </a:r>
            <a:br>
              <a:rPr lang="es-ES" sz="2000" b="0" i="0">
                <a:solidFill>
                  <a:srgbClr val="000000"/>
                </a:solidFill>
                <a:effectLst/>
                <a:latin typeface="Times New Roman" panose="02020603050405020304" pitchFamily="18" charset="0"/>
              </a:rPr>
            </a:br>
            <a:r>
              <a:rPr lang="es-ES" sz="2000" b="0" i="0">
                <a:solidFill>
                  <a:srgbClr val="000000"/>
                </a:solidFill>
                <a:effectLst/>
                <a:latin typeface="Times New Roman" panose="02020603050405020304" pitchFamily="18" charset="0"/>
              </a:rPr>
              <a:t>si desterramos odio y rencores</a:t>
            </a:r>
            <a:br>
              <a:rPr lang="es-ES" sz="2000" b="0" i="0">
                <a:solidFill>
                  <a:srgbClr val="000000"/>
                </a:solidFill>
                <a:effectLst/>
                <a:latin typeface="Times New Roman" panose="02020603050405020304" pitchFamily="18" charset="0"/>
              </a:rPr>
            </a:br>
            <a:r>
              <a:rPr lang="es-ES" sz="2000" b="0" i="0">
                <a:solidFill>
                  <a:srgbClr val="000000"/>
                </a:solidFill>
                <a:effectLst/>
                <a:latin typeface="Times New Roman" panose="02020603050405020304" pitchFamily="18" charset="0"/>
              </a:rPr>
              <a:t>será más limpio nuestro corazón.</a:t>
            </a:r>
            <a:br>
              <a:rPr lang="es-ES" sz="2000" b="0" i="0">
                <a:solidFill>
                  <a:srgbClr val="000000"/>
                </a:solidFill>
                <a:effectLst/>
                <a:latin typeface="Times New Roman" panose="02020603050405020304" pitchFamily="18" charset="0"/>
              </a:rPr>
            </a:br>
            <a:r>
              <a:rPr lang="es-ES" sz="2000" b="0" i="0">
                <a:solidFill>
                  <a:srgbClr val="000000"/>
                </a:solidFill>
                <a:effectLst/>
                <a:latin typeface="Times New Roman" panose="02020603050405020304" pitchFamily="18" charset="0"/>
              </a:rPr>
              <a:t>Felices somos en la adversidad</a:t>
            </a:r>
            <a:br>
              <a:rPr lang="es-ES" sz="2000" b="0" i="0">
                <a:solidFill>
                  <a:srgbClr val="000000"/>
                </a:solidFill>
                <a:effectLst/>
                <a:latin typeface="Times New Roman" panose="02020603050405020304" pitchFamily="18" charset="0"/>
              </a:rPr>
            </a:br>
            <a:r>
              <a:rPr lang="es-ES" sz="2000" b="0" i="0">
                <a:solidFill>
                  <a:srgbClr val="000000"/>
                </a:solidFill>
                <a:effectLst/>
                <a:latin typeface="Times New Roman" panose="02020603050405020304" pitchFamily="18" charset="0"/>
              </a:rPr>
              <a:t>si nos persiguen cuando no hay razón,</a:t>
            </a:r>
            <a:br>
              <a:rPr lang="es-ES" sz="2000" b="0" i="0">
                <a:solidFill>
                  <a:srgbClr val="000000"/>
                </a:solidFill>
                <a:effectLst/>
                <a:latin typeface="Times New Roman" panose="02020603050405020304" pitchFamily="18" charset="0"/>
              </a:rPr>
            </a:br>
            <a:r>
              <a:rPr lang="es-ES" sz="2000" b="0" i="0">
                <a:solidFill>
                  <a:srgbClr val="000000"/>
                </a:solidFill>
                <a:effectLst/>
                <a:latin typeface="Times New Roman" panose="02020603050405020304" pitchFamily="18" charset="0"/>
              </a:rPr>
              <a:t>la vida entonces tendrá sentido en Dios,</a:t>
            </a:r>
            <a:br>
              <a:rPr lang="es-ES" sz="2000" b="0" i="0">
                <a:solidFill>
                  <a:srgbClr val="000000"/>
                </a:solidFill>
                <a:effectLst/>
                <a:latin typeface="Times New Roman" panose="02020603050405020304" pitchFamily="18" charset="0"/>
              </a:rPr>
            </a:br>
            <a:r>
              <a:rPr lang="es-ES" sz="2000" b="0" i="0">
                <a:solidFill>
                  <a:srgbClr val="000000"/>
                </a:solidFill>
                <a:effectLst/>
                <a:latin typeface="Times New Roman" panose="02020603050405020304" pitchFamily="18" charset="0"/>
              </a:rPr>
              <a:t>sentido en Dios.</a:t>
            </a:r>
          </a:p>
          <a:p>
            <a:pPr>
              <a:buNone/>
            </a:pPr>
            <a:endParaRPr lang="es-ES" sz="2000">
              <a:solidFill>
                <a:schemeClr val="tx1"/>
              </a:solidFill>
              <a:latin typeface="+mn-lt"/>
              <a:cs typeface="Calibri" panose="020F0502020204030204" pitchFamily="34" charset="0"/>
            </a:endParaRPr>
          </a:p>
          <a:p>
            <a:pPr>
              <a:buFont typeface="Arial" panose="020B0604020202020204" pitchFamily="34" charset="0"/>
              <a:buNone/>
            </a:pPr>
            <a:endParaRPr lang="es-ES">
              <a:solidFill>
                <a:schemeClr val="tx1"/>
              </a:solidFill>
              <a:effectLst>
                <a:outerShdw blurRad="38100" dist="38100" dir="2700000" algn="tl">
                  <a:srgbClr val="000000">
                    <a:alpha val="43137"/>
                  </a:srgbClr>
                </a:outerShdw>
              </a:effectLst>
              <a:latin typeface="+mn-lt"/>
              <a:cs typeface="Calibri" panose="020F0502020204030204" pitchFamily="34" charset="0"/>
            </a:endParaRPr>
          </a:p>
        </p:txBody>
      </p:sp>
    </p:spTree>
    <p:extLst>
      <p:ext uri="{BB962C8B-B14F-4D97-AF65-F5344CB8AC3E}">
        <p14:creationId xmlns:p14="http://schemas.microsoft.com/office/powerpoint/2010/main" val="1188846217"/>
      </p:ext>
    </p:extLst>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sld>
</file>

<file path=ppt/slides/slide8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B013D6A-6A62-4B14-A27A-298145531947}"/>
              </a:ext>
            </a:extLst>
          </p:cNvPr>
          <p:cNvSpPr>
            <a:spLocks noGrp="1"/>
          </p:cNvSpPr>
          <p:nvPr>
            <p:ph type="title" idx="4294967295"/>
          </p:nvPr>
        </p:nvSpPr>
        <p:spPr>
          <a:xfrm>
            <a:off x="278780" y="469968"/>
            <a:ext cx="4221163" cy="661988"/>
          </a:xfrm>
        </p:spPr>
        <p:txBody>
          <a:bodyPr>
            <a:normAutofit fontScale="90000"/>
          </a:bodyPr>
          <a:lstStyle/>
          <a:p>
            <a:r>
              <a:rPr lang="es-ES">
                <a:latin typeface="Bradley Hand" pitchFamily="2" charset="77"/>
              </a:rPr>
              <a:t>ESO ES AMOR</a:t>
            </a:r>
          </a:p>
        </p:txBody>
      </p:sp>
      <p:sp>
        <p:nvSpPr>
          <p:cNvPr id="7" name="Rectángulo 6"/>
          <p:cNvSpPr/>
          <p:nvPr/>
        </p:nvSpPr>
        <p:spPr>
          <a:xfrm>
            <a:off x="754166" y="330679"/>
            <a:ext cx="10981246" cy="7109639"/>
          </a:xfrm>
          <a:prstGeom prst="rect">
            <a:avLst/>
          </a:prstGeom>
        </p:spPr>
        <p:txBody>
          <a:bodyPr wrap="square" numCol="2">
            <a:spAutoFit/>
          </a:bodyPr>
          <a:lstStyle/>
          <a:p>
            <a:endParaRPr lang="es-ES">
              <a:latin typeface="Calibri" pitchFamily="34" charset="0"/>
              <a:cs typeface="Calibri" panose="020F0502020204030204" pitchFamily="34" charset="0"/>
            </a:endParaRPr>
          </a:p>
          <a:p>
            <a:endParaRPr lang="es-ES">
              <a:latin typeface="Calibri" pitchFamily="34" charset="0"/>
              <a:cs typeface="Calibri" panose="020F0502020204030204" pitchFamily="34" charset="0"/>
            </a:endParaRPr>
          </a:p>
          <a:p>
            <a:endParaRPr lang="es-ES" sz="2000">
              <a:latin typeface="Calibri" pitchFamily="34" charset="0"/>
              <a:cs typeface="Calibri" panose="020F0502020204030204" pitchFamily="34" charset="0"/>
            </a:endParaRPr>
          </a:p>
          <a:p>
            <a:r>
              <a:rPr lang="es-ES" sz="2000">
                <a:latin typeface="Calibri" pitchFamily="34" charset="0"/>
                <a:cs typeface="Calibri" panose="020F0502020204030204" pitchFamily="34" charset="0"/>
              </a:rPr>
              <a:t>Cientos de palabras que nadie escuchará,</a:t>
            </a:r>
          </a:p>
          <a:p>
            <a:r>
              <a:rPr lang="es-ES" sz="2000">
                <a:latin typeface="Calibri" pitchFamily="34" charset="0"/>
                <a:cs typeface="Calibri" panose="020F0502020204030204" pitchFamily="34" charset="0"/>
              </a:rPr>
              <a:t>una imagen perdida en tu oscuridad.</a:t>
            </a:r>
          </a:p>
          <a:p>
            <a:r>
              <a:rPr lang="es-ES" sz="2000">
                <a:latin typeface="Calibri" pitchFamily="34" charset="0"/>
                <a:cs typeface="Calibri" panose="020F0502020204030204" pitchFamily="34" charset="0"/>
              </a:rPr>
              <a:t>Al otro lado del mundo</a:t>
            </a:r>
          </a:p>
          <a:p>
            <a:r>
              <a:rPr lang="es-ES" sz="2000">
                <a:latin typeface="Calibri" pitchFamily="34" charset="0"/>
                <a:cs typeface="Calibri" panose="020F0502020204030204" pitchFamily="34" charset="0"/>
              </a:rPr>
              <a:t>alguien tiene cosas que decir,</a:t>
            </a:r>
          </a:p>
          <a:p>
            <a:r>
              <a:rPr lang="es-ES" sz="2000">
                <a:latin typeface="Calibri" pitchFamily="34" charset="0"/>
                <a:cs typeface="Calibri" panose="020F0502020204030204" pitchFamily="34" charset="0"/>
              </a:rPr>
              <a:t>eso es amor, eso es amor.</a:t>
            </a:r>
          </a:p>
          <a:p>
            <a:endParaRPr lang="es-ES" sz="2000">
              <a:latin typeface="Calibri" pitchFamily="34" charset="0"/>
              <a:cs typeface="Calibri" panose="020F0502020204030204" pitchFamily="34" charset="0"/>
            </a:endParaRPr>
          </a:p>
          <a:p>
            <a:r>
              <a:rPr lang="es-ES" sz="2000">
                <a:latin typeface="Calibri" pitchFamily="34" charset="0"/>
                <a:cs typeface="Calibri" panose="020F0502020204030204" pitchFamily="34" charset="0"/>
              </a:rPr>
              <a:t>En tu cabeza las sombras</a:t>
            </a:r>
          </a:p>
          <a:p>
            <a:r>
              <a:rPr lang="es-ES" sz="2000">
                <a:latin typeface="Calibri" pitchFamily="34" charset="0"/>
                <a:cs typeface="Calibri" panose="020F0502020204030204" pitchFamily="34" charset="0"/>
              </a:rPr>
              <a:t>y en tu mano la libertad.</a:t>
            </a:r>
          </a:p>
          <a:p>
            <a:r>
              <a:rPr lang="es-ES" sz="2000">
                <a:latin typeface="Calibri" pitchFamily="34" charset="0"/>
                <a:cs typeface="Calibri" panose="020F0502020204030204" pitchFamily="34" charset="0"/>
              </a:rPr>
              <a:t>Cinco millones de libros</a:t>
            </a:r>
          </a:p>
          <a:p>
            <a:r>
              <a:rPr lang="es-ES" sz="2000">
                <a:latin typeface="Calibri" pitchFamily="34" charset="0"/>
                <a:cs typeface="Calibri" panose="020F0502020204030204" pitchFamily="34" charset="0"/>
              </a:rPr>
              <a:t>y en ninguno dice dónde está, dónde está.</a:t>
            </a:r>
          </a:p>
          <a:p>
            <a:r>
              <a:rPr lang="es-ES" sz="2000">
                <a:latin typeface="Calibri" pitchFamily="34" charset="0"/>
                <a:cs typeface="Calibri" panose="020F0502020204030204" pitchFamily="34" charset="0"/>
              </a:rPr>
              <a:t>El aire lleno de besos</a:t>
            </a:r>
          </a:p>
          <a:p>
            <a:r>
              <a:rPr lang="es-ES" sz="2000">
                <a:latin typeface="Calibri" pitchFamily="34" charset="0"/>
                <a:cs typeface="Calibri" panose="020F0502020204030204" pitchFamily="34" charset="0"/>
              </a:rPr>
              <a:t>que nunca nadie recogerá,</a:t>
            </a:r>
          </a:p>
          <a:p>
            <a:r>
              <a:rPr lang="es-ES" sz="2000">
                <a:latin typeface="Calibri" pitchFamily="34" charset="0"/>
                <a:cs typeface="Calibri" panose="020F0502020204030204" pitchFamily="34" charset="0"/>
              </a:rPr>
              <a:t>eso es amor, eso es amor. </a:t>
            </a:r>
          </a:p>
          <a:p>
            <a:endParaRPr lang="es-ES" sz="2000">
              <a:latin typeface="Calibri" pitchFamily="34" charset="0"/>
              <a:cs typeface="Calibri" panose="020F0502020204030204" pitchFamily="34" charset="0"/>
            </a:endParaRPr>
          </a:p>
          <a:p>
            <a:r>
              <a:rPr lang="es-ES" sz="2000">
                <a:latin typeface="Calibri" pitchFamily="34" charset="0"/>
                <a:cs typeface="Calibri" panose="020F0502020204030204" pitchFamily="34" charset="0"/>
              </a:rPr>
              <a:t>A MEDIDA QUE VAN PASANDO LOS AÑOS</a:t>
            </a:r>
          </a:p>
          <a:p>
            <a:r>
              <a:rPr lang="es-ES" sz="2000">
                <a:latin typeface="Calibri" pitchFamily="34" charset="0"/>
                <a:cs typeface="Calibri" panose="020F0502020204030204" pitchFamily="34" charset="0"/>
              </a:rPr>
              <a:t>A TU LADO ME SIENTO MUCHO MEJOR;</a:t>
            </a:r>
          </a:p>
          <a:p>
            <a:r>
              <a:rPr lang="es-ES" sz="2000">
                <a:latin typeface="Calibri" pitchFamily="34" charset="0"/>
                <a:cs typeface="Calibri" panose="020F0502020204030204" pitchFamily="34" charset="0"/>
              </a:rPr>
              <a:t>Y DEJAMOS YA DE SER UN PAR DE EXTRAÑOS,</a:t>
            </a:r>
          </a:p>
          <a:p>
            <a:r>
              <a:rPr lang="es-ES" sz="2000">
                <a:latin typeface="Calibri" pitchFamily="34" charset="0"/>
                <a:cs typeface="Calibri" panose="020F0502020204030204" pitchFamily="34" charset="0"/>
              </a:rPr>
              <a:t>HE PROBADO LA DULZURA DE TU AMOR.</a:t>
            </a:r>
          </a:p>
          <a:p>
            <a:endParaRPr lang="es-ES" sz="2000">
              <a:latin typeface="Calibri" pitchFamily="34" charset="0"/>
              <a:cs typeface="Calibri" panose="020F0502020204030204" pitchFamily="34" charset="0"/>
            </a:endParaRPr>
          </a:p>
          <a:p>
            <a:endParaRPr lang="es-ES" sz="2000">
              <a:latin typeface="Calibri" pitchFamily="34" charset="0"/>
              <a:cs typeface="Calibri" panose="020F0502020204030204" pitchFamily="34" charset="0"/>
            </a:endParaRPr>
          </a:p>
          <a:p>
            <a:endParaRPr lang="es-ES" sz="2000">
              <a:latin typeface="Calibri" pitchFamily="34" charset="0"/>
              <a:cs typeface="Calibri" panose="020F0502020204030204" pitchFamily="34" charset="0"/>
            </a:endParaRPr>
          </a:p>
          <a:p>
            <a:endParaRPr lang="es-ES" sz="2000">
              <a:latin typeface="Calibri" pitchFamily="34" charset="0"/>
              <a:cs typeface="Calibri" panose="020F0502020204030204" pitchFamily="34" charset="0"/>
            </a:endParaRPr>
          </a:p>
          <a:p>
            <a:endParaRPr lang="es-ES" sz="2000">
              <a:latin typeface="Calibri" pitchFamily="34" charset="0"/>
              <a:cs typeface="Calibri" panose="020F0502020204030204" pitchFamily="34" charset="0"/>
            </a:endParaRPr>
          </a:p>
          <a:p>
            <a:r>
              <a:rPr lang="es-ES" sz="2000">
                <a:latin typeface="Calibri" pitchFamily="34" charset="0"/>
                <a:cs typeface="Calibri" panose="020F0502020204030204" pitchFamily="34" charset="0"/>
              </a:rPr>
              <a:t>En cada esquina una noche</a:t>
            </a:r>
          </a:p>
          <a:p>
            <a:r>
              <a:rPr lang="es-ES" sz="2000">
                <a:latin typeface="Calibri" pitchFamily="34" charset="0"/>
                <a:cs typeface="Calibri" panose="020F0502020204030204" pitchFamily="34" charset="0"/>
              </a:rPr>
              <a:t>hasta que nazca el sol,</a:t>
            </a:r>
          </a:p>
          <a:p>
            <a:r>
              <a:rPr lang="es-ES" sz="2000">
                <a:latin typeface="Calibri" pitchFamily="34" charset="0"/>
                <a:cs typeface="Calibri" panose="020F0502020204030204" pitchFamily="34" charset="0"/>
              </a:rPr>
              <a:t>en cada noche una sombra</a:t>
            </a:r>
          </a:p>
          <a:p>
            <a:r>
              <a:rPr lang="es-ES" sz="2000">
                <a:latin typeface="Calibri" pitchFamily="34" charset="0"/>
                <a:cs typeface="Calibri" panose="020F0502020204030204" pitchFamily="34" charset="0"/>
              </a:rPr>
              <a:t>llena de dolor,</a:t>
            </a:r>
          </a:p>
          <a:p>
            <a:r>
              <a:rPr lang="es-ES" sz="2000">
                <a:latin typeface="Calibri" pitchFamily="34" charset="0"/>
                <a:cs typeface="Calibri" panose="020F0502020204030204" pitchFamily="34" charset="0"/>
              </a:rPr>
              <a:t>en cada sombra una mano</a:t>
            </a:r>
          </a:p>
          <a:p>
            <a:r>
              <a:rPr lang="es-ES" sz="2000">
                <a:latin typeface="Calibri" pitchFamily="34" charset="0"/>
                <a:cs typeface="Calibri" panose="020F0502020204030204" pitchFamily="34" charset="0"/>
              </a:rPr>
              <a:t>tendida hacia el perdedor,</a:t>
            </a:r>
          </a:p>
          <a:p>
            <a:r>
              <a:rPr lang="es-ES" sz="2000">
                <a:latin typeface="Calibri" pitchFamily="34" charset="0"/>
                <a:cs typeface="Calibri" panose="020F0502020204030204" pitchFamily="34" charset="0"/>
              </a:rPr>
              <a:t>eso es amor, eso es amor.</a:t>
            </a:r>
          </a:p>
          <a:p>
            <a:endParaRPr lang="es-ES" sz="2000">
              <a:latin typeface="Calibri" pitchFamily="34" charset="0"/>
              <a:cs typeface="Calibri" panose="020F0502020204030204" pitchFamily="34" charset="0"/>
            </a:endParaRPr>
          </a:p>
          <a:p>
            <a:endParaRPr lang="es-ES" sz="2000">
              <a:latin typeface="Calibri" pitchFamily="34" charset="0"/>
              <a:cs typeface="Calibri" panose="020F0502020204030204" pitchFamily="34" charset="0"/>
            </a:endParaRPr>
          </a:p>
          <a:p>
            <a:r>
              <a:rPr lang="es-ES" sz="2000">
                <a:latin typeface="Calibri" pitchFamily="34" charset="0"/>
                <a:cs typeface="Calibri" panose="020F0502020204030204" pitchFamily="34" charset="0"/>
              </a:rPr>
              <a:t>SE DERRAMA COMO LLUVIA SOBRE EL SUELO</a:t>
            </a:r>
          </a:p>
          <a:p>
            <a:r>
              <a:rPr lang="es-ES" sz="2000">
                <a:latin typeface="Calibri" pitchFamily="34" charset="0"/>
                <a:cs typeface="Calibri" panose="020F0502020204030204" pitchFamily="34" charset="0"/>
              </a:rPr>
              <a:t>PERO EN POCAS MANOS LLEGARÁ A CAER;</a:t>
            </a:r>
          </a:p>
          <a:p>
            <a:r>
              <a:rPr lang="es-ES" sz="2000">
                <a:latin typeface="Calibri" pitchFamily="34" charset="0"/>
                <a:cs typeface="Calibri" panose="020F0502020204030204" pitchFamily="34" charset="0"/>
              </a:rPr>
              <a:t>Y REGRESA COMO EL AGUA HASTA EL CIELO</a:t>
            </a:r>
          </a:p>
          <a:p>
            <a:r>
              <a:rPr lang="es-ES" sz="2000">
                <a:latin typeface="Calibri" pitchFamily="34" charset="0"/>
                <a:cs typeface="Calibri" panose="020F0502020204030204" pitchFamily="34" charset="0"/>
              </a:rPr>
              <a:t>Y MAÑANA DE NUEVO VOLVERÁ A LLOVER</a:t>
            </a:r>
          </a:p>
          <a:p>
            <a:endParaRPr lang="es-ES" sz="2000">
              <a:latin typeface="Calibri" pitchFamily="34" charset="0"/>
              <a:cs typeface="Calibri" panose="020F0502020204030204" pitchFamily="34" charset="0"/>
            </a:endParaRPr>
          </a:p>
          <a:p>
            <a:r>
              <a:rPr lang="es-ES" sz="2000">
                <a:latin typeface="Calibri" pitchFamily="34" charset="0"/>
                <a:cs typeface="Calibri" panose="020F0502020204030204" pitchFamily="34" charset="0"/>
              </a:rPr>
              <a:t>A MEDIDA QUE VAN PASANDO LOS AÑOS</a:t>
            </a:r>
          </a:p>
          <a:p>
            <a:r>
              <a:rPr lang="es-ES" sz="2000">
                <a:latin typeface="Calibri" pitchFamily="34" charset="0"/>
                <a:cs typeface="Calibri" panose="020F0502020204030204" pitchFamily="34" charset="0"/>
              </a:rPr>
              <a:t>A TU LADO ME SIENTO MUCHO MEJOR;</a:t>
            </a:r>
          </a:p>
          <a:p>
            <a:r>
              <a:rPr lang="es-ES" sz="2000">
                <a:latin typeface="Calibri" pitchFamily="34" charset="0"/>
                <a:cs typeface="Calibri" panose="020F0502020204030204" pitchFamily="34" charset="0"/>
              </a:rPr>
              <a:t>Y DEJAMOS YA DE SER UN PAR DE EXTRAÑOS,</a:t>
            </a:r>
          </a:p>
          <a:p>
            <a:r>
              <a:rPr lang="es-ES" sz="2000">
                <a:latin typeface="Calibri" pitchFamily="34" charset="0"/>
                <a:cs typeface="Calibri" panose="020F0502020204030204" pitchFamily="34" charset="0"/>
              </a:rPr>
              <a:t>HE PROBADO LA DULZURA DE TU AMOR.</a:t>
            </a:r>
          </a:p>
          <a:p>
            <a:endParaRPr lang="es-ES">
              <a:latin typeface="Calibri" pitchFamily="34" charset="0"/>
              <a:cs typeface="Calibri" panose="020F0502020204030204" pitchFamily="34" charset="0"/>
            </a:endParaRPr>
          </a:p>
        </p:txBody>
      </p:sp>
      <p:sp>
        <p:nvSpPr>
          <p:cNvPr id="4" name="CuadroTexto 3">
            <a:extLst>
              <a:ext uri="{FF2B5EF4-FFF2-40B4-BE49-F238E27FC236}">
                <a16:creationId xmlns:a16="http://schemas.microsoft.com/office/drawing/2014/main" id="{4C5A7F43-5F46-4CC8-A14E-768125FA8CD6}"/>
              </a:ext>
            </a:extLst>
          </p:cNvPr>
          <p:cNvSpPr txBox="1"/>
          <p:nvPr/>
        </p:nvSpPr>
        <p:spPr>
          <a:xfrm>
            <a:off x="10091936" y="6237312"/>
            <a:ext cx="576064" cy="369332"/>
          </a:xfrm>
          <a:prstGeom prst="rect">
            <a:avLst/>
          </a:prstGeom>
          <a:noFill/>
        </p:spPr>
        <p:txBody>
          <a:bodyPr wrap="square" rtlCol="0">
            <a:spAutoFit/>
          </a:bodyPr>
          <a:lstStyle/>
          <a:p>
            <a:r>
              <a:rPr lang="es-ES">
                <a:solidFill>
                  <a:schemeClr val="bg1"/>
                </a:solidFill>
                <a:latin typeface="Calibri" panose="020F0502020204030204" pitchFamily="34" charset="0"/>
                <a:cs typeface="Calibri" panose="020F0502020204030204" pitchFamily="34" charset="0"/>
              </a:rPr>
              <a:t>C</a:t>
            </a:r>
          </a:p>
        </p:txBody>
      </p:sp>
      <p:pic>
        <p:nvPicPr>
          <p:cNvPr id="1026" name="Picture 2" descr="Resultado de imagen de FANO CORAZON"/>
          <p:cNvPicPr>
            <a:picLocks noChangeAspect="1" noChangeArrowheads="1"/>
          </p:cNvPicPr>
          <p:nvPr/>
        </p:nvPicPr>
        <p:blipFill>
          <a:blip r:embed="rId2" cstate="print"/>
          <a:stretch>
            <a:fillRect/>
          </a:stretch>
        </p:blipFill>
        <p:spPr bwMode="auto">
          <a:xfrm>
            <a:off x="9962242" y="251356"/>
            <a:ext cx="1773170" cy="1953492"/>
          </a:xfrm>
          <a:prstGeom prst="rect">
            <a:avLst/>
          </a:prstGeom>
          <a:gradFill flip="none" rotWithShape="1">
            <a:gsLst>
              <a:gs pos="0">
                <a:schemeClr val="accent1">
                  <a:tint val="66000"/>
                  <a:satMod val="160000"/>
                  <a:alpha val="2000"/>
                </a:schemeClr>
              </a:gs>
              <a:gs pos="50000">
                <a:schemeClr val="accent1">
                  <a:tint val="44500"/>
                  <a:satMod val="160000"/>
                </a:schemeClr>
              </a:gs>
              <a:gs pos="100000">
                <a:schemeClr val="accent1">
                  <a:tint val="23500"/>
                  <a:satMod val="160000"/>
                </a:schemeClr>
              </a:gs>
            </a:gsLst>
            <a:lin ang="2700000" scaled="1"/>
            <a:tileRect/>
          </a:gradFill>
          <a:ln>
            <a:noFill/>
          </a:ln>
        </p:spPr>
      </p:pic>
      <p:grpSp>
        <p:nvGrpSpPr>
          <p:cNvPr id="10" name="Grupo 9">
            <a:extLst>
              <a:ext uri="{FF2B5EF4-FFF2-40B4-BE49-F238E27FC236}">
                <a16:creationId xmlns:a16="http://schemas.microsoft.com/office/drawing/2014/main" id="{78531BAE-A572-F57E-6699-DC00F0F84154}"/>
              </a:ext>
            </a:extLst>
          </p:cNvPr>
          <p:cNvGrpSpPr/>
          <p:nvPr/>
        </p:nvGrpSpPr>
        <p:grpSpPr>
          <a:xfrm>
            <a:off x="1057" y="-4361"/>
            <a:ext cx="12190282" cy="517821"/>
            <a:chOff x="1057" y="-4361"/>
            <a:chExt cx="12503431" cy="517821"/>
          </a:xfrm>
        </p:grpSpPr>
        <p:sp>
          <p:nvSpPr>
            <p:cNvPr id="5" name="Rectángulo 4">
              <a:extLst>
                <a:ext uri="{FF2B5EF4-FFF2-40B4-BE49-F238E27FC236}">
                  <a16:creationId xmlns:a16="http://schemas.microsoft.com/office/drawing/2014/main" id="{49194902-7368-AFBF-3610-75954BCB7019}"/>
                </a:ext>
              </a:extLst>
            </p:cNvPr>
            <p:cNvSpPr/>
            <p:nvPr/>
          </p:nvSpPr>
          <p:spPr>
            <a:xfrm>
              <a:off x="9372455" y="-4360"/>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Rito de Conclusión</a:t>
              </a:r>
              <a:endParaRPr lang="es-ES">
                <a:solidFill>
                  <a:schemeClr val="tx1">
                    <a:lumMod val="49000"/>
                    <a:lumOff val="51000"/>
                  </a:schemeClr>
                </a:solidFill>
                <a:ea typeface="Calibri"/>
                <a:cs typeface="Calibri"/>
              </a:endParaRPr>
            </a:p>
          </p:txBody>
        </p:sp>
        <p:sp>
          <p:nvSpPr>
            <p:cNvPr id="6" name="Rectángulo 5">
              <a:extLst>
                <a:ext uri="{FF2B5EF4-FFF2-40B4-BE49-F238E27FC236}">
                  <a16:creationId xmlns:a16="http://schemas.microsoft.com/office/drawing/2014/main" id="{C5419D7A-87B6-80B6-0C0B-8F29EC97C39E}"/>
                </a:ext>
              </a:extLst>
            </p:cNvPr>
            <p:cNvSpPr/>
            <p:nvPr/>
          </p:nvSpPr>
          <p:spPr>
            <a:xfrm>
              <a:off x="1057" y="-4361"/>
              <a:ext cx="3121596" cy="390807"/>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rgbClr val="7F7F7F"/>
                  </a:solidFill>
                  <a:ea typeface="Calibri"/>
                  <a:cs typeface="Calibri"/>
                </a:rPr>
                <a:t>Ritos Iniciales</a:t>
              </a:r>
              <a:endParaRPr lang="es-ES" sz="2400">
                <a:solidFill>
                  <a:srgbClr val="7F7F7F"/>
                </a:solidFill>
                <a:ea typeface="Calibri"/>
                <a:cs typeface="Calibri"/>
              </a:endParaRPr>
            </a:p>
          </p:txBody>
        </p:sp>
        <p:sp>
          <p:nvSpPr>
            <p:cNvPr id="8" name="Rectángulo 7">
              <a:extLst>
                <a:ext uri="{FF2B5EF4-FFF2-40B4-BE49-F238E27FC236}">
                  <a16:creationId xmlns:a16="http://schemas.microsoft.com/office/drawing/2014/main" id="{C18211E2-6614-F6D7-8AC5-0E202EBB0E6C}"/>
                </a:ext>
              </a:extLst>
            </p:cNvPr>
            <p:cNvSpPr/>
            <p:nvPr/>
          </p:nvSpPr>
          <p:spPr>
            <a:xfrm>
              <a:off x="3122126" y="-4360"/>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rgbClr val="7F7F7F"/>
                  </a:solidFill>
                  <a:ea typeface="Calibri"/>
                  <a:cs typeface="Calibri"/>
                </a:rPr>
                <a:t>Liturgia de la Palabra</a:t>
              </a:r>
              <a:endParaRPr lang="es-ES" sz="2400">
                <a:solidFill>
                  <a:srgbClr val="7F7F7F"/>
                </a:solidFill>
                <a:ea typeface="Calibri"/>
                <a:cs typeface="Calibri"/>
              </a:endParaRPr>
            </a:p>
          </p:txBody>
        </p:sp>
        <p:sp>
          <p:nvSpPr>
            <p:cNvPr id="9" name="Rectángulo 8">
              <a:extLst>
                <a:ext uri="{FF2B5EF4-FFF2-40B4-BE49-F238E27FC236}">
                  <a16:creationId xmlns:a16="http://schemas.microsoft.com/office/drawing/2014/main" id="{B58D2498-6E70-090C-DB04-2E0228FE4DA4}"/>
                </a:ext>
              </a:extLst>
            </p:cNvPr>
            <p:cNvSpPr/>
            <p:nvPr/>
          </p:nvSpPr>
          <p:spPr>
            <a:xfrm>
              <a:off x="6247290" y="-4361"/>
              <a:ext cx="3132033" cy="517821"/>
            </a:xfrm>
            <a:prstGeom prst="rect">
              <a:avLst/>
            </a:prstGeom>
            <a:solidFill>
              <a:schemeClr val="accent1"/>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800" b="1">
                  <a:solidFill>
                    <a:srgbClr val="000000"/>
                  </a:solidFill>
                  <a:ea typeface="Calibri"/>
                  <a:cs typeface="Calibri"/>
                </a:rPr>
                <a:t>Liturgia Eucarística</a:t>
              </a:r>
              <a:endParaRPr lang="es-ES" sz="2800">
                <a:solidFill>
                  <a:srgbClr val="000000"/>
                </a:solidFill>
                <a:ea typeface="Calibri"/>
                <a:cs typeface="Calibri"/>
              </a:endParaRPr>
            </a:p>
          </p:txBody>
        </p:sp>
      </p:grpSp>
    </p:spTree>
    <p:extLst>
      <p:ext uri="{BB962C8B-B14F-4D97-AF65-F5344CB8AC3E}">
        <p14:creationId xmlns:p14="http://schemas.microsoft.com/office/powerpoint/2010/main" val="362770982"/>
      </p:ext>
    </p:extLst>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sld>
</file>

<file path=ppt/slides/slide8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018D1AD-8873-4C16-8A13-1E94F7ECDBDD}"/>
              </a:ext>
            </a:extLst>
          </p:cNvPr>
          <p:cNvSpPr>
            <a:spLocks noGrp="1"/>
          </p:cNvSpPr>
          <p:nvPr>
            <p:ph type="title" idx="4294967295"/>
          </p:nvPr>
        </p:nvSpPr>
        <p:spPr>
          <a:xfrm>
            <a:off x="1594413" y="459632"/>
            <a:ext cx="7848600" cy="793750"/>
          </a:xfrm>
        </p:spPr>
        <p:txBody>
          <a:bodyPr/>
          <a:lstStyle/>
          <a:p>
            <a:pPr algn="ctr"/>
            <a:r>
              <a:rPr lang="pt-PT">
                <a:latin typeface="Calibri" panose="020F0502020204030204" pitchFamily="34" charset="0"/>
                <a:cs typeface="Calibri" panose="020F0502020204030204" pitchFamily="34" charset="0"/>
              </a:rPr>
              <a:t>YA VIENE EL SOL</a:t>
            </a:r>
          </a:p>
        </p:txBody>
      </p:sp>
      <p:sp>
        <p:nvSpPr>
          <p:cNvPr id="3" name="Marcador de texto 2">
            <a:extLst>
              <a:ext uri="{FF2B5EF4-FFF2-40B4-BE49-F238E27FC236}">
                <a16:creationId xmlns:a16="http://schemas.microsoft.com/office/drawing/2014/main" id="{BD182C73-182D-4A7A-AFA4-8199696CB839}"/>
              </a:ext>
            </a:extLst>
          </p:cNvPr>
          <p:cNvSpPr>
            <a:spLocks noGrp="1"/>
          </p:cNvSpPr>
          <p:nvPr>
            <p:ph sz="half" idx="4294967295"/>
          </p:nvPr>
        </p:nvSpPr>
        <p:spPr>
          <a:xfrm>
            <a:off x="1524000" y="1185863"/>
            <a:ext cx="3867150" cy="4991100"/>
          </a:xfrm>
        </p:spPr>
        <p:txBody>
          <a:bodyPr>
            <a:noAutofit/>
          </a:bodyPr>
          <a:lstStyle/>
          <a:p>
            <a:pPr marL="171450" indent="-171450">
              <a:spcBef>
                <a:spcPts val="0"/>
              </a:spcBef>
              <a:buSzPts val="2100"/>
              <a:buNone/>
            </a:pPr>
            <a:r>
              <a:rPr lang="es-ES" sz="2200">
                <a:ea typeface="Calibri"/>
                <a:cs typeface="Calibri"/>
                <a:sym typeface="Calibri"/>
              </a:rPr>
              <a:t>No hay oscuridad </a:t>
            </a:r>
            <a:endParaRPr lang="es-ES" sz="2200"/>
          </a:p>
          <a:p>
            <a:pPr marL="171450" indent="-171450">
              <a:buSzPts val="2100"/>
              <a:buNone/>
            </a:pPr>
            <a:r>
              <a:rPr lang="es-ES" sz="2200">
                <a:ea typeface="Calibri"/>
                <a:cs typeface="Calibri"/>
                <a:sym typeface="Calibri"/>
              </a:rPr>
              <a:t>porque luce el sol. </a:t>
            </a:r>
          </a:p>
          <a:p>
            <a:pPr marL="171450" indent="-171450">
              <a:buSzPts val="2100"/>
              <a:buNone/>
            </a:pPr>
            <a:r>
              <a:rPr lang="es-ES" sz="2200">
                <a:ea typeface="Calibri"/>
                <a:cs typeface="Calibri"/>
                <a:sym typeface="Calibri"/>
              </a:rPr>
              <a:t>La esperanza no marchitará </a:t>
            </a:r>
            <a:endParaRPr lang="es-ES" sz="2200"/>
          </a:p>
          <a:p>
            <a:pPr marL="171450" indent="-171450">
              <a:buSzPts val="2100"/>
              <a:buNone/>
            </a:pPr>
            <a:r>
              <a:rPr lang="es-ES" sz="2200">
                <a:ea typeface="Calibri"/>
                <a:cs typeface="Calibri"/>
                <a:sym typeface="Calibri"/>
              </a:rPr>
              <a:t>porque en Ti siempre hay amor.  </a:t>
            </a:r>
            <a:endParaRPr lang="es-ES" sz="2200"/>
          </a:p>
          <a:p>
            <a:pPr marL="171450" indent="-171450">
              <a:buSzPts val="2100"/>
              <a:buNone/>
            </a:pPr>
            <a:r>
              <a:rPr lang="es-ES" sz="2200">
                <a:ea typeface="Calibri"/>
                <a:cs typeface="Calibri"/>
                <a:sym typeface="Calibri"/>
              </a:rPr>
              <a:t>Puede haber maldad </a:t>
            </a:r>
            <a:endParaRPr lang="es-ES" sz="2200"/>
          </a:p>
          <a:p>
            <a:pPr marL="171450" indent="-171450">
              <a:buSzPts val="2100"/>
              <a:buNone/>
            </a:pPr>
            <a:r>
              <a:rPr lang="es-ES" sz="2200">
                <a:ea typeface="Calibri"/>
                <a:cs typeface="Calibri"/>
                <a:sym typeface="Calibri"/>
              </a:rPr>
              <a:t>y el odio matar, </a:t>
            </a:r>
            <a:endParaRPr lang="es-ES" sz="2200"/>
          </a:p>
          <a:p>
            <a:pPr marL="171450" indent="-171450">
              <a:buSzPts val="2100"/>
              <a:buNone/>
            </a:pPr>
            <a:r>
              <a:rPr lang="es-ES" sz="2200">
                <a:ea typeface="Calibri"/>
                <a:cs typeface="Calibri"/>
                <a:sym typeface="Calibri"/>
              </a:rPr>
              <a:t>pero nunca nos quitarán </a:t>
            </a:r>
            <a:endParaRPr lang="es-ES" sz="2200"/>
          </a:p>
          <a:p>
            <a:pPr marL="171450" indent="-171450">
              <a:buSzPts val="2100"/>
              <a:buNone/>
            </a:pPr>
            <a:r>
              <a:rPr lang="es-ES" sz="2200">
                <a:ea typeface="Calibri"/>
                <a:cs typeface="Calibri"/>
                <a:sym typeface="Calibri"/>
              </a:rPr>
              <a:t>la grandeza de amar.</a:t>
            </a:r>
            <a:endParaRPr lang="es-ES" sz="2200"/>
          </a:p>
          <a:p>
            <a:pPr marL="171450" indent="-171450">
              <a:buSzPts val="2100"/>
              <a:buNone/>
            </a:pPr>
            <a:endParaRPr lang="es-ES" sz="2200">
              <a:ea typeface="Calibri"/>
              <a:cs typeface="Calibri"/>
              <a:sym typeface="Calibri"/>
            </a:endParaRPr>
          </a:p>
          <a:p>
            <a:pPr marL="171450" indent="-171450">
              <a:buSzPts val="2100"/>
              <a:buNone/>
            </a:pPr>
            <a:r>
              <a:rPr lang="es-ES" sz="2200">
                <a:ea typeface="Calibri"/>
                <a:cs typeface="Calibri"/>
                <a:sym typeface="Calibri"/>
              </a:rPr>
              <a:t>YA VIENE EL SOL, </a:t>
            </a:r>
            <a:endParaRPr lang="es-ES" sz="2200"/>
          </a:p>
          <a:p>
            <a:pPr marL="171450" indent="-171450">
              <a:buSzPts val="2100"/>
              <a:buNone/>
            </a:pPr>
            <a:r>
              <a:rPr lang="es-ES" sz="2200">
                <a:ea typeface="Calibri"/>
                <a:cs typeface="Calibri"/>
                <a:sym typeface="Calibri"/>
              </a:rPr>
              <a:t>VIENE EL SOL, </a:t>
            </a:r>
            <a:endParaRPr lang="es-ES" sz="2200"/>
          </a:p>
          <a:p>
            <a:pPr marL="171450" indent="-171450">
              <a:buSzPts val="2100"/>
              <a:buNone/>
            </a:pPr>
            <a:r>
              <a:rPr lang="es-ES" sz="2200">
                <a:ea typeface="Calibri"/>
                <a:cs typeface="Calibri"/>
                <a:sym typeface="Calibri"/>
              </a:rPr>
              <a:t>VIENE EL SOL, </a:t>
            </a:r>
            <a:endParaRPr lang="es-ES" sz="2200"/>
          </a:p>
          <a:p>
            <a:pPr marL="171450" indent="-171450">
              <a:buSzPts val="2100"/>
              <a:buNone/>
            </a:pPr>
            <a:r>
              <a:rPr lang="es-ES" sz="2200">
                <a:ea typeface="Calibri"/>
                <a:cs typeface="Calibri"/>
                <a:sym typeface="Calibri"/>
              </a:rPr>
              <a:t>VIENE EL SOL. (BIS) </a:t>
            </a:r>
            <a:endParaRPr lang="es-ES" sz="2200"/>
          </a:p>
        </p:txBody>
      </p:sp>
      <p:sp>
        <p:nvSpPr>
          <p:cNvPr id="4" name="Marcador de texto 3">
            <a:extLst>
              <a:ext uri="{FF2B5EF4-FFF2-40B4-BE49-F238E27FC236}">
                <a16:creationId xmlns:a16="http://schemas.microsoft.com/office/drawing/2014/main" id="{C6039295-40FB-4D84-8F9A-F8EDD5539B99}"/>
              </a:ext>
            </a:extLst>
          </p:cNvPr>
          <p:cNvSpPr>
            <a:spLocks noGrp="1"/>
          </p:cNvSpPr>
          <p:nvPr>
            <p:ph sz="half" idx="4294967295"/>
          </p:nvPr>
        </p:nvSpPr>
        <p:spPr>
          <a:xfrm>
            <a:off x="6800850" y="1185863"/>
            <a:ext cx="3867150" cy="4991100"/>
          </a:xfrm>
        </p:spPr>
        <p:txBody>
          <a:bodyPr>
            <a:normAutofit/>
          </a:bodyPr>
          <a:lstStyle/>
          <a:p>
            <a:pPr marL="171450" indent="-171450">
              <a:buSzPts val="2100"/>
              <a:buNone/>
            </a:pPr>
            <a:r>
              <a:rPr lang="es-ES" sz="2200">
                <a:latin typeface="Calibri"/>
                <a:ea typeface="Calibri"/>
                <a:cs typeface="Calibri"/>
                <a:sym typeface="Calibri"/>
              </a:rPr>
              <a:t>Si más fuerte es el sol, </a:t>
            </a:r>
            <a:endParaRPr lang="es-ES" sz="2200"/>
          </a:p>
          <a:p>
            <a:pPr marL="171450" indent="-171450">
              <a:buSzPts val="2100"/>
              <a:buNone/>
            </a:pPr>
            <a:r>
              <a:rPr lang="es-ES" sz="2200">
                <a:latin typeface="Calibri"/>
                <a:ea typeface="Calibri"/>
                <a:cs typeface="Calibri"/>
                <a:sym typeface="Calibri"/>
              </a:rPr>
              <a:t>a la flor brotará. </a:t>
            </a:r>
            <a:endParaRPr lang="es-ES" sz="2200"/>
          </a:p>
          <a:p>
            <a:pPr marL="171450" indent="-171450">
              <a:buSzPts val="2100"/>
              <a:buNone/>
            </a:pPr>
            <a:r>
              <a:rPr lang="es-ES" sz="2200">
                <a:latin typeface="Calibri"/>
                <a:ea typeface="Calibri"/>
                <a:cs typeface="Calibri"/>
                <a:sym typeface="Calibri"/>
              </a:rPr>
              <a:t>Todos somos para la Vida igual; </a:t>
            </a:r>
            <a:endParaRPr lang="es-ES" sz="2200"/>
          </a:p>
          <a:p>
            <a:pPr marL="171450" indent="-171450">
              <a:buSzPts val="2100"/>
              <a:buNone/>
            </a:pPr>
            <a:r>
              <a:rPr lang="es-ES" sz="2200">
                <a:latin typeface="Calibri"/>
                <a:ea typeface="Calibri"/>
                <a:cs typeface="Calibri"/>
                <a:sym typeface="Calibri"/>
              </a:rPr>
              <a:t>caminando lo entenderás. </a:t>
            </a:r>
            <a:endParaRPr lang="es-ES" sz="2200"/>
          </a:p>
          <a:p>
            <a:pPr marL="171450" indent="-171450">
              <a:buSzPts val="2100"/>
              <a:buNone/>
            </a:pPr>
            <a:r>
              <a:rPr lang="es-ES" sz="2200">
                <a:latin typeface="Calibri"/>
                <a:ea typeface="Calibri"/>
                <a:cs typeface="Calibri"/>
                <a:sym typeface="Calibri"/>
              </a:rPr>
              <a:t>Puede haber maldad </a:t>
            </a:r>
            <a:endParaRPr lang="es-ES" sz="2200"/>
          </a:p>
          <a:p>
            <a:pPr marL="171450" indent="-171450">
              <a:buSzPts val="2100"/>
              <a:buNone/>
            </a:pPr>
            <a:r>
              <a:rPr lang="es-ES" sz="2200">
                <a:latin typeface="Calibri"/>
                <a:ea typeface="Calibri"/>
                <a:cs typeface="Calibri"/>
                <a:sym typeface="Calibri"/>
              </a:rPr>
              <a:t>y el odio matar, </a:t>
            </a:r>
            <a:endParaRPr lang="es-ES" sz="2200"/>
          </a:p>
          <a:p>
            <a:pPr marL="171450" indent="-171450">
              <a:buSzPts val="2100"/>
              <a:buNone/>
            </a:pPr>
            <a:r>
              <a:rPr lang="es-ES" sz="2200">
                <a:latin typeface="Calibri"/>
                <a:ea typeface="Calibri"/>
                <a:cs typeface="Calibri"/>
                <a:sym typeface="Calibri"/>
              </a:rPr>
              <a:t>pero nunca nos quitarán </a:t>
            </a:r>
            <a:endParaRPr lang="es-ES" sz="2200"/>
          </a:p>
          <a:p>
            <a:pPr marL="171450" indent="-171450">
              <a:buSzPts val="2100"/>
              <a:buNone/>
            </a:pPr>
            <a:r>
              <a:rPr lang="es-ES" sz="2200">
                <a:latin typeface="Calibri"/>
                <a:ea typeface="Calibri"/>
                <a:cs typeface="Calibri"/>
                <a:sym typeface="Calibri"/>
              </a:rPr>
              <a:t>la grandeza de amar. </a:t>
            </a:r>
            <a:endParaRPr lang="es-ES" sz="2200"/>
          </a:p>
          <a:p>
            <a:pPr marL="0" indent="0">
              <a:buNone/>
            </a:pPr>
            <a:endParaRPr lang="pt-PT"/>
          </a:p>
        </p:txBody>
      </p:sp>
      <p:pic>
        <p:nvPicPr>
          <p:cNvPr id="5" name="Google Shape;548;p21">
            <a:extLst>
              <a:ext uri="{FF2B5EF4-FFF2-40B4-BE49-F238E27FC236}">
                <a16:creationId xmlns:a16="http://schemas.microsoft.com/office/drawing/2014/main" id="{611B64EF-EE30-41B8-938D-D0D9AA608690}"/>
              </a:ext>
            </a:extLst>
          </p:cNvPr>
          <p:cNvPicPr preferRelativeResize="0"/>
          <p:nvPr/>
        </p:nvPicPr>
        <p:blipFill rotWithShape="1">
          <a:blip r:embed="rId2">
            <a:alphaModFix/>
          </a:blip>
          <a:srcRect/>
          <a:stretch/>
        </p:blipFill>
        <p:spPr>
          <a:xfrm>
            <a:off x="5898116" y="4874228"/>
            <a:ext cx="5112568" cy="1741348"/>
          </a:xfrm>
          <a:prstGeom prst="rect">
            <a:avLst/>
          </a:prstGeom>
          <a:noFill/>
          <a:ln>
            <a:noFill/>
          </a:ln>
        </p:spPr>
      </p:pic>
      <p:grpSp>
        <p:nvGrpSpPr>
          <p:cNvPr id="11" name="Grupo 10">
            <a:extLst>
              <a:ext uri="{FF2B5EF4-FFF2-40B4-BE49-F238E27FC236}">
                <a16:creationId xmlns:a16="http://schemas.microsoft.com/office/drawing/2014/main" id="{33FFD9D4-132A-F602-5837-C45D195363DC}"/>
              </a:ext>
            </a:extLst>
          </p:cNvPr>
          <p:cNvGrpSpPr/>
          <p:nvPr/>
        </p:nvGrpSpPr>
        <p:grpSpPr>
          <a:xfrm>
            <a:off x="1057" y="-4361"/>
            <a:ext cx="12190282" cy="517821"/>
            <a:chOff x="1057" y="-4361"/>
            <a:chExt cx="12503431" cy="517821"/>
          </a:xfrm>
        </p:grpSpPr>
        <p:sp>
          <p:nvSpPr>
            <p:cNvPr id="7" name="Rectángulo 6">
              <a:extLst>
                <a:ext uri="{FF2B5EF4-FFF2-40B4-BE49-F238E27FC236}">
                  <a16:creationId xmlns:a16="http://schemas.microsoft.com/office/drawing/2014/main" id="{4D132D5B-3981-1843-44EC-BADB757F3F99}"/>
                </a:ext>
              </a:extLst>
            </p:cNvPr>
            <p:cNvSpPr/>
            <p:nvPr/>
          </p:nvSpPr>
          <p:spPr>
            <a:xfrm>
              <a:off x="9372455" y="-4360"/>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Rito de Conclusión</a:t>
              </a:r>
              <a:endParaRPr lang="es-ES">
                <a:solidFill>
                  <a:schemeClr val="tx1">
                    <a:lumMod val="49000"/>
                    <a:lumOff val="51000"/>
                  </a:schemeClr>
                </a:solidFill>
                <a:ea typeface="Calibri"/>
                <a:cs typeface="Calibri"/>
              </a:endParaRPr>
            </a:p>
          </p:txBody>
        </p:sp>
        <p:sp>
          <p:nvSpPr>
            <p:cNvPr id="8" name="Rectángulo 7">
              <a:extLst>
                <a:ext uri="{FF2B5EF4-FFF2-40B4-BE49-F238E27FC236}">
                  <a16:creationId xmlns:a16="http://schemas.microsoft.com/office/drawing/2014/main" id="{766C9DB2-D3DF-C46F-EA86-E75D29E3480D}"/>
                </a:ext>
              </a:extLst>
            </p:cNvPr>
            <p:cNvSpPr/>
            <p:nvPr/>
          </p:nvSpPr>
          <p:spPr>
            <a:xfrm>
              <a:off x="1057" y="-4361"/>
              <a:ext cx="3121596" cy="390807"/>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rgbClr val="7F7F7F"/>
                  </a:solidFill>
                  <a:ea typeface="Calibri"/>
                  <a:cs typeface="Calibri"/>
                </a:rPr>
                <a:t>Ritos Iniciales</a:t>
              </a:r>
              <a:endParaRPr lang="es-ES" sz="2400">
                <a:solidFill>
                  <a:srgbClr val="7F7F7F"/>
                </a:solidFill>
                <a:ea typeface="Calibri"/>
                <a:cs typeface="Calibri"/>
              </a:endParaRPr>
            </a:p>
          </p:txBody>
        </p:sp>
        <p:sp>
          <p:nvSpPr>
            <p:cNvPr id="9" name="Rectángulo 8">
              <a:extLst>
                <a:ext uri="{FF2B5EF4-FFF2-40B4-BE49-F238E27FC236}">
                  <a16:creationId xmlns:a16="http://schemas.microsoft.com/office/drawing/2014/main" id="{022A6929-76E1-341A-AF4C-4F52CE68D8E9}"/>
                </a:ext>
              </a:extLst>
            </p:cNvPr>
            <p:cNvSpPr/>
            <p:nvPr/>
          </p:nvSpPr>
          <p:spPr>
            <a:xfrm>
              <a:off x="3122126" y="-4360"/>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rgbClr val="7F7F7F"/>
                  </a:solidFill>
                  <a:ea typeface="Calibri"/>
                  <a:cs typeface="Calibri"/>
                </a:rPr>
                <a:t>Liturgia de la Palabra</a:t>
              </a:r>
              <a:endParaRPr lang="es-ES" sz="2400">
                <a:solidFill>
                  <a:srgbClr val="7F7F7F"/>
                </a:solidFill>
                <a:ea typeface="Calibri"/>
                <a:cs typeface="Calibri"/>
              </a:endParaRPr>
            </a:p>
          </p:txBody>
        </p:sp>
        <p:sp>
          <p:nvSpPr>
            <p:cNvPr id="10" name="Rectángulo 9">
              <a:extLst>
                <a:ext uri="{FF2B5EF4-FFF2-40B4-BE49-F238E27FC236}">
                  <a16:creationId xmlns:a16="http://schemas.microsoft.com/office/drawing/2014/main" id="{E94B43BF-8506-0E2F-CFC3-7BDE3688BAA9}"/>
                </a:ext>
              </a:extLst>
            </p:cNvPr>
            <p:cNvSpPr/>
            <p:nvPr/>
          </p:nvSpPr>
          <p:spPr>
            <a:xfrm>
              <a:off x="6247290" y="-4361"/>
              <a:ext cx="3132033" cy="517821"/>
            </a:xfrm>
            <a:prstGeom prst="rect">
              <a:avLst/>
            </a:prstGeom>
            <a:solidFill>
              <a:schemeClr val="accent1"/>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800" b="1">
                  <a:solidFill>
                    <a:srgbClr val="000000"/>
                  </a:solidFill>
                  <a:ea typeface="Calibri"/>
                  <a:cs typeface="Calibri"/>
                </a:rPr>
                <a:t>Liturgia Eucarística</a:t>
              </a:r>
              <a:endParaRPr lang="es-ES" sz="2800">
                <a:solidFill>
                  <a:srgbClr val="000000"/>
                </a:solidFill>
                <a:ea typeface="Calibri"/>
                <a:cs typeface="Calibri"/>
              </a:endParaRPr>
            </a:p>
          </p:txBody>
        </p:sp>
      </p:grpSp>
    </p:spTree>
    <p:extLst>
      <p:ext uri="{BB962C8B-B14F-4D97-AF65-F5344CB8AC3E}">
        <p14:creationId xmlns:p14="http://schemas.microsoft.com/office/powerpoint/2010/main" val="3212910123"/>
      </p:ext>
    </p:extLst>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sld>
</file>

<file path=ppt/slides/slide8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Rectángulo 4">
            <a:extLst>
              <a:ext uri="{FF2B5EF4-FFF2-40B4-BE49-F238E27FC236}">
                <a16:creationId xmlns:a16="http://schemas.microsoft.com/office/drawing/2014/main" id="{19971FD2-1A19-4FF5-B786-6DF28F7B48B1}"/>
              </a:ext>
            </a:extLst>
          </p:cNvPr>
          <p:cNvSpPr/>
          <p:nvPr/>
        </p:nvSpPr>
        <p:spPr>
          <a:xfrm>
            <a:off x="1947950" y="58848"/>
            <a:ext cx="9451571" cy="6333639"/>
          </a:xfrm>
          <a:prstGeom prst="rect">
            <a:avLst/>
          </a:prstGeom>
        </p:spPr>
        <p:txBody>
          <a:bodyPr wrap="square" numCol="2">
            <a:spAutoFit/>
          </a:bodyPr>
          <a:lstStyle/>
          <a:p>
            <a:r>
              <a:rPr lang="es-ES" sz="2400">
                <a:solidFill>
                  <a:schemeClr val="accent1"/>
                </a:solidFill>
                <a:latin typeface="Maiandra GD" panose="020E0502030308020204" pitchFamily="34" charset="0"/>
              </a:rPr>
              <a:t>Cosas de locos (Alberto y Emilia)</a:t>
            </a:r>
          </a:p>
          <a:p>
            <a:endParaRPr lang="es-ES">
              <a:latin typeface="Maiandra GD" panose="020E0502030308020204" pitchFamily="34" charset="0"/>
            </a:endParaRPr>
          </a:p>
          <a:p>
            <a:endParaRPr lang="es-ES">
              <a:latin typeface="Maiandra GD" panose="020E0502030308020204" pitchFamily="34" charset="0"/>
            </a:endParaRPr>
          </a:p>
          <a:p>
            <a:endParaRPr lang="es-ES">
              <a:latin typeface="Maiandra GD" panose="020E0502030308020204" pitchFamily="34" charset="0"/>
            </a:endParaRPr>
          </a:p>
          <a:p>
            <a:r>
              <a:rPr lang="es-ES">
                <a:latin typeface="Maiandra GD" panose="020E0502030308020204" pitchFamily="34" charset="0"/>
              </a:rPr>
              <a:t>Si pienso en lo que quieres que yo haga,</a:t>
            </a:r>
          </a:p>
          <a:p>
            <a:r>
              <a:rPr lang="es-ES">
                <a:latin typeface="Maiandra GD" panose="020E0502030308020204" pitchFamily="34" charset="0"/>
              </a:rPr>
              <a:t>si tengo que hacer caso a tus palabras,</a:t>
            </a:r>
          </a:p>
          <a:p>
            <a:r>
              <a:rPr lang="es-ES">
                <a:latin typeface="Maiandra GD" panose="020E0502030308020204" pitchFamily="34" charset="0"/>
              </a:rPr>
              <a:t>si quieres que te diga lo que pienso,</a:t>
            </a:r>
          </a:p>
          <a:p>
            <a:r>
              <a:rPr lang="es-ES">
                <a:latin typeface="Maiandra GD" panose="020E0502030308020204" pitchFamily="34" charset="0"/>
              </a:rPr>
              <a:t>es de locos, es de locos…</a:t>
            </a:r>
          </a:p>
          <a:p>
            <a:r>
              <a:rPr lang="es-ES">
                <a:latin typeface="Maiandra GD" panose="020E0502030308020204" pitchFamily="34" charset="0"/>
              </a:rPr>
              <a:t> </a:t>
            </a:r>
          </a:p>
          <a:p>
            <a:r>
              <a:rPr lang="es-ES">
                <a:latin typeface="Maiandra GD" panose="020E0502030308020204" pitchFamily="34" charset="0"/>
              </a:rPr>
              <a:t>Si quieres que me quite las cadenas</a:t>
            </a:r>
          </a:p>
          <a:p>
            <a:r>
              <a:rPr lang="es-ES">
                <a:latin typeface="Maiandra GD" panose="020E0502030308020204" pitchFamily="34" charset="0"/>
              </a:rPr>
              <a:t>que me hacen sentir seguro aquí abajo</a:t>
            </a:r>
          </a:p>
          <a:p>
            <a:r>
              <a:rPr lang="es-ES">
                <a:latin typeface="Maiandra GD" panose="020E0502030308020204" pitchFamily="34" charset="0"/>
              </a:rPr>
              <a:t>es como si me vaciara las venas,</a:t>
            </a:r>
          </a:p>
          <a:p>
            <a:r>
              <a:rPr lang="es-ES">
                <a:latin typeface="Maiandra GD" panose="020E0502030308020204" pitchFamily="34" charset="0"/>
              </a:rPr>
              <a:t>estás loco, estás loco…</a:t>
            </a:r>
          </a:p>
          <a:p>
            <a:r>
              <a:rPr lang="es-ES">
                <a:latin typeface="Maiandra GD" panose="020E0502030308020204" pitchFamily="34" charset="0"/>
              </a:rPr>
              <a:t> </a:t>
            </a:r>
          </a:p>
          <a:p>
            <a:r>
              <a:rPr lang="es-ES" b="1">
                <a:latin typeface="Maiandra GD" panose="020E0502030308020204" pitchFamily="34" charset="0"/>
              </a:rPr>
              <a:t>Sólo te pido fuerzas para hacer</a:t>
            </a:r>
          </a:p>
          <a:p>
            <a:r>
              <a:rPr lang="es-ES" b="1">
                <a:latin typeface="Maiandra GD" panose="020E0502030308020204" pitchFamily="34" charset="0"/>
              </a:rPr>
              <a:t>de mi debilidad</a:t>
            </a:r>
          </a:p>
          <a:p>
            <a:r>
              <a:rPr lang="es-ES" b="1">
                <a:latin typeface="Maiandra GD" panose="020E0502030308020204" pitchFamily="34" charset="0"/>
              </a:rPr>
              <a:t>un férreo vendaval</a:t>
            </a:r>
          </a:p>
          <a:p>
            <a:r>
              <a:rPr lang="es-ES" b="1">
                <a:latin typeface="Maiandra GD" panose="020E0502030308020204" pitchFamily="34" charset="0"/>
              </a:rPr>
              <a:t>Desde el convencimiento</a:t>
            </a:r>
          </a:p>
          <a:p>
            <a:r>
              <a:rPr lang="es-ES" b="1">
                <a:latin typeface="Maiandra GD" panose="020E0502030308020204" pitchFamily="34" charset="0"/>
              </a:rPr>
              <a:t>que tal vez </a:t>
            </a:r>
          </a:p>
          <a:p>
            <a:r>
              <a:rPr lang="es-ES" b="1">
                <a:latin typeface="Maiandra GD" panose="020E0502030308020204" pitchFamily="34" charset="0"/>
              </a:rPr>
              <a:t>hoy todo pueda ser </a:t>
            </a:r>
          </a:p>
          <a:p>
            <a:r>
              <a:rPr lang="es-ES" b="1">
                <a:latin typeface="Maiandra GD" panose="020E0502030308020204" pitchFamily="34" charset="0"/>
              </a:rPr>
              <a:t>de nuevo realidad</a:t>
            </a:r>
          </a:p>
          <a:p>
            <a:r>
              <a:rPr lang="es-ES" b="1">
                <a:latin typeface="Maiandra GD" panose="020E0502030308020204" pitchFamily="34" charset="0"/>
              </a:rPr>
              <a:t>que ya estás al llegar.</a:t>
            </a:r>
          </a:p>
          <a:p>
            <a:r>
              <a:rPr lang="es-ES">
                <a:latin typeface="Maiandra GD" panose="020E0502030308020204" pitchFamily="34" charset="0"/>
              </a:rPr>
              <a:t> </a:t>
            </a:r>
          </a:p>
          <a:p>
            <a:endParaRPr lang="es-ES">
              <a:latin typeface="Maiandra GD" panose="020E0502030308020204" pitchFamily="34" charset="0"/>
            </a:endParaRPr>
          </a:p>
          <a:p>
            <a:endParaRPr lang="es-ES">
              <a:latin typeface="Maiandra GD" panose="020E0502030308020204" pitchFamily="34" charset="0"/>
            </a:endParaRPr>
          </a:p>
          <a:p>
            <a:endParaRPr lang="es-ES">
              <a:latin typeface="Maiandra GD" panose="020E0502030308020204" pitchFamily="34" charset="0"/>
            </a:endParaRPr>
          </a:p>
          <a:p>
            <a:r>
              <a:rPr lang="es-ES">
                <a:latin typeface="Maiandra GD" panose="020E0502030308020204" pitchFamily="34" charset="0"/>
              </a:rPr>
              <a:t>De todas formas sé que es necesario</a:t>
            </a:r>
          </a:p>
          <a:p>
            <a:r>
              <a:rPr lang="es-ES">
                <a:latin typeface="Maiandra GD" panose="020E0502030308020204" pitchFamily="34" charset="0"/>
              </a:rPr>
              <a:t>andar contra corriente en esta tierra</a:t>
            </a:r>
          </a:p>
          <a:p>
            <a:r>
              <a:rPr lang="es-ES">
                <a:latin typeface="Maiandra GD" panose="020E0502030308020204" pitchFamily="34" charset="0"/>
              </a:rPr>
              <a:t>y que en el fondo merece la pena</a:t>
            </a:r>
          </a:p>
          <a:p>
            <a:r>
              <a:rPr lang="es-ES">
                <a:latin typeface="Maiandra GD" panose="020E0502030308020204" pitchFamily="34" charset="0"/>
              </a:rPr>
              <a:t>estar loco, estar loco…</a:t>
            </a:r>
          </a:p>
        </p:txBody>
      </p:sp>
      <p:pic>
        <p:nvPicPr>
          <p:cNvPr id="1026" name="Picture 2">
            <a:extLst>
              <a:ext uri="{FF2B5EF4-FFF2-40B4-BE49-F238E27FC236}">
                <a16:creationId xmlns:a16="http://schemas.microsoft.com/office/drawing/2014/main" id="{10F19C98-67BE-4A31-9CC8-9F9E564FAAF1}"/>
              </a:ext>
            </a:extLst>
          </p:cNvPr>
          <p:cNvPicPr>
            <a:picLocks noChangeAspect="1" noChangeArrowheads="1"/>
          </p:cNvPicPr>
          <p:nvPr/>
        </p:nvPicPr>
        <p:blipFill>
          <a:blip r:embed="rId2">
            <a:lum bright="70000" contrast="-70000"/>
            <a:extLst>
              <a:ext uri="{28A0092B-C50C-407E-A947-70E740481C1C}">
                <a14:useLocalDpi xmlns:a14="http://schemas.microsoft.com/office/drawing/2010/main" val="0"/>
              </a:ext>
            </a:extLst>
          </a:blip>
          <a:srcRect/>
          <a:stretch/>
        </p:blipFill>
        <p:spPr bwMode="auto">
          <a:xfrm rot="20179116">
            <a:off x="5587972" y="3302695"/>
            <a:ext cx="4692515" cy="2209929"/>
          </a:xfrm>
          <a:prstGeom prst="rect">
            <a:avLst/>
          </a:prstGeom>
          <a:solidFill>
            <a:schemeClr val="accent6"/>
          </a:solidFill>
        </p:spPr>
      </p:pic>
    </p:spTree>
    <p:extLst>
      <p:ext uri="{BB962C8B-B14F-4D97-AF65-F5344CB8AC3E}">
        <p14:creationId xmlns:p14="http://schemas.microsoft.com/office/powerpoint/2010/main" val="4151145345"/>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Rectángulo 2">
            <a:extLst>
              <a:ext uri="{FF2B5EF4-FFF2-40B4-BE49-F238E27FC236}">
                <a16:creationId xmlns:a16="http://schemas.microsoft.com/office/drawing/2014/main" id="{2F901A6B-7622-A9E6-6039-E00BB156CB64}"/>
              </a:ext>
            </a:extLst>
          </p:cNvPr>
          <p:cNvSpPr/>
          <p:nvPr/>
        </p:nvSpPr>
        <p:spPr>
          <a:xfrm>
            <a:off x="210442" y="1146216"/>
            <a:ext cx="11726636" cy="6370975"/>
          </a:xfrm>
          <a:prstGeom prst="rect">
            <a:avLst/>
          </a:prstGeom>
        </p:spPr>
        <p:txBody>
          <a:bodyPr wrap="square" lIns="91440" tIns="45720" rIns="91440" bIns="45720" numCol="2" anchor="t">
            <a:spAutoFit/>
          </a:bodyPr>
          <a:lstStyle/>
          <a:p>
            <a:r>
              <a:rPr lang="es-ES_tradnl" sz="2400" dirty="0">
                <a:solidFill>
                  <a:srgbClr val="000000"/>
                </a:solidFill>
                <a:latin typeface="Calibri"/>
                <a:ea typeface="Calibri"/>
                <a:cs typeface="Calibri"/>
              </a:rPr>
              <a:t>1. El que me sigue en la vida,</a:t>
            </a:r>
            <a:br>
              <a:rPr lang="es-ES_tradnl" sz="2400" dirty="0">
                <a:solidFill>
                  <a:srgbClr val="000000"/>
                </a:solidFill>
                <a:latin typeface="Calibri"/>
                <a:ea typeface="Calibri"/>
                <a:cs typeface="Calibri"/>
              </a:rPr>
            </a:br>
            <a:r>
              <a:rPr lang="es-ES_tradnl" sz="2400" dirty="0">
                <a:solidFill>
                  <a:srgbClr val="000000"/>
                </a:solidFill>
                <a:latin typeface="Calibri"/>
                <a:ea typeface="Calibri"/>
                <a:cs typeface="Calibri"/>
              </a:rPr>
              <a:t>sal de la tierra será,</a:t>
            </a:r>
            <a:br>
              <a:rPr lang="es-ES_tradnl" sz="2400" dirty="0">
                <a:solidFill>
                  <a:srgbClr val="000000"/>
                </a:solidFill>
                <a:latin typeface="Calibri"/>
                <a:ea typeface="Calibri"/>
                <a:cs typeface="Calibri"/>
              </a:rPr>
            </a:br>
            <a:r>
              <a:rPr lang="es-ES_tradnl" sz="2400" dirty="0">
                <a:solidFill>
                  <a:srgbClr val="000000"/>
                </a:solidFill>
                <a:latin typeface="Calibri"/>
                <a:ea typeface="Calibri"/>
                <a:cs typeface="Calibri"/>
              </a:rPr>
              <a:t>mas si la sal se adultera,</a:t>
            </a:r>
            <a:br>
              <a:rPr lang="es-ES_tradnl" sz="2400" dirty="0">
                <a:solidFill>
                  <a:srgbClr val="000000"/>
                </a:solidFill>
                <a:latin typeface="Calibri"/>
                <a:ea typeface="Calibri"/>
                <a:cs typeface="Calibri"/>
              </a:rPr>
            </a:br>
            <a:r>
              <a:rPr lang="es-ES_tradnl" sz="2400" dirty="0">
                <a:solidFill>
                  <a:srgbClr val="000000"/>
                </a:solidFill>
                <a:latin typeface="Calibri"/>
                <a:ea typeface="Calibri"/>
                <a:cs typeface="Calibri"/>
              </a:rPr>
              <a:t>los hombres la pisarán.</a:t>
            </a:r>
            <a:endParaRPr lang="es-ES" dirty="0">
              <a:ea typeface="Calibri" panose="020F0502020204030204"/>
              <a:cs typeface="Calibri" panose="020F0502020204030204"/>
            </a:endParaRPr>
          </a:p>
          <a:p>
            <a:r>
              <a:rPr lang="es-ES_tradnl" sz="2400" dirty="0">
                <a:solidFill>
                  <a:srgbClr val="000000"/>
                </a:solidFill>
                <a:latin typeface="Calibri"/>
                <a:ea typeface="Calibri"/>
                <a:cs typeface="Calibri"/>
              </a:rPr>
              <a:t>Que sea mi vida la sal,  </a:t>
            </a:r>
            <a:br>
              <a:rPr lang="es-ES_tradnl" sz="2400" dirty="0">
                <a:solidFill>
                  <a:srgbClr val="000000"/>
                </a:solidFill>
                <a:latin typeface="Calibri"/>
                <a:ea typeface="Calibri"/>
                <a:cs typeface="Calibri"/>
              </a:rPr>
            </a:br>
            <a:r>
              <a:rPr lang="es-ES_tradnl" sz="2400" dirty="0">
                <a:solidFill>
                  <a:srgbClr val="000000"/>
                </a:solidFill>
                <a:latin typeface="Calibri"/>
                <a:ea typeface="Calibri"/>
                <a:cs typeface="Calibri"/>
              </a:rPr>
              <a:t>que sea mi vida la luz.</a:t>
            </a:r>
            <a:br>
              <a:rPr lang="es-ES_tradnl" sz="2400" dirty="0">
                <a:solidFill>
                  <a:srgbClr val="000000"/>
                </a:solidFill>
                <a:latin typeface="Calibri"/>
                <a:ea typeface="Calibri"/>
                <a:cs typeface="Calibri"/>
              </a:rPr>
            </a:br>
            <a:r>
              <a:rPr lang="es-ES_tradnl" sz="2400" dirty="0">
                <a:solidFill>
                  <a:srgbClr val="000000"/>
                </a:solidFill>
                <a:latin typeface="Calibri"/>
                <a:ea typeface="Calibri"/>
                <a:cs typeface="Calibri"/>
              </a:rPr>
              <a:t>Sal que sala, luz que brilla,</a:t>
            </a:r>
            <a:br>
              <a:rPr lang="es-ES_tradnl" sz="2400" dirty="0">
                <a:solidFill>
                  <a:srgbClr val="000000"/>
                </a:solidFill>
                <a:latin typeface="Calibri"/>
                <a:ea typeface="Calibri"/>
                <a:cs typeface="Calibri"/>
              </a:rPr>
            </a:br>
            <a:r>
              <a:rPr lang="es-ES_tradnl" sz="2400" dirty="0">
                <a:solidFill>
                  <a:srgbClr val="000000"/>
                </a:solidFill>
                <a:latin typeface="Calibri"/>
                <a:ea typeface="Calibri"/>
                <a:cs typeface="Calibri"/>
              </a:rPr>
              <a:t>sal y fuego es Jesús.</a:t>
            </a:r>
            <a:endParaRPr lang="es-ES_tradnl" dirty="0">
              <a:ea typeface="Calibri" panose="020F0502020204030204"/>
              <a:cs typeface="Calibri" panose="020F0502020204030204"/>
            </a:endParaRPr>
          </a:p>
          <a:p>
            <a:r>
              <a:rPr lang="es-ES_tradnl" sz="2400" dirty="0">
                <a:solidFill>
                  <a:srgbClr val="000000"/>
                </a:solidFill>
                <a:latin typeface="Calibri"/>
                <a:ea typeface="Calibri"/>
                <a:cs typeface="Calibri"/>
              </a:rPr>
              <a:t>2. Sois como la luz del mundo</a:t>
            </a:r>
            <a:br>
              <a:rPr lang="es-ES_tradnl" sz="2400" dirty="0">
                <a:solidFill>
                  <a:srgbClr val="000000"/>
                </a:solidFill>
                <a:latin typeface="Calibri"/>
                <a:ea typeface="Calibri"/>
                <a:cs typeface="Calibri"/>
              </a:rPr>
            </a:br>
            <a:r>
              <a:rPr lang="es-ES_tradnl" sz="2400" dirty="0">
                <a:solidFill>
                  <a:srgbClr val="000000"/>
                </a:solidFill>
                <a:latin typeface="Calibri"/>
                <a:ea typeface="Calibri"/>
                <a:cs typeface="Calibri"/>
              </a:rPr>
              <a:t>que a la ciudad alumbra,</a:t>
            </a:r>
            <a:br>
              <a:rPr lang="es-ES_tradnl" sz="2400" dirty="0">
                <a:solidFill>
                  <a:srgbClr val="000000"/>
                </a:solidFill>
                <a:latin typeface="Calibri"/>
                <a:ea typeface="Calibri"/>
                <a:cs typeface="Calibri"/>
              </a:rPr>
            </a:br>
            <a:r>
              <a:rPr lang="es-ES_tradnl" sz="2400" dirty="0">
                <a:solidFill>
                  <a:srgbClr val="000000"/>
                </a:solidFill>
                <a:latin typeface="Calibri"/>
                <a:ea typeface="Calibri"/>
                <a:cs typeface="Calibri"/>
              </a:rPr>
              <a:t>ésta se pone en la cima</a:t>
            </a:r>
            <a:br>
              <a:rPr lang="es-ES_tradnl" sz="2400" dirty="0">
                <a:solidFill>
                  <a:srgbClr val="000000"/>
                </a:solidFill>
                <a:latin typeface="Calibri"/>
                <a:ea typeface="Calibri"/>
                <a:cs typeface="Calibri"/>
              </a:rPr>
            </a:br>
            <a:r>
              <a:rPr lang="es-ES_tradnl" sz="2400" dirty="0">
                <a:solidFill>
                  <a:srgbClr val="000000"/>
                </a:solidFill>
                <a:latin typeface="Calibri"/>
                <a:ea typeface="Calibri"/>
                <a:cs typeface="Calibri"/>
              </a:rPr>
              <a:t>donde el monte se encumbra.</a:t>
            </a:r>
            <a:endParaRPr lang="es-ES" dirty="0">
              <a:ea typeface="Calibri" panose="020F0502020204030204"/>
              <a:cs typeface="Calibri" panose="020F0502020204030204"/>
            </a:endParaRPr>
          </a:p>
          <a:p>
            <a:endParaRPr lang="es-ES_tradnl" sz="2400" dirty="0">
              <a:solidFill>
                <a:srgbClr val="000000"/>
              </a:solidFill>
              <a:latin typeface="Calibri"/>
              <a:ea typeface="Calibri"/>
              <a:cs typeface="Calibri"/>
            </a:endParaRPr>
          </a:p>
          <a:p>
            <a:endParaRPr lang="es-ES_tradnl" sz="2400" dirty="0">
              <a:solidFill>
                <a:srgbClr val="000000"/>
              </a:solidFill>
              <a:latin typeface="Calibri"/>
              <a:ea typeface="Calibri"/>
              <a:cs typeface="Calibri"/>
            </a:endParaRPr>
          </a:p>
          <a:p>
            <a:endParaRPr lang="es-ES_tradnl" sz="2400" dirty="0">
              <a:solidFill>
                <a:srgbClr val="000000"/>
              </a:solidFill>
              <a:latin typeface="Calibri"/>
              <a:ea typeface="Calibri"/>
              <a:cs typeface="Calibri"/>
            </a:endParaRPr>
          </a:p>
          <a:p>
            <a:endParaRPr lang="es-ES_tradnl" sz="2400" dirty="0">
              <a:solidFill>
                <a:srgbClr val="000000"/>
              </a:solidFill>
              <a:latin typeface="Calibri"/>
              <a:ea typeface="Calibri"/>
              <a:cs typeface="Calibri"/>
            </a:endParaRPr>
          </a:p>
          <a:p>
            <a:endParaRPr lang="es-ES_tradnl" sz="2400" dirty="0">
              <a:solidFill>
                <a:srgbClr val="000000"/>
              </a:solidFill>
              <a:latin typeface="Calibri"/>
              <a:ea typeface="Calibri"/>
              <a:cs typeface="Calibri"/>
            </a:endParaRPr>
          </a:p>
          <a:p>
            <a:r>
              <a:rPr lang="es-ES_tradnl" sz="2400" dirty="0">
                <a:solidFill>
                  <a:srgbClr val="000000"/>
                </a:solidFill>
                <a:latin typeface="Calibri"/>
                <a:ea typeface="Calibri"/>
                <a:cs typeface="Calibri"/>
              </a:rPr>
              <a:t>3. Que brille así vuestra luz</a:t>
            </a:r>
            <a:br>
              <a:rPr lang="es-ES_tradnl" sz="2400" dirty="0">
                <a:solidFill>
                  <a:srgbClr val="000000"/>
                </a:solidFill>
                <a:latin typeface="Calibri"/>
                <a:ea typeface="Calibri"/>
                <a:cs typeface="Calibri"/>
              </a:rPr>
            </a:br>
            <a:r>
              <a:rPr lang="es-ES_tradnl" sz="2400" dirty="0">
                <a:solidFill>
                  <a:srgbClr val="000000"/>
                </a:solidFill>
                <a:latin typeface="Calibri"/>
                <a:ea typeface="Calibri"/>
                <a:cs typeface="Calibri"/>
              </a:rPr>
              <a:t>ante los hombres del mundo</a:t>
            </a:r>
            <a:br>
              <a:rPr lang="es-ES_tradnl" sz="2400" dirty="0">
                <a:solidFill>
                  <a:srgbClr val="000000"/>
                </a:solidFill>
                <a:latin typeface="Calibri"/>
                <a:ea typeface="Calibri"/>
                <a:cs typeface="Calibri"/>
              </a:rPr>
            </a:br>
            <a:r>
              <a:rPr lang="es-ES_tradnl" sz="2400" dirty="0">
                <a:solidFill>
                  <a:srgbClr val="000000"/>
                </a:solidFill>
                <a:latin typeface="Calibri"/>
                <a:ea typeface="Calibri"/>
                <a:cs typeface="Calibri"/>
              </a:rPr>
              <a:t>que palpen las buenas obras</a:t>
            </a:r>
            <a:br>
              <a:rPr lang="es-ES_tradnl" sz="2400" dirty="0">
                <a:solidFill>
                  <a:srgbClr val="000000"/>
                </a:solidFill>
                <a:latin typeface="Calibri"/>
                <a:ea typeface="Calibri"/>
                <a:cs typeface="Calibri"/>
              </a:rPr>
            </a:br>
            <a:r>
              <a:rPr lang="es-ES_tradnl" sz="2400" dirty="0">
                <a:solidFill>
                  <a:srgbClr val="000000"/>
                </a:solidFill>
                <a:latin typeface="Calibri"/>
                <a:ea typeface="Calibri"/>
                <a:cs typeface="Calibri"/>
              </a:rPr>
              <a:t>de lo externo a lo profundo.</a:t>
            </a:r>
            <a:endParaRPr lang="es-ES" sz="2400" dirty="0">
              <a:latin typeface="Calibri"/>
              <a:ea typeface="Calibri"/>
              <a:cs typeface="Calibri"/>
            </a:endParaRPr>
          </a:p>
        </p:txBody>
      </p:sp>
      <p:sp>
        <p:nvSpPr>
          <p:cNvPr id="5" name="1 Título">
            <a:extLst>
              <a:ext uri="{FF2B5EF4-FFF2-40B4-BE49-F238E27FC236}">
                <a16:creationId xmlns:a16="http://schemas.microsoft.com/office/drawing/2014/main" id="{0C483343-C455-E2B3-1D71-9DBD79D27137}"/>
              </a:ext>
            </a:extLst>
          </p:cNvPr>
          <p:cNvSpPr txBox="1">
            <a:spLocks/>
          </p:cNvSpPr>
          <p:nvPr/>
        </p:nvSpPr>
        <p:spPr>
          <a:xfrm>
            <a:off x="1762181" y="246582"/>
            <a:ext cx="7944464" cy="1096604"/>
          </a:xfrm>
          <a:prstGeom prst="rect">
            <a:avLst/>
          </a:prstGeom>
        </p:spPr>
        <p:txBody>
          <a:bodyPr vert="horz" lIns="91440" tIns="45720" rIns="91440" bIns="45720" rtlCol="0" anchor="ctr">
            <a:no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es-ES" sz="4800" dirty="0">
                <a:ea typeface="Tahoma"/>
                <a:cs typeface="Calibri"/>
              </a:rPr>
              <a:t>LA SAL Y LA LUZ</a:t>
            </a:r>
            <a:endParaRPr lang="es-ES" sz="4800" dirty="0">
              <a:ea typeface="Tahoma" panose="020B0604030504040204" pitchFamily="34" charset="0"/>
              <a:cs typeface="Calibri" panose="020F0502020204030204" pitchFamily="34" charset="0"/>
            </a:endParaRPr>
          </a:p>
        </p:txBody>
      </p:sp>
      <p:grpSp>
        <p:nvGrpSpPr>
          <p:cNvPr id="11" name="Grupo 10">
            <a:extLst>
              <a:ext uri="{FF2B5EF4-FFF2-40B4-BE49-F238E27FC236}">
                <a16:creationId xmlns:a16="http://schemas.microsoft.com/office/drawing/2014/main" id="{AFC1EB38-AAA6-B96B-A254-AECF05080D70}"/>
              </a:ext>
            </a:extLst>
          </p:cNvPr>
          <p:cNvGrpSpPr/>
          <p:nvPr/>
        </p:nvGrpSpPr>
        <p:grpSpPr>
          <a:xfrm>
            <a:off x="1057" y="-4361"/>
            <a:ext cx="12190282" cy="517821"/>
            <a:chOff x="1057" y="-4361"/>
            <a:chExt cx="12503431" cy="517821"/>
          </a:xfrm>
        </p:grpSpPr>
        <p:sp>
          <p:nvSpPr>
            <p:cNvPr id="7" name="Rectángulo 6">
              <a:extLst>
                <a:ext uri="{FF2B5EF4-FFF2-40B4-BE49-F238E27FC236}">
                  <a16:creationId xmlns:a16="http://schemas.microsoft.com/office/drawing/2014/main" id="{05755E45-775A-5976-9476-FFDA01A524EB}"/>
                </a:ext>
              </a:extLst>
            </p:cNvPr>
            <p:cNvSpPr/>
            <p:nvPr/>
          </p:nvSpPr>
          <p:spPr>
            <a:xfrm>
              <a:off x="9372455" y="-4360"/>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Rito de Conclusión</a:t>
              </a:r>
              <a:endParaRPr lang="es-ES">
                <a:solidFill>
                  <a:schemeClr val="tx1">
                    <a:lumMod val="49000"/>
                    <a:lumOff val="51000"/>
                  </a:schemeClr>
                </a:solidFill>
                <a:ea typeface="Calibri"/>
                <a:cs typeface="Calibri"/>
              </a:endParaRPr>
            </a:p>
          </p:txBody>
        </p:sp>
        <p:sp>
          <p:nvSpPr>
            <p:cNvPr id="8" name="Rectángulo 7">
              <a:extLst>
                <a:ext uri="{FF2B5EF4-FFF2-40B4-BE49-F238E27FC236}">
                  <a16:creationId xmlns:a16="http://schemas.microsoft.com/office/drawing/2014/main" id="{3443ECB7-4A91-4D14-3BF6-41ECCDB682F6}"/>
                </a:ext>
              </a:extLst>
            </p:cNvPr>
            <p:cNvSpPr/>
            <p:nvPr/>
          </p:nvSpPr>
          <p:spPr>
            <a:xfrm>
              <a:off x="1057" y="-4361"/>
              <a:ext cx="3121596" cy="390807"/>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rgbClr val="7F7F7F"/>
                  </a:solidFill>
                  <a:ea typeface="Calibri"/>
                  <a:cs typeface="Calibri"/>
                </a:rPr>
                <a:t>Ritos Iniciales</a:t>
              </a:r>
              <a:endParaRPr lang="es-ES" sz="2400">
                <a:solidFill>
                  <a:srgbClr val="7F7F7F"/>
                </a:solidFill>
                <a:ea typeface="Calibri"/>
                <a:cs typeface="Calibri"/>
              </a:endParaRPr>
            </a:p>
          </p:txBody>
        </p:sp>
        <p:sp>
          <p:nvSpPr>
            <p:cNvPr id="9" name="Rectángulo 8">
              <a:extLst>
                <a:ext uri="{FF2B5EF4-FFF2-40B4-BE49-F238E27FC236}">
                  <a16:creationId xmlns:a16="http://schemas.microsoft.com/office/drawing/2014/main" id="{4FA4D983-ABF1-1C31-D079-1731D42F4FCE}"/>
                </a:ext>
              </a:extLst>
            </p:cNvPr>
            <p:cNvSpPr/>
            <p:nvPr/>
          </p:nvSpPr>
          <p:spPr>
            <a:xfrm>
              <a:off x="3122126" y="-4360"/>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rgbClr val="7F7F7F"/>
                  </a:solidFill>
                  <a:ea typeface="Calibri"/>
                  <a:cs typeface="Calibri"/>
                </a:rPr>
                <a:t>Liturgia de la Palabra</a:t>
              </a:r>
              <a:endParaRPr lang="es-ES" sz="2400">
                <a:solidFill>
                  <a:srgbClr val="7F7F7F"/>
                </a:solidFill>
                <a:ea typeface="Calibri"/>
                <a:cs typeface="Calibri"/>
              </a:endParaRPr>
            </a:p>
          </p:txBody>
        </p:sp>
        <p:sp>
          <p:nvSpPr>
            <p:cNvPr id="10" name="Rectángulo 9">
              <a:extLst>
                <a:ext uri="{FF2B5EF4-FFF2-40B4-BE49-F238E27FC236}">
                  <a16:creationId xmlns:a16="http://schemas.microsoft.com/office/drawing/2014/main" id="{79446A4A-AE98-296C-DA07-29590EE3E1D3}"/>
                </a:ext>
              </a:extLst>
            </p:cNvPr>
            <p:cNvSpPr/>
            <p:nvPr/>
          </p:nvSpPr>
          <p:spPr>
            <a:xfrm>
              <a:off x="6247290" y="-4361"/>
              <a:ext cx="3132033" cy="517821"/>
            </a:xfrm>
            <a:prstGeom prst="rect">
              <a:avLst/>
            </a:prstGeom>
            <a:solidFill>
              <a:schemeClr val="accent1"/>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800" b="1">
                  <a:solidFill>
                    <a:srgbClr val="000000"/>
                  </a:solidFill>
                  <a:ea typeface="Calibri"/>
                  <a:cs typeface="Calibri"/>
                </a:rPr>
                <a:t>Liturgia Eucarística</a:t>
              </a:r>
              <a:endParaRPr lang="es-ES" sz="2800">
                <a:solidFill>
                  <a:srgbClr val="000000"/>
                </a:solidFill>
                <a:ea typeface="Calibri"/>
                <a:cs typeface="Calibri"/>
              </a:endParaRPr>
            </a:p>
          </p:txBody>
        </p:sp>
      </p:grpSp>
    </p:spTree>
    <p:extLst>
      <p:ext uri="{BB962C8B-B14F-4D97-AF65-F5344CB8AC3E}">
        <p14:creationId xmlns:p14="http://schemas.microsoft.com/office/powerpoint/2010/main" val="1158970193"/>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1 Título"/>
          <p:cNvSpPr>
            <a:spLocks noGrp="1"/>
          </p:cNvSpPr>
          <p:nvPr>
            <p:ph type="title" idx="4294967295"/>
          </p:nvPr>
        </p:nvSpPr>
        <p:spPr>
          <a:xfrm>
            <a:off x="1762181" y="246582"/>
            <a:ext cx="7944464" cy="1096604"/>
          </a:xfrm>
        </p:spPr>
        <p:txBody>
          <a:bodyPr>
            <a:noAutofit/>
          </a:bodyPr>
          <a:lstStyle/>
          <a:p>
            <a:pPr algn="ctr"/>
            <a:r>
              <a:rPr lang="es-ES" sz="4800">
                <a:ea typeface="Tahoma"/>
                <a:cs typeface="Calibri"/>
              </a:rPr>
              <a:t>ALMA MISIONERA</a:t>
            </a:r>
            <a:endParaRPr lang="es-ES" sz="3600">
              <a:ea typeface="Tahoma" panose="020B0604030504040204" pitchFamily="34" charset="0"/>
              <a:cs typeface="Calibri" panose="020F0502020204030204" pitchFamily="34" charset="0"/>
            </a:endParaRPr>
          </a:p>
        </p:txBody>
      </p:sp>
      <p:sp>
        <p:nvSpPr>
          <p:cNvPr id="7" name="Rectángulo 6"/>
          <p:cNvSpPr/>
          <p:nvPr/>
        </p:nvSpPr>
        <p:spPr>
          <a:xfrm>
            <a:off x="210442" y="1146216"/>
            <a:ext cx="11726636" cy="5705182"/>
          </a:xfrm>
          <a:prstGeom prst="rect">
            <a:avLst/>
          </a:prstGeom>
        </p:spPr>
        <p:txBody>
          <a:bodyPr wrap="square" lIns="91440" tIns="45720" rIns="91440" bIns="45720" numCol="2" anchor="t">
            <a:spAutoFit/>
          </a:bodyPr>
          <a:lstStyle/>
          <a:p>
            <a:pPr algn="just"/>
            <a:r>
              <a:rPr lang="es-ES_tradnl" sz="2400">
                <a:solidFill>
                  <a:srgbClr val="000000"/>
                </a:solidFill>
                <a:latin typeface="Calibri"/>
                <a:ea typeface="Calibri"/>
                <a:cs typeface="Calibri"/>
              </a:rPr>
              <a:t>Señor, toma mi vida nueva</a:t>
            </a:r>
          </a:p>
          <a:p>
            <a:pPr algn="just"/>
            <a:r>
              <a:rPr lang="es-ES_tradnl" sz="2400">
                <a:solidFill>
                  <a:srgbClr val="000000"/>
                </a:solidFill>
                <a:latin typeface="Calibri"/>
                <a:ea typeface="Calibri"/>
                <a:cs typeface="Calibri"/>
              </a:rPr>
              <a:t>antes de que la espera desgaste años en mí.</a:t>
            </a:r>
          </a:p>
          <a:p>
            <a:pPr algn="just"/>
            <a:r>
              <a:rPr lang="es-ES_tradnl" sz="2400">
                <a:ea typeface="Calibri"/>
                <a:cs typeface="Calibri"/>
              </a:rPr>
              <a:t>Estoy dispuesto a lo que quieras </a:t>
            </a:r>
          </a:p>
          <a:p>
            <a:pPr algn="just"/>
            <a:r>
              <a:rPr lang="es-ES_tradnl" sz="2400">
                <a:ea typeface="Calibri"/>
                <a:cs typeface="Calibri"/>
              </a:rPr>
              <a:t>no importa lo que sea, Tú llámame a servir.</a:t>
            </a:r>
          </a:p>
          <a:p>
            <a:pPr algn="just"/>
            <a:endParaRPr lang="es-ES" sz="2400">
              <a:ea typeface="Calibri"/>
              <a:cs typeface="Calibri"/>
            </a:endParaRPr>
          </a:p>
          <a:p>
            <a:pPr algn="just"/>
            <a:r>
              <a:rPr lang="es-ES_tradnl" sz="2400">
                <a:solidFill>
                  <a:srgbClr val="000000"/>
                </a:solidFill>
                <a:latin typeface="Calibri"/>
                <a:ea typeface="Calibri"/>
                <a:cs typeface="Calibri"/>
              </a:rPr>
              <a:t>LLEVAME DONDE LOS HOMBRES </a:t>
            </a:r>
            <a:endParaRPr lang="es-ES" sz="2400">
              <a:solidFill>
                <a:srgbClr val="000000"/>
              </a:solidFill>
              <a:latin typeface="Calibri"/>
              <a:ea typeface="Calibri"/>
              <a:cs typeface="Calibri"/>
            </a:endParaRPr>
          </a:p>
          <a:p>
            <a:pPr algn="just"/>
            <a:r>
              <a:rPr lang="es-ES_tradnl" sz="2400">
                <a:solidFill>
                  <a:srgbClr val="000000"/>
                </a:solidFill>
                <a:latin typeface="Calibri"/>
                <a:ea typeface="Calibri"/>
                <a:cs typeface="Calibri"/>
              </a:rPr>
              <a:t>NECESITEN TUS PALABRAS</a:t>
            </a:r>
            <a:endParaRPr lang="es-ES" sz="2400">
              <a:solidFill>
                <a:srgbClr val="000000"/>
              </a:solidFill>
              <a:latin typeface="Calibri"/>
              <a:ea typeface="Calibri"/>
              <a:cs typeface="Calibri"/>
            </a:endParaRPr>
          </a:p>
          <a:p>
            <a:pPr algn="just"/>
            <a:r>
              <a:rPr lang="es-ES_tradnl" sz="2400">
                <a:solidFill>
                  <a:srgbClr val="000000"/>
                </a:solidFill>
                <a:latin typeface="Calibri"/>
                <a:ea typeface="Calibri"/>
                <a:cs typeface="Calibri"/>
              </a:rPr>
              <a:t>NECESITEN TUS GANAS DE VIVIR.</a:t>
            </a:r>
            <a:endParaRPr lang="es-ES" sz="2400">
              <a:solidFill>
                <a:srgbClr val="000000"/>
              </a:solidFill>
              <a:latin typeface="Calibri"/>
              <a:ea typeface="Calibri"/>
              <a:cs typeface="Calibri"/>
            </a:endParaRPr>
          </a:p>
          <a:p>
            <a:pPr algn="just"/>
            <a:r>
              <a:rPr lang="es-ES_tradnl" sz="2400">
                <a:solidFill>
                  <a:srgbClr val="000000"/>
                </a:solidFill>
                <a:latin typeface="Calibri"/>
                <a:ea typeface="Calibri"/>
                <a:cs typeface="Calibri"/>
              </a:rPr>
              <a:t>DONDE FALTE LA ESPERANZA, </a:t>
            </a:r>
            <a:endParaRPr lang="es-ES" sz="2400">
              <a:solidFill>
                <a:srgbClr val="000000"/>
              </a:solidFill>
              <a:latin typeface="Calibri"/>
              <a:ea typeface="Calibri"/>
              <a:cs typeface="Calibri"/>
            </a:endParaRPr>
          </a:p>
          <a:p>
            <a:pPr algn="just"/>
            <a:r>
              <a:rPr lang="es-ES_tradnl" sz="2400">
                <a:solidFill>
                  <a:srgbClr val="000000"/>
                </a:solidFill>
                <a:latin typeface="Calibri"/>
                <a:ea typeface="Calibri"/>
                <a:cs typeface="Calibri"/>
              </a:rPr>
              <a:t>DONDE FALTE LA ALEGRÍA</a:t>
            </a:r>
            <a:endParaRPr lang="es-ES" sz="2400">
              <a:solidFill>
                <a:srgbClr val="000000"/>
              </a:solidFill>
              <a:latin typeface="Calibri"/>
              <a:ea typeface="Calibri"/>
              <a:cs typeface="Calibri"/>
            </a:endParaRPr>
          </a:p>
          <a:p>
            <a:pPr algn="just"/>
            <a:r>
              <a:rPr lang="es-ES_tradnl" sz="2400">
                <a:solidFill>
                  <a:srgbClr val="000000"/>
                </a:solidFill>
                <a:latin typeface="Calibri"/>
                <a:ea typeface="Calibri"/>
                <a:cs typeface="Calibri"/>
              </a:rPr>
              <a:t>SIMPLEMENTE POR NO SABER DE TI.</a:t>
            </a:r>
            <a:endParaRPr lang="es-ES_tradnl" sz="2400">
              <a:ea typeface="Calibri"/>
              <a:cs typeface="Calibri"/>
            </a:endParaRPr>
          </a:p>
          <a:p>
            <a:pPr algn="just"/>
            <a:endParaRPr lang="es-ES_tradnl" sz="2400">
              <a:latin typeface="Calibri" panose="020F0502020204030204"/>
              <a:ea typeface="Calibri"/>
              <a:cs typeface="Calibri"/>
            </a:endParaRPr>
          </a:p>
          <a:p>
            <a:pPr algn="just"/>
            <a:r>
              <a:rPr lang="es-ES" sz="2400">
                <a:latin typeface="Calibri" panose="020F0502020204030204"/>
                <a:ea typeface="Calibri"/>
                <a:cs typeface="Calibri"/>
              </a:rPr>
              <a:t>Te doy mi corazón sincero</a:t>
            </a:r>
            <a:endParaRPr lang="es-ES" sz="2400">
              <a:latin typeface="Calibri" panose="020F0502020204030204" pitchFamily="34" charset="0"/>
              <a:ea typeface="Calibri" panose="020F0502020204030204" pitchFamily="34" charset="0"/>
              <a:cs typeface="Calibri" panose="020F0502020204030204" pitchFamily="34" charset="0"/>
            </a:endParaRPr>
          </a:p>
          <a:p>
            <a:pPr algn="just"/>
            <a:r>
              <a:rPr lang="es-ES" sz="2400">
                <a:latin typeface="Calibri" panose="020F0502020204030204"/>
                <a:ea typeface="Calibri"/>
                <a:cs typeface="Calibri"/>
              </a:rPr>
              <a:t>para gritar sin miedo Tu grandeza Señor.</a:t>
            </a:r>
            <a:endParaRPr lang="es-ES" sz="2400">
              <a:latin typeface="Calibri" panose="020F0502020204030204" pitchFamily="34" charset="0"/>
              <a:ea typeface="Calibri" panose="020F0502020204030204" pitchFamily="34" charset="0"/>
              <a:cs typeface="Calibri" panose="020F0502020204030204" pitchFamily="34" charset="0"/>
            </a:endParaRPr>
          </a:p>
          <a:p>
            <a:pPr algn="just"/>
            <a:r>
              <a:rPr lang="es-ES" sz="2400">
                <a:latin typeface="Calibri" panose="020F0502020204030204"/>
                <a:ea typeface="Calibri"/>
                <a:cs typeface="Calibri"/>
              </a:rPr>
              <a:t>Tendré mis manos sin cansancio,</a:t>
            </a:r>
            <a:endParaRPr lang="es-ES" sz="2400">
              <a:latin typeface="Calibri" panose="020F0502020204030204" pitchFamily="34" charset="0"/>
              <a:ea typeface="Calibri" panose="020F0502020204030204" pitchFamily="34" charset="0"/>
              <a:cs typeface="Calibri" panose="020F0502020204030204" pitchFamily="34" charset="0"/>
            </a:endParaRPr>
          </a:p>
          <a:p>
            <a:pPr algn="just"/>
            <a:r>
              <a:rPr lang="es-ES" sz="2400">
                <a:latin typeface="Calibri" panose="020F0502020204030204"/>
                <a:ea typeface="Calibri"/>
                <a:cs typeface="Calibri"/>
              </a:rPr>
              <a:t>Tu historia entre mis labios y fuerza en la oración.</a:t>
            </a:r>
          </a:p>
          <a:p>
            <a:pPr algn="just"/>
            <a:endParaRPr lang="es-ES" sz="2400">
              <a:latin typeface="Calibri" panose="020F0502020204030204"/>
              <a:ea typeface="Calibri"/>
              <a:cs typeface="Calibri"/>
            </a:endParaRPr>
          </a:p>
          <a:p>
            <a:pPr algn="just"/>
            <a:r>
              <a:rPr lang="es-ES" sz="2400">
                <a:latin typeface="Calibri" panose="020F0502020204030204"/>
                <a:ea typeface="Calibri"/>
                <a:cs typeface="Calibri"/>
              </a:rPr>
              <a:t>Y así, en marcha iré cantando</a:t>
            </a:r>
            <a:endParaRPr lang="es-ES" sz="2400">
              <a:latin typeface="Calibri" panose="020F0502020204030204" pitchFamily="34" charset="0"/>
              <a:ea typeface="Calibri" panose="020F0502020204030204" pitchFamily="34" charset="0"/>
              <a:cs typeface="Calibri" panose="020F0502020204030204" pitchFamily="34" charset="0"/>
            </a:endParaRPr>
          </a:p>
          <a:p>
            <a:pPr algn="just"/>
            <a:r>
              <a:rPr lang="es-ES" sz="2400">
                <a:latin typeface="Calibri"/>
                <a:ea typeface="Calibri"/>
                <a:cs typeface="Calibri"/>
              </a:rPr>
              <a:t>por pueblos predicando lo bello que es Tu amor.</a:t>
            </a:r>
            <a:endParaRPr lang="es-ES" sz="2400">
              <a:latin typeface="Calibri" panose="020F0502020204030204" pitchFamily="34" charset="0"/>
              <a:ea typeface="Calibri" panose="020F0502020204030204" pitchFamily="34" charset="0"/>
              <a:cs typeface="Calibri" panose="020F0502020204030204" pitchFamily="34" charset="0"/>
            </a:endParaRPr>
          </a:p>
          <a:p>
            <a:pPr algn="just"/>
            <a:r>
              <a:rPr lang="es-ES" sz="2400">
                <a:latin typeface="Calibri"/>
                <a:ea typeface="Calibri"/>
                <a:cs typeface="Calibri"/>
              </a:rPr>
              <a:t>Señor, tengo alma misionera,</a:t>
            </a:r>
            <a:endParaRPr lang="es-ES" sz="2400">
              <a:latin typeface="Calibri" panose="020F0502020204030204" pitchFamily="34" charset="0"/>
              <a:ea typeface="Calibri" panose="020F0502020204030204" pitchFamily="34" charset="0"/>
              <a:cs typeface="Calibri" panose="020F0502020204030204" pitchFamily="34" charset="0"/>
            </a:endParaRPr>
          </a:p>
          <a:p>
            <a:pPr algn="just"/>
            <a:r>
              <a:rPr lang="es-ES" sz="2400">
                <a:latin typeface="Calibri"/>
                <a:ea typeface="Calibri"/>
                <a:cs typeface="Calibri"/>
              </a:rPr>
              <a:t>condúceme a la tierra que tenga sed de Ti.</a:t>
            </a:r>
            <a:endParaRPr lang="es-ES" sz="2400">
              <a:latin typeface="Calibri" panose="020F0502020204030204" pitchFamily="34" charset="0"/>
              <a:ea typeface="Calibri" panose="020F0502020204030204" pitchFamily="34" charset="0"/>
              <a:cs typeface="Calibri" panose="020F0502020204030204" pitchFamily="34" charset="0"/>
            </a:endParaRPr>
          </a:p>
        </p:txBody>
      </p:sp>
      <p:pic>
        <p:nvPicPr>
          <p:cNvPr id="3" name="Picture 2" descr="Resultado de imagen de FANO CORAZON">
            <a:extLst>
              <a:ext uri="{FF2B5EF4-FFF2-40B4-BE49-F238E27FC236}">
                <a16:creationId xmlns:a16="http://schemas.microsoft.com/office/drawing/2014/main" id="{DFC2A1FF-9485-1699-3C93-30EA6B572250}"/>
              </a:ext>
            </a:extLst>
          </p:cNvPr>
          <p:cNvPicPr>
            <a:picLocks noChangeAspect="1" noChangeArrowheads="1"/>
          </p:cNvPicPr>
          <p:nvPr/>
        </p:nvPicPr>
        <p:blipFill>
          <a:blip r:embed="rId2" cstate="print"/>
          <a:stretch>
            <a:fillRect/>
          </a:stretch>
        </p:blipFill>
        <p:spPr bwMode="auto">
          <a:xfrm>
            <a:off x="9226785" y="4477112"/>
            <a:ext cx="1830679" cy="1939115"/>
          </a:xfrm>
          <a:prstGeom prst="rect">
            <a:avLst/>
          </a:prstGeom>
          <a:gradFill flip="none" rotWithShape="1">
            <a:gsLst>
              <a:gs pos="0">
                <a:schemeClr val="accent1">
                  <a:tint val="66000"/>
                  <a:satMod val="160000"/>
                  <a:alpha val="2000"/>
                </a:schemeClr>
              </a:gs>
              <a:gs pos="50000">
                <a:schemeClr val="accent1">
                  <a:tint val="44500"/>
                  <a:satMod val="160000"/>
                </a:schemeClr>
              </a:gs>
              <a:gs pos="100000">
                <a:schemeClr val="accent1">
                  <a:tint val="23500"/>
                  <a:satMod val="160000"/>
                </a:schemeClr>
              </a:gs>
            </a:gsLst>
            <a:lin ang="2700000" scaled="1"/>
            <a:tileRect/>
          </a:gradFill>
          <a:ln>
            <a:noFill/>
          </a:ln>
        </p:spPr>
      </p:pic>
      <p:pic>
        <p:nvPicPr>
          <p:cNvPr id="5" name="Picture 2" descr="38 ideas de Dibujos de Dios | dibujos de jesús, historias de la biblia para  niños, biblia para niños">
            <a:extLst>
              <a:ext uri="{FF2B5EF4-FFF2-40B4-BE49-F238E27FC236}">
                <a16:creationId xmlns:a16="http://schemas.microsoft.com/office/drawing/2014/main" id="{EB9ECB22-6603-CA1D-229E-1D10027795D7}"/>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451083" y="4209834"/>
            <a:ext cx="1902805" cy="2470123"/>
          </a:xfrm>
          <a:prstGeom prst="rect">
            <a:avLst/>
          </a:prstGeom>
          <a:noFill/>
          <a:extLst>
            <a:ext uri="{909E8E84-426E-40DD-AFC4-6F175D3DCCD1}">
              <a14:hiddenFill xmlns:a14="http://schemas.microsoft.com/office/drawing/2010/main">
                <a:solidFill>
                  <a:srgbClr val="FFFFFF"/>
                </a:solidFill>
              </a14:hiddenFill>
            </a:ext>
          </a:extLst>
        </p:spPr>
      </p:pic>
      <p:grpSp>
        <p:nvGrpSpPr>
          <p:cNvPr id="11" name="Grupo 10">
            <a:extLst>
              <a:ext uri="{FF2B5EF4-FFF2-40B4-BE49-F238E27FC236}">
                <a16:creationId xmlns:a16="http://schemas.microsoft.com/office/drawing/2014/main" id="{AA6998E9-C904-C104-82B3-AC4D362CBE96}"/>
              </a:ext>
            </a:extLst>
          </p:cNvPr>
          <p:cNvGrpSpPr/>
          <p:nvPr/>
        </p:nvGrpSpPr>
        <p:grpSpPr>
          <a:xfrm>
            <a:off x="1057" y="-4361"/>
            <a:ext cx="12190282" cy="517821"/>
            <a:chOff x="1057" y="-4361"/>
            <a:chExt cx="12503431" cy="517821"/>
          </a:xfrm>
        </p:grpSpPr>
        <p:sp>
          <p:nvSpPr>
            <p:cNvPr id="6" name="Rectángulo 5">
              <a:extLst>
                <a:ext uri="{FF2B5EF4-FFF2-40B4-BE49-F238E27FC236}">
                  <a16:creationId xmlns:a16="http://schemas.microsoft.com/office/drawing/2014/main" id="{CFB1DD87-F9B7-D64C-6543-28D9533E5AA7}"/>
                </a:ext>
              </a:extLst>
            </p:cNvPr>
            <p:cNvSpPr/>
            <p:nvPr/>
          </p:nvSpPr>
          <p:spPr>
            <a:xfrm>
              <a:off x="9372455" y="-4360"/>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Rito de Conclusión</a:t>
              </a:r>
              <a:endParaRPr lang="es-ES">
                <a:solidFill>
                  <a:schemeClr val="tx1">
                    <a:lumMod val="49000"/>
                    <a:lumOff val="51000"/>
                  </a:schemeClr>
                </a:solidFill>
                <a:ea typeface="Calibri"/>
                <a:cs typeface="Calibri"/>
              </a:endParaRPr>
            </a:p>
          </p:txBody>
        </p:sp>
        <p:sp>
          <p:nvSpPr>
            <p:cNvPr id="8" name="Rectángulo 7">
              <a:extLst>
                <a:ext uri="{FF2B5EF4-FFF2-40B4-BE49-F238E27FC236}">
                  <a16:creationId xmlns:a16="http://schemas.microsoft.com/office/drawing/2014/main" id="{62CB0D14-162A-14EA-CB4B-FCEECB35D9BC}"/>
                </a:ext>
              </a:extLst>
            </p:cNvPr>
            <p:cNvSpPr/>
            <p:nvPr/>
          </p:nvSpPr>
          <p:spPr>
            <a:xfrm>
              <a:off x="1057" y="-4361"/>
              <a:ext cx="3121596" cy="390807"/>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rgbClr val="7F7F7F"/>
                  </a:solidFill>
                  <a:ea typeface="Calibri"/>
                  <a:cs typeface="Calibri"/>
                </a:rPr>
                <a:t>Ritos Iniciales</a:t>
              </a:r>
              <a:endParaRPr lang="es-ES" sz="2400">
                <a:solidFill>
                  <a:srgbClr val="7F7F7F"/>
                </a:solidFill>
                <a:ea typeface="Calibri"/>
                <a:cs typeface="Calibri"/>
              </a:endParaRPr>
            </a:p>
          </p:txBody>
        </p:sp>
        <p:sp>
          <p:nvSpPr>
            <p:cNvPr id="9" name="Rectángulo 8">
              <a:extLst>
                <a:ext uri="{FF2B5EF4-FFF2-40B4-BE49-F238E27FC236}">
                  <a16:creationId xmlns:a16="http://schemas.microsoft.com/office/drawing/2014/main" id="{DD97E7AE-85E6-D825-72FE-3A669EECFE61}"/>
                </a:ext>
              </a:extLst>
            </p:cNvPr>
            <p:cNvSpPr/>
            <p:nvPr/>
          </p:nvSpPr>
          <p:spPr>
            <a:xfrm>
              <a:off x="3122126" y="-4360"/>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rgbClr val="7F7F7F"/>
                  </a:solidFill>
                  <a:ea typeface="Calibri"/>
                  <a:cs typeface="Calibri"/>
                </a:rPr>
                <a:t>Liturgia de la Palabra</a:t>
              </a:r>
              <a:endParaRPr lang="es-ES" sz="2400">
                <a:solidFill>
                  <a:srgbClr val="7F7F7F"/>
                </a:solidFill>
                <a:ea typeface="Calibri"/>
                <a:cs typeface="Calibri"/>
              </a:endParaRPr>
            </a:p>
          </p:txBody>
        </p:sp>
        <p:sp>
          <p:nvSpPr>
            <p:cNvPr id="10" name="Rectángulo 9">
              <a:extLst>
                <a:ext uri="{FF2B5EF4-FFF2-40B4-BE49-F238E27FC236}">
                  <a16:creationId xmlns:a16="http://schemas.microsoft.com/office/drawing/2014/main" id="{E392E62A-7FFF-DD72-162C-CF516641C509}"/>
                </a:ext>
              </a:extLst>
            </p:cNvPr>
            <p:cNvSpPr/>
            <p:nvPr/>
          </p:nvSpPr>
          <p:spPr>
            <a:xfrm>
              <a:off x="6247290" y="-4361"/>
              <a:ext cx="3132033" cy="517821"/>
            </a:xfrm>
            <a:prstGeom prst="rect">
              <a:avLst/>
            </a:prstGeom>
            <a:solidFill>
              <a:schemeClr val="accent1"/>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800" b="1">
                  <a:solidFill>
                    <a:srgbClr val="000000"/>
                  </a:solidFill>
                  <a:ea typeface="Calibri"/>
                  <a:cs typeface="Calibri"/>
                </a:rPr>
                <a:t>Liturgia Eucarística</a:t>
              </a:r>
              <a:endParaRPr lang="es-ES" sz="2800">
                <a:solidFill>
                  <a:srgbClr val="000000"/>
                </a:solidFill>
                <a:ea typeface="Calibri"/>
                <a:cs typeface="Calibri"/>
              </a:endParaRPr>
            </a:p>
          </p:txBody>
        </p:sp>
      </p:grpSp>
    </p:spTree>
    <p:extLst>
      <p:ext uri="{BB962C8B-B14F-4D97-AF65-F5344CB8AC3E}">
        <p14:creationId xmlns:p14="http://schemas.microsoft.com/office/powerpoint/2010/main" val="3015933307"/>
      </p:ext>
    </p:extLst>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sld>
</file>

<file path=ppt/slides/slide85.xml><?xml version="1.0" encoding="utf-8"?>
<p:sld xmlns:a="http://schemas.openxmlformats.org/drawingml/2006/main" xmlns:r="http://schemas.openxmlformats.org/officeDocument/2006/relationships" xmlns:p="http://schemas.openxmlformats.org/presentationml/2006/main" show="0">
  <p:cSld>
    <p:spTree>
      <p:nvGrpSpPr>
        <p:cNvPr id="1" name="Shape 131">
          <a:extLst>
            <a:ext uri="{FF2B5EF4-FFF2-40B4-BE49-F238E27FC236}">
              <a16:creationId xmlns:a16="http://schemas.microsoft.com/office/drawing/2014/main" id="{15287C91-42CB-7F82-F413-5AA073A12F47}"/>
            </a:ext>
          </a:extLst>
        </p:cNvPr>
        <p:cNvGrpSpPr/>
        <p:nvPr/>
      </p:nvGrpSpPr>
      <p:grpSpPr>
        <a:xfrm>
          <a:off x="0" y="0"/>
          <a:ext cx="0" cy="0"/>
          <a:chOff x="0" y="0"/>
          <a:chExt cx="0" cy="0"/>
        </a:xfrm>
      </p:grpSpPr>
      <p:sp>
        <p:nvSpPr>
          <p:cNvPr id="132" name="Google Shape;132;p6">
            <a:extLst>
              <a:ext uri="{FF2B5EF4-FFF2-40B4-BE49-F238E27FC236}">
                <a16:creationId xmlns:a16="http://schemas.microsoft.com/office/drawing/2014/main" id="{88D2913C-5186-502B-EC7B-768021DF2FDA}"/>
              </a:ext>
            </a:extLst>
          </p:cNvPr>
          <p:cNvSpPr txBox="1">
            <a:spLocks noGrp="1"/>
          </p:cNvSpPr>
          <p:nvPr>
            <p:ph type="title"/>
          </p:nvPr>
        </p:nvSpPr>
        <p:spPr>
          <a:xfrm>
            <a:off x="2207568" y="260767"/>
            <a:ext cx="7848872" cy="733349"/>
          </a:xfrm>
          <a:prstGeom prst="rect">
            <a:avLst/>
          </a:prstGeom>
          <a:noFill/>
          <a:ln>
            <a:noFill/>
          </a:ln>
        </p:spPr>
        <p:txBody>
          <a:bodyPr spcFirstLastPara="1" vert="horz" wrap="square" lIns="91425" tIns="45700" rIns="91425" bIns="45700" rtlCol="0" anchor="ctr" anchorCtr="0">
            <a:normAutofit/>
          </a:bodyPr>
          <a:lstStyle/>
          <a:p>
            <a:pPr>
              <a:spcBef>
                <a:spcPts val="0"/>
              </a:spcBef>
              <a:buClr>
                <a:schemeClr val="lt1"/>
              </a:buClr>
              <a:buSzPts val="3300"/>
            </a:pPr>
            <a:r>
              <a:rPr lang="es-ES" b="1"/>
              <a:t>Como Tus brazos</a:t>
            </a:r>
            <a:endParaRPr b="1"/>
          </a:p>
        </p:txBody>
      </p:sp>
      <p:sp>
        <p:nvSpPr>
          <p:cNvPr id="133" name="Google Shape;133;p6">
            <a:extLst>
              <a:ext uri="{FF2B5EF4-FFF2-40B4-BE49-F238E27FC236}">
                <a16:creationId xmlns:a16="http://schemas.microsoft.com/office/drawing/2014/main" id="{0ABE7018-527E-E7D2-093A-43A5A8F27073}"/>
              </a:ext>
            </a:extLst>
          </p:cNvPr>
          <p:cNvSpPr txBox="1">
            <a:spLocks noGrp="1"/>
          </p:cNvSpPr>
          <p:nvPr>
            <p:ph type="body" idx="1"/>
          </p:nvPr>
        </p:nvSpPr>
        <p:spPr>
          <a:xfrm>
            <a:off x="489857" y="1124745"/>
            <a:ext cx="11473543" cy="5548198"/>
          </a:xfrm>
          <a:prstGeom prst="rect">
            <a:avLst/>
          </a:prstGeom>
          <a:noFill/>
          <a:ln>
            <a:noFill/>
          </a:ln>
        </p:spPr>
        <p:txBody>
          <a:bodyPr spcFirstLastPara="1" vert="horz" wrap="square" lIns="91425" tIns="45700" rIns="91425" bIns="45700" numCol="2" rtlCol="0" anchor="t" anchorCtr="0">
            <a:normAutofit fontScale="92500" lnSpcReduction="10000"/>
          </a:bodyPr>
          <a:lstStyle/>
          <a:p>
            <a:pPr marL="0" indent="0">
              <a:lnSpc>
                <a:spcPct val="80000"/>
              </a:lnSpc>
              <a:spcBef>
                <a:spcPts val="0"/>
              </a:spcBef>
              <a:buClr>
                <a:schemeClr val="lt1"/>
              </a:buClr>
              <a:buSzPts val="1942"/>
              <a:buNone/>
            </a:pPr>
            <a:r>
              <a:rPr lang="es-ES" sz="2400"/>
              <a:t>Aquí estamos hoy ante Ti,</a:t>
            </a:r>
            <a:endParaRPr sz="3600"/>
          </a:p>
          <a:p>
            <a:pPr marL="0" indent="0">
              <a:lnSpc>
                <a:spcPct val="80000"/>
              </a:lnSpc>
              <a:spcBef>
                <a:spcPts val="750"/>
              </a:spcBef>
              <a:buClr>
                <a:schemeClr val="lt1"/>
              </a:buClr>
              <a:buSzPts val="1942"/>
              <a:buNone/>
            </a:pPr>
            <a:r>
              <a:rPr lang="es-ES" sz="2400"/>
              <a:t>Tú nos has llamado a caminar.</a:t>
            </a:r>
            <a:endParaRPr sz="3600"/>
          </a:p>
          <a:p>
            <a:pPr marL="0" indent="0">
              <a:lnSpc>
                <a:spcPct val="80000"/>
              </a:lnSpc>
              <a:spcBef>
                <a:spcPts val="750"/>
              </a:spcBef>
              <a:buClr>
                <a:schemeClr val="lt1"/>
              </a:buClr>
              <a:buSzPts val="1942"/>
              <a:buNone/>
            </a:pPr>
            <a:r>
              <a:rPr lang="es-ES" sz="2400"/>
              <a:t>Dejamos atrás nuestra</a:t>
            </a:r>
            <a:endParaRPr sz="3600"/>
          </a:p>
          <a:p>
            <a:pPr marL="0" indent="0">
              <a:lnSpc>
                <a:spcPct val="80000"/>
              </a:lnSpc>
              <a:spcBef>
                <a:spcPts val="750"/>
              </a:spcBef>
              <a:buClr>
                <a:schemeClr val="lt1"/>
              </a:buClr>
              <a:buSzPts val="1942"/>
              <a:buNone/>
            </a:pPr>
            <a:r>
              <a:rPr lang="es-ES" sz="2400"/>
              <a:t>comodidad y nuestro hogar.</a:t>
            </a:r>
            <a:endParaRPr sz="3600"/>
          </a:p>
          <a:p>
            <a:pPr marL="0" indent="0">
              <a:lnSpc>
                <a:spcPct val="80000"/>
              </a:lnSpc>
              <a:spcBef>
                <a:spcPts val="750"/>
              </a:spcBef>
              <a:buClr>
                <a:schemeClr val="lt1"/>
              </a:buClr>
              <a:buSzPts val="1942"/>
              <a:buNone/>
            </a:pPr>
            <a:r>
              <a:rPr lang="es-ES" sz="2400"/>
              <a:t>De ti nos queremos fiar,</a:t>
            </a:r>
            <a:endParaRPr sz="3600"/>
          </a:p>
          <a:p>
            <a:pPr marL="0" indent="0">
              <a:lnSpc>
                <a:spcPct val="80000"/>
              </a:lnSpc>
              <a:spcBef>
                <a:spcPts val="750"/>
              </a:spcBef>
              <a:buClr>
                <a:schemeClr val="lt1"/>
              </a:buClr>
              <a:buSzPts val="1942"/>
              <a:buNone/>
            </a:pPr>
            <a:r>
              <a:rPr lang="es-ES" sz="2400"/>
              <a:t>tantas pruebas nos has dado ya.</a:t>
            </a:r>
            <a:endParaRPr sz="3600"/>
          </a:p>
          <a:p>
            <a:pPr marL="0" indent="0">
              <a:lnSpc>
                <a:spcPct val="80000"/>
              </a:lnSpc>
              <a:spcBef>
                <a:spcPts val="750"/>
              </a:spcBef>
              <a:buClr>
                <a:schemeClr val="lt1"/>
              </a:buClr>
              <a:buSzPts val="1942"/>
              <a:buNone/>
            </a:pPr>
            <a:r>
              <a:rPr lang="es-ES" sz="2400"/>
              <a:t>Cambia nuestro corazón,</a:t>
            </a:r>
            <a:endParaRPr sz="3600"/>
          </a:p>
          <a:p>
            <a:pPr marL="0" indent="0">
              <a:lnSpc>
                <a:spcPct val="80000"/>
              </a:lnSpc>
              <a:spcBef>
                <a:spcPts val="750"/>
              </a:spcBef>
              <a:buClr>
                <a:schemeClr val="lt1"/>
              </a:buClr>
              <a:buSzPts val="1942"/>
              <a:buNone/>
            </a:pPr>
            <a:r>
              <a:rPr lang="es-ES" sz="2400"/>
              <a:t>por tus senderos llévanos.</a:t>
            </a:r>
            <a:endParaRPr sz="3600"/>
          </a:p>
          <a:p>
            <a:pPr marL="0" indent="0">
              <a:lnSpc>
                <a:spcPct val="80000"/>
              </a:lnSpc>
              <a:spcBef>
                <a:spcPts val="750"/>
              </a:spcBef>
              <a:buClr>
                <a:schemeClr val="lt1"/>
              </a:buClr>
              <a:buSzPts val="1942"/>
              <a:buNone/>
            </a:pPr>
            <a:endParaRPr sz="2400"/>
          </a:p>
          <a:p>
            <a:pPr marL="0" indent="0">
              <a:lnSpc>
                <a:spcPct val="80000"/>
              </a:lnSpc>
              <a:spcBef>
                <a:spcPts val="750"/>
              </a:spcBef>
              <a:buClr>
                <a:schemeClr val="lt1"/>
              </a:buClr>
              <a:buSzPts val="1942"/>
              <a:buNone/>
            </a:pPr>
            <a:endParaRPr sz="2400"/>
          </a:p>
          <a:p>
            <a:pPr marL="0" indent="0">
              <a:lnSpc>
                <a:spcPct val="80000"/>
              </a:lnSpc>
              <a:spcBef>
                <a:spcPts val="750"/>
              </a:spcBef>
              <a:buClr>
                <a:schemeClr val="lt1"/>
              </a:buClr>
              <a:buSzPts val="1942"/>
              <a:buNone/>
            </a:pPr>
            <a:endParaRPr lang="es-ES" sz="2400"/>
          </a:p>
          <a:p>
            <a:pPr marL="0" indent="0">
              <a:lnSpc>
                <a:spcPct val="80000"/>
              </a:lnSpc>
              <a:spcBef>
                <a:spcPts val="750"/>
              </a:spcBef>
              <a:buClr>
                <a:schemeClr val="lt1"/>
              </a:buClr>
              <a:buSzPts val="1942"/>
              <a:buNone/>
            </a:pPr>
            <a:endParaRPr lang="es-ES" sz="2400"/>
          </a:p>
          <a:p>
            <a:pPr marL="0" indent="0">
              <a:lnSpc>
                <a:spcPct val="80000"/>
              </a:lnSpc>
              <a:spcBef>
                <a:spcPts val="750"/>
              </a:spcBef>
              <a:buClr>
                <a:schemeClr val="lt1"/>
              </a:buClr>
              <a:buSzPts val="1942"/>
              <a:buNone/>
            </a:pPr>
            <a:endParaRPr lang="es-ES" sz="2400"/>
          </a:p>
          <a:p>
            <a:pPr marL="0" indent="0">
              <a:lnSpc>
                <a:spcPct val="80000"/>
              </a:lnSpc>
              <a:spcBef>
                <a:spcPts val="750"/>
              </a:spcBef>
              <a:buClr>
                <a:schemeClr val="lt1"/>
              </a:buClr>
              <a:buSzPts val="1942"/>
              <a:buNone/>
            </a:pPr>
            <a:endParaRPr lang="es-ES" sz="2400"/>
          </a:p>
          <a:p>
            <a:pPr marL="0" indent="0">
              <a:lnSpc>
                <a:spcPct val="80000"/>
              </a:lnSpc>
              <a:spcBef>
                <a:spcPts val="750"/>
              </a:spcBef>
              <a:buClr>
                <a:schemeClr val="lt1"/>
              </a:buClr>
              <a:buSzPts val="1942"/>
              <a:buNone/>
            </a:pPr>
            <a:endParaRPr sz="2400"/>
          </a:p>
          <a:p>
            <a:pPr marL="0" indent="0">
              <a:lnSpc>
                <a:spcPct val="80000"/>
              </a:lnSpc>
              <a:spcBef>
                <a:spcPts val="750"/>
              </a:spcBef>
              <a:buClr>
                <a:schemeClr val="lt1"/>
              </a:buClr>
              <a:buSzPts val="1942"/>
              <a:buNone/>
            </a:pPr>
            <a:endParaRPr sz="2400"/>
          </a:p>
          <a:p>
            <a:pPr marL="0" indent="0">
              <a:lnSpc>
                <a:spcPct val="80000"/>
              </a:lnSpc>
              <a:spcBef>
                <a:spcPts val="750"/>
              </a:spcBef>
              <a:buClr>
                <a:schemeClr val="lt1"/>
              </a:buClr>
              <a:buSzPts val="1942"/>
              <a:buNone/>
            </a:pPr>
            <a:r>
              <a:rPr lang="es-ES" sz="2400" b="1"/>
              <a:t>EL CAMINO NO LO HAREMOS SÓLOS,</a:t>
            </a:r>
            <a:endParaRPr sz="3600" b="1"/>
          </a:p>
          <a:p>
            <a:pPr marL="0" indent="0">
              <a:lnSpc>
                <a:spcPct val="80000"/>
              </a:lnSpc>
              <a:spcBef>
                <a:spcPts val="750"/>
              </a:spcBef>
              <a:buClr>
                <a:schemeClr val="lt1"/>
              </a:buClr>
              <a:buSzPts val="1942"/>
              <a:buNone/>
            </a:pPr>
            <a:r>
              <a:rPr lang="es-ES" sz="2400" b="1"/>
              <a:t>CON NOSOTROS CAMINARÁS.</a:t>
            </a:r>
            <a:endParaRPr sz="3600" b="1"/>
          </a:p>
          <a:p>
            <a:pPr marL="0" indent="0">
              <a:lnSpc>
                <a:spcPct val="80000"/>
              </a:lnSpc>
              <a:spcBef>
                <a:spcPts val="750"/>
              </a:spcBef>
              <a:buClr>
                <a:schemeClr val="lt1"/>
              </a:buClr>
              <a:buSzPts val="1942"/>
              <a:buNone/>
            </a:pPr>
            <a:r>
              <a:rPr lang="es-ES" sz="2400" b="1"/>
              <a:t>JUNTO A TI SEREMOS COMO TUS BRAZOS,</a:t>
            </a:r>
            <a:endParaRPr sz="3600" b="1"/>
          </a:p>
          <a:p>
            <a:pPr marL="0" indent="0">
              <a:lnSpc>
                <a:spcPct val="80000"/>
              </a:lnSpc>
              <a:spcBef>
                <a:spcPts val="750"/>
              </a:spcBef>
              <a:buClr>
                <a:schemeClr val="lt1"/>
              </a:buClr>
              <a:buSzPts val="1942"/>
              <a:buNone/>
            </a:pPr>
            <a:r>
              <a:rPr lang="es-ES" sz="2400" b="1"/>
              <a:t>ABIERTOS A LA HUMANIDAD.</a:t>
            </a:r>
            <a:endParaRPr sz="3600" b="1"/>
          </a:p>
          <a:p>
            <a:pPr marL="0" indent="0">
              <a:lnSpc>
                <a:spcPct val="80000"/>
              </a:lnSpc>
              <a:spcBef>
                <a:spcPts val="750"/>
              </a:spcBef>
              <a:buClr>
                <a:schemeClr val="lt1"/>
              </a:buClr>
              <a:buSzPts val="1942"/>
              <a:buNone/>
            </a:pPr>
            <a:r>
              <a:rPr lang="es-ES" sz="2400" b="1"/>
              <a:t>Y CUANDO EL ANDAR SE NOS HAGA DURO,</a:t>
            </a:r>
            <a:endParaRPr sz="3600" b="1"/>
          </a:p>
          <a:p>
            <a:pPr marL="0" indent="0">
              <a:lnSpc>
                <a:spcPct val="80000"/>
              </a:lnSpc>
              <a:spcBef>
                <a:spcPts val="750"/>
              </a:spcBef>
              <a:buClr>
                <a:schemeClr val="lt1"/>
              </a:buClr>
              <a:buSzPts val="1942"/>
              <a:buNone/>
            </a:pPr>
            <a:r>
              <a:rPr lang="es-ES" sz="2400" b="1"/>
              <a:t>CON NOSOTROS SIEMPRE ESTARÁS.</a:t>
            </a:r>
            <a:endParaRPr sz="3600" b="1"/>
          </a:p>
          <a:p>
            <a:pPr marL="0" indent="0">
              <a:lnSpc>
                <a:spcPct val="80000"/>
              </a:lnSpc>
              <a:spcBef>
                <a:spcPts val="750"/>
              </a:spcBef>
              <a:buClr>
                <a:schemeClr val="lt1"/>
              </a:buClr>
              <a:buSzPts val="1942"/>
              <a:buNone/>
            </a:pPr>
            <a:r>
              <a:rPr lang="es-ES" sz="2400" b="1"/>
              <a:t>LLEVAREMOS A TODOS TU MENSAJE,</a:t>
            </a:r>
            <a:endParaRPr sz="3600" b="1"/>
          </a:p>
          <a:p>
            <a:pPr marL="0" indent="0">
              <a:lnSpc>
                <a:spcPct val="80000"/>
              </a:lnSpc>
              <a:spcBef>
                <a:spcPts val="750"/>
              </a:spcBef>
              <a:buClr>
                <a:schemeClr val="lt1"/>
              </a:buClr>
              <a:buSzPts val="1942"/>
              <a:buNone/>
            </a:pPr>
            <a:r>
              <a:rPr lang="es-ES" sz="2400" b="1"/>
              <a:t>ANUNCIO DE PAZ Y DE AMOR.</a:t>
            </a:r>
          </a:p>
          <a:p>
            <a:pPr marL="0" indent="0">
              <a:lnSpc>
                <a:spcPct val="80000"/>
              </a:lnSpc>
              <a:spcBef>
                <a:spcPts val="750"/>
              </a:spcBef>
              <a:buClr>
                <a:schemeClr val="lt1"/>
              </a:buClr>
              <a:buSzPts val="1942"/>
              <a:buNone/>
            </a:pPr>
            <a:endParaRPr lang="es-ES" sz="2400"/>
          </a:p>
          <a:p>
            <a:pPr marL="0" indent="0">
              <a:lnSpc>
                <a:spcPct val="80000"/>
              </a:lnSpc>
              <a:spcBef>
                <a:spcPts val="750"/>
              </a:spcBef>
              <a:buClr>
                <a:schemeClr val="lt1"/>
              </a:buClr>
              <a:buSzPts val="1942"/>
              <a:buNone/>
            </a:pPr>
            <a:r>
              <a:rPr lang="es-ES" sz="2400"/>
              <a:t>El Espíritu que nos das,</a:t>
            </a:r>
          </a:p>
          <a:p>
            <a:pPr marL="0" indent="0">
              <a:lnSpc>
                <a:spcPct val="80000"/>
              </a:lnSpc>
              <a:spcBef>
                <a:spcPts val="750"/>
              </a:spcBef>
              <a:buClr>
                <a:schemeClr val="lt1"/>
              </a:buClr>
              <a:buSzPts val="1942"/>
              <a:buNone/>
            </a:pPr>
            <a:r>
              <a:rPr lang="es-ES" sz="2400"/>
              <a:t>dentro de nosotros fuego es.</a:t>
            </a:r>
          </a:p>
          <a:p>
            <a:pPr marL="0" indent="0">
              <a:lnSpc>
                <a:spcPct val="80000"/>
              </a:lnSpc>
              <a:spcBef>
                <a:spcPts val="750"/>
              </a:spcBef>
              <a:buClr>
                <a:schemeClr val="lt1"/>
              </a:buClr>
              <a:buSzPts val="1942"/>
              <a:buNone/>
            </a:pPr>
            <a:r>
              <a:rPr lang="es-ES" sz="2400"/>
              <a:t>Nuestra guía Él será y su presencia nuestra paz.</a:t>
            </a:r>
          </a:p>
          <a:p>
            <a:pPr marL="0" indent="0">
              <a:lnSpc>
                <a:spcPct val="80000"/>
              </a:lnSpc>
              <a:spcBef>
                <a:spcPts val="750"/>
              </a:spcBef>
              <a:buClr>
                <a:schemeClr val="lt1"/>
              </a:buClr>
              <a:buSzPts val="1942"/>
              <a:buNone/>
            </a:pPr>
            <a:r>
              <a:rPr lang="es-ES" sz="2400"/>
              <a:t>Es testigo de la verdad,</a:t>
            </a:r>
          </a:p>
          <a:p>
            <a:pPr marL="0" indent="0">
              <a:lnSpc>
                <a:spcPct val="80000"/>
              </a:lnSpc>
              <a:spcBef>
                <a:spcPts val="750"/>
              </a:spcBef>
              <a:buClr>
                <a:schemeClr val="lt1"/>
              </a:buClr>
              <a:buSzPts val="1942"/>
              <a:buNone/>
            </a:pPr>
            <a:r>
              <a:rPr lang="es-ES" sz="2400"/>
              <a:t>y de la justicia defensor.</a:t>
            </a:r>
          </a:p>
          <a:p>
            <a:pPr marL="0" indent="0">
              <a:lnSpc>
                <a:spcPct val="80000"/>
              </a:lnSpc>
              <a:spcBef>
                <a:spcPts val="750"/>
              </a:spcBef>
              <a:buClr>
                <a:schemeClr val="lt1"/>
              </a:buClr>
              <a:buSzPts val="1942"/>
              <a:buNone/>
            </a:pPr>
            <a:r>
              <a:rPr lang="es-ES" sz="2400"/>
              <a:t>Nos enseñará a servir, a bendecir y a perdonar</a:t>
            </a:r>
          </a:p>
        </p:txBody>
      </p:sp>
      <p:pic>
        <p:nvPicPr>
          <p:cNvPr id="134" name="Google Shape;134;p6" descr="Resultado de imagen de fano brazos">
            <a:extLst>
              <a:ext uri="{FF2B5EF4-FFF2-40B4-BE49-F238E27FC236}">
                <a16:creationId xmlns:a16="http://schemas.microsoft.com/office/drawing/2014/main" id="{9C434B38-C5C1-8BF9-E320-183E64323A80}"/>
              </a:ext>
            </a:extLst>
          </p:cNvPr>
          <p:cNvPicPr preferRelativeResize="0">
            <a:picLocks noChangeAspect="1"/>
          </p:cNvPicPr>
          <p:nvPr/>
        </p:nvPicPr>
        <p:blipFill rotWithShape="1">
          <a:blip r:embed="rId3">
            <a:alphaModFix/>
          </a:blip>
          <a:srcRect/>
          <a:stretch/>
        </p:blipFill>
        <p:spPr>
          <a:xfrm>
            <a:off x="2085626" y="3777343"/>
            <a:ext cx="3313899" cy="3466339"/>
          </a:xfrm>
          <a:prstGeom prst="rect">
            <a:avLst/>
          </a:prstGeom>
          <a:noFill/>
          <a:ln>
            <a:noFill/>
          </a:ln>
          <a:effectLst>
            <a:outerShdw blurRad="292100" dist="139700" dir="2700000" algn="tl" rotWithShape="0">
              <a:srgbClr val="333333">
                <a:alpha val="64705"/>
              </a:srgbClr>
            </a:outerShdw>
          </a:effectLst>
        </p:spPr>
      </p:pic>
    </p:spTree>
    <p:extLst>
      <p:ext uri="{BB962C8B-B14F-4D97-AF65-F5344CB8AC3E}">
        <p14:creationId xmlns:p14="http://schemas.microsoft.com/office/powerpoint/2010/main" val="3566968459"/>
      </p:ext>
    </p:extLst>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86.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6" name="Rectángulo 4">
            <a:extLst>
              <a:ext uri="{FF2B5EF4-FFF2-40B4-BE49-F238E27FC236}">
                <a16:creationId xmlns:a16="http://schemas.microsoft.com/office/drawing/2014/main" id="{34584627-9C68-4D1B-8D3E-2A4B55F22E7D}"/>
              </a:ext>
            </a:extLst>
          </p:cNvPr>
          <p:cNvSpPr/>
          <p:nvPr/>
        </p:nvSpPr>
        <p:spPr>
          <a:xfrm>
            <a:off x="1703511" y="741431"/>
            <a:ext cx="8895478" cy="6217087"/>
          </a:xfrm>
          <a:prstGeom prst="rect">
            <a:avLst/>
          </a:prstGeom>
        </p:spPr>
        <p:txBody>
          <a:bodyPr wrap="square" numCol="2">
            <a:spAutoFit/>
          </a:bodyPr>
          <a:lstStyle/>
          <a:p>
            <a:pPr algn="just"/>
            <a:r>
              <a:rPr lang="es-ES" sz="1900" b="1">
                <a:latin typeface="Calibri" panose="020F0502020204030204" pitchFamily="34" charset="0"/>
                <a:cs typeface="Calibri" panose="020F0502020204030204" pitchFamily="34" charset="0"/>
              </a:rPr>
              <a:t>ES TU HORA</a:t>
            </a:r>
          </a:p>
          <a:p>
            <a:pPr algn="just"/>
            <a:r>
              <a:rPr lang="es-ES" sz="1900" b="1">
                <a:latin typeface="Calibri" panose="020F0502020204030204" pitchFamily="34" charset="0"/>
                <a:cs typeface="Calibri" panose="020F0502020204030204" pitchFamily="34" charset="0"/>
              </a:rPr>
              <a:t>ES LA HORA DE LA VERDAD</a:t>
            </a:r>
          </a:p>
          <a:p>
            <a:pPr algn="just"/>
            <a:r>
              <a:rPr lang="es-ES" sz="1900" b="1">
                <a:latin typeface="Calibri" panose="020F0502020204030204" pitchFamily="34" charset="0"/>
                <a:cs typeface="Calibri" panose="020F0502020204030204" pitchFamily="34" charset="0"/>
              </a:rPr>
              <a:t>ES TU HORA…</a:t>
            </a:r>
          </a:p>
          <a:p>
            <a:pPr algn="just"/>
            <a:r>
              <a:rPr lang="es-ES" sz="1900" b="1">
                <a:latin typeface="Calibri" panose="020F0502020204030204" pitchFamily="34" charset="0"/>
                <a:cs typeface="Calibri" panose="020F0502020204030204" pitchFamily="34" charset="0"/>
              </a:rPr>
              <a:t>NO MIRES ATRÁS</a:t>
            </a:r>
          </a:p>
          <a:p>
            <a:pPr algn="just"/>
            <a:endParaRPr lang="es-ES" sz="1900">
              <a:latin typeface="Calibri" panose="020F0502020204030204" pitchFamily="34" charset="0"/>
              <a:cs typeface="Calibri" panose="020F0502020204030204" pitchFamily="34" charset="0"/>
            </a:endParaRPr>
          </a:p>
          <a:p>
            <a:pPr algn="just"/>
            <a:r>
              <a:rPr lang="es-ES" sz="1900">
                <a:latin typeface="Calibri" panose="020F0502020204030204" pitchFamily="34" charset="0"/>
                <a:cs typeface="Calibri" panose="020F0502020204030204" pitchFamily="34" charset="0"/>
              </a:rPr>
              <a:t>Es el tiempo del cambio</a:t>
            </a:r>
          </a:p>
          <a:p>
            <a:pPr algn="just"/>
            <a:r>
              <a:rPr lang="es-ES" sz="1900">
                <a:latin typeface="Calibri" panose="020F0502020204030204" pitchFamily="34" charset="0"/>
                <a:cs typeface="Calibri" panose="020F0502020204030204" pitchFamily="34" charset="0"/>
              </a:rPr>
              <a:t>de superar la pasividad,</a:t>
            </a:r>
          </a:p>
          <a:p>
            <a:pPr algn="just"/>
            <a:r>
              <a:rPr lang="es-ES" sz="1900">
                <a:latin typeface="Calibri" panose="020F0502020204030204" pitchFamily="34" charset="0"/>
                <a:cs typeface="Calibri" panose="020F0502020204030204" pitchFamily="34" charset="0"/>
              </a:rPr>
              <a:t>de enterrar los temores</a:t>
            </a:r>
          </a:p>
          <a:p>
            <a:pPr algn="just"/>
            <a:r>
              <a:rPr lang="es-ES" sz="1900">
                <a:latin typeface="Calibri" panose="020F0502020204030204" pitchFamily="34" charset="0"/>
                <a:cs typeface="Calibri" panose="020F0502020204030204" pitchFamily="34" charset="0"/>
              </a:rPr>
              <a:t>Y vivir en libertad.</a:t>
            </a:r>
          </a:p>
          <a:p>
            <a:pPr algn="just"/>
            <a:endParaRPr lang="es-ES" sz="1900">
              <a:latin typeface="Calibri" panose="020F0502020204030204" pitchFamily="34" charset="0"/>
              <a:cs typeface="Calibri" panose="020F0502020204030204" pitchFamily="34" charset="0"/>
            </a:endParaRPr>
          </a:p>
          <a:p>
            <a:pPr algn="just"/>
            <a:r>
              <a:rPr lang="es-ES" sz="1900">
                <a:latin typeface="Calibri" panose="020F0502020204030204" pitchFamily="34" charset="0"/>
                <a:cs typeface="Calibri" panose="020F0502020204030204" pitchFamily="34" charset="0"/>
              </a:rPr>
              <a:t>Muchos quieren callarnos,</a:t>
            </a:r>
          </a:p>
          <a:p>
            <a:pPr algn="just"/>
            <a:r>
              <a:rPr lang="es-ES" sz="1900">
                <a:latin typeface="Calibri" panose="020F0502020204030204" pitchFamily="34" charset="0"/>
                <a:cs typeface="Calibri" panose="020F0502020204030204" pitchFamily="34" charset="0"/>
              </a:rPr>
              <a:t>Otros miran atrás</a:t>
            </a:r>
          </a:p>
          <a:p>
            <a:pPr algn="just"/>
            <a:r>
              <a:rPr lang="es-ES" sz="1900">
                <a:latin typeface="Calibri" panose="020F0502020204030204" pitchFamily="34" charset="0"/>
                <a:cs typeface="Calibri" panose="020F0502020204030204" pitchFamily="34" charset="0"/>
              </a:rPr>
              <a:t>Y nosotros optamos</a:t>
            </a:r>
          </a:p>
          <a:p>
            <a:pPr algn="just"/>
            <a:r>
              <a:rPr lang="es-ES" sz="1900">
                <a:latin typeface="Calibri" panose="020F0502020204030204" pitchFamily="34" charset="0"/>
                <a:cs typeface="Calibri" panose="020F0502020204030204" pitchFamily="34" charset="0"/>
              </a:rPr>
              <a:t>Por ser luz y ser sal.</a:t>
            </a:r>
          </a:p>
          <a:p>
            <a:pPr algn="just"/>
            <a:endParaRPr lang="es-ES" sz="1900" b="1">
              <a:latin typeface="Calibri" panose="020F0502020204030204" pitchFamily="34" charset="0"/>
              <a:cs typeface="Calibri" panose="020F0502020204030204" pitchFamily="34" charset="0"/>
            </a:endParaRPr>
          </a:p>
          <a:p>
            <a:pPr algn="just"/>
            <a:r>
              <a:rPr lang="es-ES" sz="1900" b="1">
                <a:latin typeface="Calibri" panose="020F0502020204030204" pitchFamily="34" charset="0"/>
                <a:cs typeface="Calibri" panose="020F0502020204030204" pitchFamily="34" charset="0"/>
              </a:rPr>
              <a:t>ES TU HORA</a:t>
            </a:r>
          </a:p>
          <a:p>
            <a:pPr algn="just"/>
            <a:r>
              <a:rPr lang="es-ES" sz="1900" b="1">
                <a:latin typeface="Calibri" panose="020F0502020204030204" pitchFamily="34" charset="0"/>
                <a:cs typeface="Calibri" panose="020F0502020204030204" pitchFamily="34" charset="0"/>
              </a:rPr>
              <a:t>ES LA HORA DE LA VERDAD</a:t>
            </a:r>
          </a:p>
          <a:p>
            <a:pPr algn="just"/>
            <a:r>
              <a:rPr lang="es-ES" sz="1900" b="1">
                <a:latin typeface="Calibri" panose="020F0502020204030204" pitchFamily="34" charset="0"/>
                <a:cs typeface="Calibri" panose="020F0502020204030204" pitchFamily="34" charset="0"/>
              </a:rPr>
              <a:t>ES TU HORA…</a:t>
            </a:r>
          </a:p>
          <a:p>
            <a:pPr algn="just"/>
            <a:r>
              <a:rPr lang="es-ES" sz="1900" b="1">
                <a:latin typeface="Calibri" panose="020F0502020204030204" pitchFamily="34" charset="0"/>
                <a:cs typeface="Calibri" panose="020F0502020204030204" pitchFamily="34" charset="0"/>
              </a:rPr>
              <a:t>NO MIRES ATRÁS</a:t>
            </a:r>
          </a:p>
          <a:p>
            <a:pPr algn="just"/>
            <a:endParaRPr lang="es-ES" sz="1900">
              <a:latin typeface="Calibri" panose="020F0502020204030204" pitchFamily="34" charset="0"/>
              <a:cs typeface="Calibri" panose="020F0502020204030204" pitchFamily="34" charset="0"/>
            </a:endParaRPr>
          </a:p>
          <a:p>
            <a:pPr algn="just"/>
            <a:endParaRPr lang="es-ES" sz="1900">
              <a:latin typeface="Calibri" panose="020F0502020204030204" pitchFamily="34" charset="0"/>
              <a:cs typeface="Calibri" panose="020F0502020204030204" pitchFamily="34" charset="0"/>
            </a:endParaRPr>
          </a:p>
          <a:p>
            <a:pPr algn="just"/>
            <a:r>
              <a:rPr lang="es-ES" sz="1900">
                <a:latin typeface="Calibri" panose="020F0502020204030204" pitchFamily="34" charset="0"/>
                <a:cs typeface="Calibri" panose="020F0502020204030204" pitchFamily="34" charset="0"/>
              </a:rPr>
              <a:t>Tantas horas perdidas,</a:t>
            </a:r>
          </a:p>
          <a:p>
            <a:pPr algn="just"/>
            <a:r>
              <a:rPr lang="es-ES" sz="1900">
                <a:latin typeface="Calibri" panose="020F0502020204030204" pitchFamily="34" charset="0"/>
                <a:cs typeface="Calibri" panose="020F0502020204030204" pitchFamily="34" charset="0"/>
              </a:rPr>
              <a:t>Por vivir a medio gas</a:t>
            </a:r>
          </a:p>
          <a:p>
            <a:pPr algn="just"/>
            <a:r>
              <a:rPr lang="es-ES" sz="1900">
                <a:latin typeface="Calibri" panose="020F0502020204030204" pitchFamily="34" charset="0"/>
                <a:cs typeface="Calibri" panose="020F0502020204030204" pitchFamily="34" charset="0"/>
              </a:rPr>
              <a:t>Ha llegado el momento</a:t>
            </a:r>
          </a:p>
          <a:p>
            <a:pPr algn="just"/>
            <a:r>
              <a:rPr lang="es-ES" sz="1900">
                <a:latin typeface="Calibri" panose="020F0502020204030204" pitchFamily="34" charset="0"/>
                <a:cs typeface="Calibri" panose="020F0502020204030204" pitchFamily="34" charset="0"/>
              </a:rPr>
              <a:t>De vivir la intensidad.</a:t>
            </a:r>
          </a:p>
          <a:p>
            <a:pPr algn="just"/>
            <a:endParaRPr lang="es-ES" sz="1900">
              <a:latin typeface="Calibri" panose="020F0502020204030204" pitchFamily="34" charset="0"/>
              <a:cs typeface="Calibri" panose="020F0502020204030204" pitchFamily="34" charset="0"/>
            </a:endParaRPr>
          </a:p>
          <a:p>
            <a:pPr algn="just"/>
            <a:r>
              <a:rPr lang="es-ES" sz="1900">
                <a:latin typeface="Calibri" panose="020F0502020204030204" pitchFamily="34" charset="0"/>
                <a:cs typeface="Calibri" panose="020F0502020204030204" pitchFamily="34" charset="0"/>
              </a:rPr>
              <a:t>Ser la sal de la tierra</a:t>
            </a:r>
          </a:p>
          <a:p>
            <a:pPr algn="just"/>
            <a:r>
              <a:rPr lang="es-ES" sz="1900">
                <a:latin typeface="Calibri" panose="020F0502020204030204" pitchFamily="34" charset="0"/>
                <a:cs typeface="Calibri" panose="020F0502020204030204" pitchFamily="34" charset="0"/>
              </a:rPr>
              <a:t>Ser un fuego abrasador</a:t>
            </a:r>
          </a:p>
          <a:p>
            <a:pPr algn="just"/>
            <a:r>
              <a:rPr lang="es-ES" sz="1900">
                <a:latin typeface="Calibri" panose="020F0502020204030204" pitchFamily="34" charset="0"/>
                <a:cs typeface="Calibri" panose="020F0502020204030204" pitchFamily="34" charset="0"/>
              </a:rPr>
              <a:t>Que de luz al perdido</a:t>
            </a:r>
          </a:p>
          <a:p>
            <a:pPr algn="just"/>
            <a:r>
              <a:rPr lang="es-ES" sz="1900">
                <a:latin typeface="Calibri" panose="020F0502020204030204" pitchFamily="34" charset="0"/>
                <a:cs typeface="Calibri" panose="020F0502020204030204" pitchFamily="34" charset="0"/>
              </a:rPr>
              <a:t>Dando vida y calor.</a:t>
            </a:r>
          </a:p>
          <a:p>
            <a:pPr algn="just"/>
            <a:endParaRPr lang="es-ES" sz="1900">
              <a:latin typeface="Calibri" panose="020F0502020204030204" pitchFamily="34" charset="0"/>
              <a:cs typeface="Calibri" panose="020F0502020204030204" pitchFamily="34" charset="0"/>
            </a:endParaRPr>
          </a:p>
          <a:p>
            <a:pPr algn="just"/>
            <a:r>
              <a:rPr lang="es-ES" sz="1900" b="1">
                <a:latin typeface="Calibri" panose="020F0502020204030204" pitchFamily="34" charset="0"/>
                <a:cs typeface="Calibri" panose="020F0502020204030204" pitchFamily="34" charset="0"/>
              </a:rPr>
              <a:t>ES TU HORA</a:t>
            </a:r>
          </a:p>
          <a:p>
            <a:pPr algn="just"/>
            <a:r>
              <a:rPr lang="es-ES" sz="1900" b="1">
                <a:latin typeface="Calibri" panose="020F0502020204030204" pitchFamily="34" charset="0"/>
                <a:cs typeface="Calibri" panose="020F0502020204030204" pitchFamily="34" charset="0"/>
              </a:rPr>
              <a:t>ES LA HORA DE LA VERDAD</a:t>
            </a:r>
          </a:p>
          <a:p>
            <a:pPr algn="just"/>
            <a:r>
              <a:rPr lang="es-ES" sz="1900" b="1">
                <a:latin typeface="Calibri" panose="020F0502020204030204" pitchFamily="34" charset="0"/>
                <a:cs typeface="Calibri" panose="020F0502020204030204" pitchFamily="34" charset="0"/>
              </a:rPr>
              <a:t>ES TU HORA…</a:t>
            </a:r>
          </a:p>
          <a:p>
            <a:pPr algn="just"/>
            <a:r>
              <a:rPr lang="es-ES" sz="1900" b="1">
                <a:latin typeface="Calibri" panose="020F0502020204030204" pitchFamily="34" charset="0"/>
                <a:cs typeface="Calibri" panose="020F0502020204030204" pitchFamily="34" charset="0"/>
              </a:rPr>
              <a:t>NO MIRES ATRÁS</a:t>
            </a:r>
          </a:p>
          <a:p>
            <a:endParaRPr lang="es-ES" sz="2000">
              <a:latin typeface="Calibri" panose="020F0502020204030204" pitchFamily="34" charset="0"/>
              <a:cs typeface="Calibri" panose="020F0502020204030204" pitchFamily="34" charset="0"/>
            </a:endParaRPr>
          </a:p>
        </p:txBody>
      </p:sp>
      <p:sp>
        <p:nvSpPr>
          <p:cNvPr id="7" name="CuadroTexto 5">
            <a:extLst>
              <a:ext uri="{FF2B5EF4-FFF2-40B4-BE49-F238E27FC236}">
                <a16:creationId xmlns:a16="http://schemas.microsoft.com/office/drawing/2014/main" id="{40D19ED1-3605-4DB2-A6E6-941A0620091F}"/>
              </a:ext>
            </a:extLst>
          </p:cNvPr>
          <p:cNvSpPr txBox="1"/>
          <p:nvPr/>
        </p:nvSpPr>
        <p:spPr>
          <a:xfrm>
            <a:off x="2875004" y="44624"/>
            <a:ext cx="6892884" cy="707886"/>
          </a:xfrm>
          <a:prstGeom prst="rect">
            <a:avLst/>
          </a:prstGeom>
          <a:noFill/>
        </p:spPr>
        <p:txBody>
          <a:bodyPr wrap="square" rtlCol="0">
            <a:spAutoFit/>
          </a:bodyPr>
          <a:lstStyle/>
          <a:p>
            <a:r>
              <a:rPr lang="es-ES" sz="4000">
                <a:solidFill>
                  <a:schemeClr val="accent1"/>
                </a:solidFill>
                <a:latin typeface="Calibri" panose="020F0502020204030204" pitchFamily="34" charset="0"/>
                <a:cs typeface="Calibri" panose="020F0502020204030204" pitchFamily="34" charset="0"/>
              </a:rPr>
              <a:t>ES TU HORA</a:t>
            </a:r>
            <a:endParaRPr lang="es-ES">
              <a:solidFill>
                <a:schemeClr val="accent1"/>
              </a:solidFill>
              <a:latin typeface="Calibri" panose="020F0502020204030204" pitchFamily="34" charset="0"/>
              <a:cs typeface="Calibri" panose="020F0502020204030204" pitchFamily="34" charset="0"/>
            </a:endParaRPr>
          </a:p>
        </p:txBody>
      </p:sp>
      <p:pic>
        <p:nvPicPr>
          <p:cNvPr id="1026" name="Picture 2" descr="Foto gratis Dibujo de corazón para descargar | FreeImages">
            <a:extLst>
              <a:ext uri="{FF2B5EF4-FFF2-40B4-BE49-F238E27FC236}">
                <a16:creationId xmlns:a16="http://schemas.microsoft.com/office/drawing/2014/main" id="{29B74032-D615-BB90-3638-62955C0D90A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288025" y="4414608"/>
            <a:ext cx="2200464" cy="220046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724322340"/>
      </p:ext>
    </p:extLst>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sld>
</file>

<file path=ppt/slides/slide8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1 Título"/>
          <p:cNvSpPr>
            <a:spLocks noGrp="1"/>
          </p:cNvSpPr>
          <p:nvPr>
            <p:ph type="ctrTitle" idx="4294967295"/>
          </p:nvPr>
        </p:nvSpPr>
        <p:spPr>
          <a:xfrm>
            <a:off x="1781176" y="476251"/>
            <a:ext cx="8886825" cy="576263"/>
          </a:xfrm>
        </p:spPr>
        <p:txBody>
          <a:bodyPr>
            <a:normAutofit fontScale="90000"/>
          </a:bodyPr>
          <a:lstStyle/>
          <a:p>
            <a:pPr algn="ctr"/>
            <a:r>
              <a:rPr lang="es-ES_tradnl"/>
              <a:t>El calor de la palabra</a:t>
            </a:r>
            <a:endParaRPr lang="es-ES">
              <a:ea typeface="Tahoma" pitchFamily="34" charset="0"/>
              <a:cs typeface="Vijaya" panose="020B0604020202020204" pitchFamily="34" charset="0"/>
            </a:endParaRPr>
          </a:p>
        </p:txBody>
      </p:sp>
      <p:pic>
        <p:nvPicPr>
          <p:cNvPr id="5" name="Picture 4" descr="http://jovenessanildefonsojaen.files.wordpress.com/2013/03/fano-alegria-inagotable.jp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953375" y="4021300"/>
            <a:ext cx="2114550" cy="2657475"/>
          </a:xfrm>
          <a:prstGeom prst="roundRect">
            <a:avLst>
              <a:gd name="adj" fmla="val 16667"/>
            </a:avLst>
          </a:prstGeom>
          <a:ln>
            <a:noFill/>
          </a:ln>
          <a:effectLst>
            <a:outerShdw blurRad="76200" dist="38100" dir="7800000" algn="tl" rotWithShape="0">
              <a:srgbClr val="000000">
                <a:alpha val="40000"/>
              </a:srgbClr>
            </a:outerShdw>
          </a:effectLst>
          <a:scene3d>
            <a:camera prst="orthographicFront"/>
            <a:lightRig rig="contrasting" dir="t">
              <a:rot lat="0" lon="0" rev="4200000"/>
            </a:lightRig>
          </a:scene3d>
          <a:sp3d prstMaterial="plastic">
            <a:bevelT w="381000" h="114300" prst="relaxedInset"/>
            <a:contourClr>
              <a:srgbClr val="969696"/>
            </a:contourClr>
          </a:sp3d>
          <a:extLst>
            <a:ext uri="{909E8E84-426E-40DD-AFC4-6F175D3DCCD1}">
              <a14:hiddenFill xmlns:a14="http://schemas.microsoft.com/office/drawing/2010/main">
                <a:solidFill>
                  <a:srgbClr val="FFFFFF"/>
                </a:solidFill>
              </a14:hiddenFill>
            </a:ext>
          </a:extLst>
        </p:spPr>
      </p:pic>
      <p:sp>
        <p:nvSpPr>
          <p:cNvPr id="7" name="Marcador de contenido 3"/>
          <p:cNvSpPr txBox="1">
            <a:spLocks/>
          </p:cNvSpPr>
          <p:nvPr/>
        </p:nvSpPr>
        <p:spPr>
          <a:xfrm>
            <a:off x="7724775" y="1396479"/>
            <a:ext cx="2943225" cy="2038564"/>
          </a:xfrm>
          <a:prstGeom prst="rect">
            <a:avLst/>
          </a:prstGeom>
        </p:spPr>
        <p:txBody>
          <a:bodyPr vert="horz" lIns="91440" tIns="45720" rIns="91440" bIns="45720" rtlCol="0">
            <a:noAutofit/>
          </a:bodyPr>
          <a:lstStyle>
            <a:lvl1pPr marL="228600" indent="-228600" algn="l" defTabSz="914400" rtl="0" eaLnBrk="1" latinLnBrk="0" hangingPunct="1">
              <a:lnSpc>
                <a:spcPct val="120000"/>
              </a:lnSpc>
              <a:spcBef>
                <a:spcPts val="1000"/>
              </a:spcBef>
              <a:buFont typeface="Arial" panose="020B0604020202020204" pitchFamily="34" charset="0"/>
              <a:buChar char="•"/>
              <a:defRPr sz="2000" kern="1200">
                <a:solidFill>
                  <a:schemeClr val="tx1"/>
                </a:solidFill>
                <a:effectLst>
                  <a:outerShdw blurRad="50800" dist="38100" dir="2700000" algn="tl" rotWithShape="0">
                    <a:srgbClr val="000000">
                      <a:alpha val="48000"/>
                    </a:srgbClr>
                  </a:outerShdw>
                </a:effectLst>
                <a:latin typeface="+mn-lt"/>
                <a:ea typeface="+mn-ea"/>
                <a:cs typeface="+mn-cs"/>
              </a:defRPr>
            </a:lvl1pPr>
            <a:lvl2pPr marL="685800" indent="-228600" algn="l" defTabSz="914400" rtl="0" eaLnBrk="1" latinLnBrk="0" hangingPunct="1">
              <a:lnSpc>
                <a:spcPct val="120000"/>
              </a:lnSpc>
              <a:spcBef>
                <a:spcPts val="500"/>
              </a:spcBef>
              <a:buFont typeface="Arial" panose="020B0604020202020204" pitchFamily="34" charset="0"/>
              <a:buChar char="•"/>
              <a:defRPr sz="1800" kern="1200">
                <a:solidFill>
                  <a:schemeClr val="tx1"/>
                </a:solidFill>
                <a:effectLst>
                  <a:outerShdw blurRad="50800" dist="38100" dir="2700000" algn="tl" rotWithShape="0">
                    <a:srgbClr val="000000">
                      <a:alpha val="48000"/>
                    </a:srgbClr>
                  </a:outerShdw>
                </a:effectLst>
                <a:latin typeface="+mn-lt"/>
                <a:ea typeface="+mn-ea"/>
                <a:cs typeface="+mn-cs"/>
              </a:defRPr>
            </a:lvl2pPr>
            <a:lvl3pPr marL="1143000" indent="-228600" algn="l" defTabSz="914400" rtl="0" eaLnBrk="1" latinLnBrk="0" hangingPunct="1">
              <a:lnSpc>
                <a:spcPct val="120000"/>
              </a:lnSpc>
              <a:spcBef>
                <a:spcPts val="500"/>
              </a:spcBef>
              <a:buFont typeface="Arial" panose="020B0604020202020204" pitchFamily="34" charset="0"/>
              <a:buChar char="•"/>
              <a:defRPr sz="1600" kern="1200">
                <a:solidFill>
                  <a:schemeClr val="tx1"/>
                </a:solidFill>
                <a:effectLst>
                  <a:outerShdw blurRad="50800" dist="38100" dir="2700000" algn="tl" rotWithShape="0">
                    <a:srgbClr val="000000">
                      <a:alpha val="48000"/>
                    </a:srgbClr>
                  </a:outerShdw>
                </a:effectLst>
                <a:latin typeface="+mn-lt"/>
                <a:ea typeface="+mn-ea"/>
                <a:cs typeface="+mn-cs"/>
              </a:defRPr>
            </a:lvl3pPr>
            <a:lvl4pPr marL="1600200" indent="-228600" algn="l" defTabSz="914400" rtl="0" eaLnBrk="1" latinLnBrk="0" hangingPunct="1">
              <a:lnSpc>
                <a:spcPct val="120000"/>
              </a:lnSpc>
              <a:spcBef>
                <a:spcPts val="500"/>
              </a:spcBef>
              <a:buFont typeface="Arial" panose="020B0604020202020204" pitchFamily="34" charset="0"/>
              <a:buChar char="•"/>
              <a:defRPr sz="1400" kern="1200">
                <a:solidFill>
                  <a:schemeClr val="tx1"/>
                </a:solidFill>
                <a:effectLst>
                  <a:outerShdw blurRad="50800" dist="38100" dir="2700000" algn="tl" rotWithShape="0">
                    <a:srgbClr val="000000">
                      <a:alpha val="48000"/>
                    </a:srgbClr>
                  </a:outerShdw>
                </a:effectLst>
                <a:latin typeface="+mn-lt"/>
                <a:ea typeface="+mn-ea"/>
                <a:cs typeface="+mn-cs"/>
              </a:defRPr>
            </a:lvl4pPr>
            <a:lvl5pPr marL="2057400" indent="-228600" algn="l" defTabSz="914400" rtl="0" eaLnBrk="1" latinLnBrk="0" hangingPunct="1">
              <a:lnSpc>
                <a:spcPct val="120000"/>
              </a:lnSpc>
              <a:spcBef>
                <a:spcPts val="500"/>
              </a:spcBef>
              <a:buFont typeface="Arial" panose="020B0604020202020204" pitchFamily="34" charset="0"/>
              <a:buChar char="•"/>
              <a:defRPr sz="1200" kern="1200">
                <a:solidFill>
                  <a:schemeClr val="tx1"/>
                </a:solidFill>
                <a:effectLst>
                  <a:outerShdw blurRad="50800" dist="38100" dir="2700000" algn="tl" rotWithShape="0">
                    <a:srgbClr val="000000">
                      <a:alpha val="48000"/>
                    </a:srgbClr>
                  </a:outerShdw>
                </a:effectLst>
                <a:latin typeface="+mn-lt"/>
                <a:ea typeface="+mn-ea"/>
                <a:cs typeface="+mn-cs"/>
              </a:defRPr>
            </a:lvl5pPr>
            <a:lvl6pPr marL="2514600" indent="-228600" algn="l" defTabSz="914400" rtl="0" eaLnBrk="1" latinLnBrk="0" hangingPunct="1">
              <a:lnSpc>
                <a:spcPct val="120000"/>
              </a:lnSpc>
              <a:spcBef>
                <a:spcPts val="500"/>
              </a:spcBef>
              <a:buFont typeface="Arial" panose="020B0604020202020204" pitchFamily="34" charset="0"/>
              <a:buChar char="•"/>
              <a:defRPr sz="1200" kern="1200">
                <a:solidFill>
                  <a:schemeClr val="tx1"/>
                </a:solidFill>
                <a:effectLst>
                  <a:outerShdw blurRad="50800" dist="38100" dir="2700000" algn="tl" rotWithShape="0">
                    <a:srgbClr val="000000">
                      <a:alpha val="48000"/>
                    </a:srgbClr>
                  </a:outerShdw>
                </a:effectLst>
                <a:latin typeface="+mn-lt"/>
                <a:ea typeface="+mn-ea"/>
                <a:cs typeface="+mn-cs"/>
              </a:defRPr>
            </a:lvl6pPr>
            <a:lvl7pPr marL="2971800" indent="-228600" algn="l" defTabSz="914400" rtl="0" eaLnBrk="1" latinLnBrk="0" hangingPunct="1">
              <a:lnSpc>
                <a:spcPct val="120000"/>
              </a:lnSpc>
              <a:spcBef>
                <a:spcPts val="500"/>
              </a:spcBef>
              <a:buFont typeface="Arial" panose="020B0604020202020204" pitchFamily="34" charset="0"/>
              <a:buChar char="•"/>
              <a:defRPr sz="1200" kern="1200">
                <a:solidFill>
                  <a:schemeClr val="tx1"/>
                </a:solidFill>
                <a:effectLst>
                  <a:outerShdw blurRad="50800" dist="38100" dir="2700000" algn="tl" rotWithShape="0">
                    <a:srgbClr val="000000">
                      <a:alpha val="48000"/>
                    </a:srgbClr>
                  </a:outerShdw>
                </a:effectLst>
                <a:latin typeface="+mn-lt"/>
                <a:ea typeface="+mn-ea"/>
                <a:cs typeface="+mn-cs"/>
              </a:defRPr>
            </a:lvl7pPr>
            <a:lvl8pPr marL="3429000" indent="-228600" algn="l" defTabSz="914400" rtl="0" eaLnBrk="1" latinLnBrk="0" hangingPunct="1">
              <a:lnSpc>
                <a:spcPct val="120000"/>
              </a:lnSpc>
              <a:spcBef>
                <a:spcPts val="500"/>
              </a:spcBef>
              <a:buFont typeface="Arial" panose="020B0604020202020204" pitchFamily="34" charset="0"/>
              <a:buChar char="•"/>
              <a:defRPr sz="1200" kern="1200">
                <a:solidFill>
                  <a:schemeClr val="tx1"/>
                </a:solidFill>
                <a:effectLst>
                  <a:outerShdw blurRad="50800" dist="38100" dir="2700000" algn="tl" rotWithShape="0">
                    <a:srgbClr val="000000">
                      <a:alpha val="48000"/>
                    </a:srgbClr>
                  </a:outerShdw>
                </a:effectLst>
                <a:latin typeface="+mn-lt"/>
                <a:ea typeface="+mn-ea"/>
                <a:cs typeface="+mn-cs"/>
              </a:defRPr>
            </a:lvl8pPr>
            <a:lvl9pPr marL="3886200" indent="-228600" algn="l" defTabSz="914400" rtl="0" eaLnBrk="1" latinLnBrk="0" hangingPunct="1">
              <a:lnSpc>
                <a:spcPct val="120000"/>
              </a:lnSpc>
              <a:spcBef>
                <a:spcPts val="500"/>
              </a:spcBef>
              <a:buFont typeface="Arial" panose="020B0604020202020204" pitchFamily="34" charset="0"/>
              <a:buChar char="•"/>
              <a:defRPr sz="1200" kern="1200">
                <a:solidFill>
                  <a:schemeClr val="tx1"/>
                </a:solidFill>
                <a:effectLst>
                  <a:outerShdw blurRad="50800" dist="38100" dir="2700000" algn="tl" rotWithShape="0">
                    <a:srgbClr val="000000">
                      <a:alpha val="48000"/>
                    </a:srgbClr>
                  </a:outerShdw>
                </a:effectLst>
                <a:latin typeface="+mn-lt"/>
                <a:ea typeface="+mn-ea"/>
                <a:cs typeface="+mn-cs"/>
              </a:defRPr>
            </a:lvl9pPr>
          </a:lstStyle>
          <a:p>
            <a:pPr marL="68580" indent="0">
              <a:buNone/>
            </a:pPr>
            <a:r>
              <a:rPr lang="es-ES" b="1">
                <a:effectLst>
                  <a:outerShdw blurRad="38100" dist="38100" dir="2700000" algn="tl">
                    <a:srgbClr val="000000">
                      <a:alpha val="43137"/>
                    </a:srgbClr>
                  </a:outerShdw>
                </a:effectLst>
                <a:ea typeface="Tahoma" pitchFamily="34" charset="0"/>
                <a:cs typeface="Calibri" panose="020F0502020204030204" pitchFamily="34" charset="0"/>
              </a:rPr>
              <a:t>A NADA, NADA, </a:t>
            </a:r>
            <a:br>
              <a:rPr lang="es-ES" b="1">
                <a:effectLst>
                  <a:outerShdw blurRad="38100" dist="38100" dir="2700000" algn="tl">
                    <a:srgbClr val="000000">
                      <a:alpha val="43137"/>
                    </a:srgbClr>
                  </a:outerShdw>
                </a:effectLst>
                <a:ea typeface="Tahoma" pitchFamily="34" charset="0"/>
                <a:cs typeface="Calibri" panose="020F0502020204030204" pitchFamily="34" charset="0"/>
              </a:rPr>
            </a:br>
            <a:r>
              <a:rPr lang="es-ES" b="1">
                <a:effectLst>
                  <a:outerShdw blurRad="38100" dist="38100" dir="2700000" algn="tl">
                    <a:srgbClr val="000000">
                      <a:alpha val="43137"/>
                    </a:srgbClr>
                  </a:outerShdw>
                </a:effectLst>
                <a:ea typeface="Tahoma" pitchFamily="34" charset="0"/>
                <a:cs typeface="Calibri" panose="020F0502020204030204" pitchFamily="34" charset="0"/>
              </a:rPr>
              <a:t>NUNCA HE DE TEMER; </a:t>
            </a:r>
            <a:br>
              <a:rPr lang="es-ES" b="1">
                <a:effectLst>
                  <a:outerShdw blurRad="38100" dist="38100" dir="2700000" algn="tl">
                    <a:srgbClr val="000000">
                      <a:alpha val="43137"/>
                    </a:srgbClr>
                  </a:outerShdw>
                </a:effectLst>
                <a:ea typeface="Tahoma" pitchFamily="34" charset="0"/>
                <a:cs typeface="Calibri" panose="020F0502020204030204" pitchFamily="34" charset="0"/>
              </a:rPr>
            </a:br>
            <a:r>
              <a:rPr lang="es-ES" b="1">
                <a:effectLst>
                  <a:outerShdw blurRad="38100" dist="38100" dir="2700000" algn="tl">
                    <a:srgbClr val="000000">
                      <a:alpha val="43137"/>
                    </a:srgbClr>
                  </a:outerShdw>
                </a:effectLst>
                <a:ea typeface="Tahoma" pitchFamily="34" charset="0"/>
                <a:cs typeface="Calibri" panose="020F0502020204030204" pitchFamily="34" charset="0"/>
              </a:rPr>
              <a:t>YENDO JUNTO A TI, </a:t>
            </a:r>
            <a:br>
              <a:rPr lang="es-ES" b="1">
                <a:effectLst>
                  <a:outerShdw blurRad="38100" dist="38100" dir="2700000" algn="tl">
                    <a:srgbClr val="000000">
                      <a:alpha val="43137"/>
                    </a:srgbClr>
                  </a:outerShdw>
                </a:effectLst>
                <a:ea typeface="Tahoma" pitchFamily="34" charset="0"/>
                <a:cs typeface="Calibri" panose="020F0502020204030204" pitchFamily="34" charset="0"/>
              </a:rPr>
            </a:br>
            <a:r>
              <a:rPr lang="es-ES" b="1">
                <a:effectLst>
                  <a:outerShdw blurRad="38100" dist="38100" dir="2700000" algn="tl">
                    <a:srgbClr val="000000">
                      <a:alpha val="43137"/>
                    </a:srgbClr>
                  </a:outerShdw>
                </a:effectLst>
                <a:ea typeface="Tahoma" pitchFamily="34" charset="0"/>
                <a:cs typeface="Calibri" panose="020F0502020204030204" pitchFamily="34" charset="0"/>
              </a:rPr>
              <a:t>CON TUS OJOS DE FE, </a:t>
            </a:r>
            <a:br>
              <a:rPr lang="es-ES" b="1">
                <a:effectLst>
                  <a:outerShdw blurRad="38100" dist="38100" dir="2700000" algn="tl">
                    <a:srgbClr val="000000">
                      <a:alpha val="43137"/>
                    </a:srgbClr>
                  </a:outerShdw>
                </a:effectLst>
                <a:ea typeface="Tahoma" pitchFamily="34" charset="0"/>
                <a:cs typeface="Calibri" panose="020F0502020204030204" pitchFamily="34" charset="0"/>
              </a:rPr>
            </a:br>
            <a:r>
              <a:rPr lang="es-ES" b="1">
                <a:effectLst>
                  <a:outerShdw blurRad="38100" dist="38100" dir="2700000" algn="tl">
                    <a:srgbClr val="000000">
                      <a:alpha val="43137"/>
                    </a:srgbClr>
                  </a:outerShdw>
                </a:effectLst>
                <a:ea typeface="Tahoma" pitchFamily="34" charset="0"/>
                <a:cs typeface="Calibri" panose="020F0502020204030204" pitchFamily="34" charset="0"/>
              </a:rPr>
              <a:t>NUNCA HE DE TEMER. (BIS)</a:t>
            </a:r>
            <a:r>
              <a:rPr lang="es-ES" b="1">
                <a:effectLst>
                  <a:outerShdw blurRad="38100" dist="38100" dir="2700000" algn="tl">
                    <a:srgbClr val="000000">
                      <a:alpha val="43137"/>
                    </a:srgbClr>
                  </a:outerShdw>
                </a:effectLst>
                <a:latin typeface="Calibri" panose="020F0502020204030204" pitchFamily="34" charset="0"/>
                <a:ea typeface="Tahoma" pitchFamily="34" charset="0"/>
                <a:cs typeface="Calibri" panose="020F0502020204030204" pitchFamily="34" charset="0"/>
              </a:rPr>
              <a:t> </a:t>
            </a:r>
          </a:p>
          <a:p>
            <a:pPr marL="0" indent="0">
              <a:buNone/>
            </a:pPr>
            <a:endParaRPr lang="es-ES" b="1">
              <a:solidFill>
                <a:schemeClr val="bg1"/>
              </a:solidFill>
              <a:effectLst>
                <a:outerShdw blurRad="38100" dist="38100" dir="2700000" algn="tl">
                  <a:srgbClr val="000000">
                    <a:alpha val="43137"/>
                  </a:srgbClr>
                </a:outerShdw>
              </a:effectLst>
            </a:endParaRPr>
          </a:p>
        </p:txBody>
      </p:sp>
      <p:sp>
        <p:nvSpPr>
          <p:cNvPr id="9" name="CuadroTexto 8">
            <a:extLst>
              <a:ext uri="{FF2B5EF4-FFF2-40B4-BE49-F238E27FC236}">
                <a16:creationId xmlns:a16="http://schemas.microsoft.com/office/drawing/2014/main" id="{38DAEA5F-8730-4032-A8C3-77D2148CC009}"/>
              </a:ext>
            </a:extLst>
          </p:cNvPr>
          <p:cNvSpPr txBox="1"/>
          <p:nvPr/>
        </p:nvSpPr>
        <p:spPr>
          <a:xfrm>
            <a:off x="1781176" y="1257300"/>
            <a:ext cx="6043613" cy="5410712"/>
          </a:xfrm>
          <a:prstGeom prst="rect">
            <a:avLst/>
          </a:prstGeom>
          <a:noFill/>
        </p:spPr>
        <p:txBody>
          <a:bodyPr wrap="square" rtlCol="0">
            <a:spAutoFit/>
          </a:bodyPr>
          <a:lstStyle/>
          <a:p>
            <a:pPr marL="68580">
              <a:lnSpc>
                <a:spcPct val="120000"/>
              </a:lnSpc>
            </a:pPr>
            <a:r>
              <a:rPr lang="es-ES">
                <a:latin typeface="Calibri" panose="020F0502020204030204" pitchFamily="34" charset="0"/>
                <a:ea typeface="Tahoma" pitchFamily="34" charset="0"/>
                <a:cs typeface="Calibri" panose="020F0502020204030204" pitchFamily="34" charset="0"/>
              </a:rPr>
              <a:t>Cerca del hogar que calienta mi alma  </a:t>
            </a:r>
            <a:br>
              <a:rPr lang="es-ES">
                <a:latin typeface="Calibri" panose="020F0502020204030204" pitchFamily="34" charset="0"/>
                <a:ea typeface="Tahoma" pitchFamily="34" charset="0"/>
                <a:cs typeface="Calibri" panose="020F0502020204030204" pitchFamily="34" charset="0"/>
              </a:rPr>
            </a:br>
            <a:r>
              <a:rPr lang="es-ES">
                <a:latin typeface="Calibri" panose="020F0502020204030204" pitchFamily="34" charset="0"/>
                <a:ea typeface="Tahoma" pitchFamily="34" charset="0"/>
                <a:cs typeface="Calibri" panose="020F0502020204030204" pitchFamily="34" charset="0"/>
              </a:rPr>
              <a:t>quiero yo saber lo que en comunidad Tú quieres de mí.</a:t>
            </a:r>
            <a:br>
              <a:rPr lang="es-ES">
                <a:latin typeface="Calibri" panose="020F0502020204030204" pitchFamily="34" charset="0"/>
                <a:ea typeface="Tahoma" pitchFamily="34" charset="0"/>
                <a:cs typeface="Calibri" panose="020F0502020204030204" pitchFamily="34" charset="0"/>
              </a:rPr>
            </a:br>
            <a:r>
              <a:rPr lang="es-ES">
                <a:latin typeface="Calibri" panose="020F0502020204030204" pitchFamily="34" charset="0"/>
                <a:ea typeface="Tahoma" pitchFamily="34" charset="0"/>
                <a:cs typeface="Calibri" panose="020F0502020204030204" pitchFamily="34" charset="0"/>
              </a:rPr>
              <a:t>Sintiendo el calor que me da tu Palabra, </a:t>
            </a:r>
            <a:br>
              <a:rPr lang="es-ES">
                <a:latin typeface="Calibri" panose="020F0502020204030204" pitchFamily="34" charset="0"/>
                <a:ea typeface="Tahoma" pitchFamily="34" charset="0"/>
                <a:cs typeface="Calibri" panose="020F0502020204030204" pitchFamily="34" charset="0"/>
              </a:rPr>
            </a:br>
            <a:r>
              <a:rPr lang="es-ES">
                <a:latin typeface="Calibri" panose="020F0502020204030204" pitchFamily="34" charset="0"/>
                <a:ea typeface="Tahoma" pitchFamily="34" charset="0"/>
                <a:cs typeface="Calibri" panose="020F0502020204030204" pitchFamily="34" charset="0"/>
              </a:rPr>
              <a:t>quiero responder a lo que me pides  </a:t>
            </a:r>
            <a:br>
              <a:rPr lang="es-ES">
                <a:latin typeface="Calibri" panose="020F0502020204030204" pitchFamily="34" charset="0"/>
                <a:ea typeface="Tahoma" pitchFamily="34" charset="0"/>
                <a:cs typeface="Calibri" panose="020F0502020204030204" pitchFamily="34" charset="0"/>
              </a:rPr>
            </a:br>
            <a:r>
              <a:rPr lang="es-ES">
                <a:latin typeface="Calibri" panose="020F0502020204030204" pitchFamily="34" charset="0"/>
                <a:ea typeface="Tahoma" pitchFamily="34" charset="0"/>
                <a:cs typeface="Calibri" panose="020F0502020204030204" pitchFamily="34" charset="0"/>
              </a:rPr>
              <a:t>sin que a nada yo pueda temer. </a:t>
            </a:r>
            <a:br>
              <a:rPr lang="es-ES">
                <a:effectLst>
                  <a:outerShdw blurRad="38100" dist="38100" dir="2700000" algn="tl">
                    <a:srgbClr val="000000">
                      <a:alpha val="43137"/>
                    </a:srgbClr>
                  </a:outerShdw>
                </a:effectLst>
                <a:latin typeface="Calibri" panose="020F0502020204030204" pitchFamily="34" charset="0"/>
                <a:ea typeface="Tahoma" pitchFamily="34" charset="0"/>
                <a:cs typeface="Calibri" panose="020F0502020204030204" pitchFamily="34" charset="0"/>
              </a:rPr>
            </a:br>
            <a:endParaRPr lang="es-ES">
              <a:effectLst>
                <a:outerShdw blurRad="38100" dist="38100" dir="2700000" algn="tl">
                  <a:srgbClr val="000000">
                    <a:alpha val="43137"/>
                  </a:srgbClr>
                </a:outerShdw>
              </a:effectLst>
              <a:latin typeface="Calibri" panose="020F0502020204030204" pitchFamily="34" charset="0"/>
              <a:ea typeface="Tahoma" pitchFamily="34" charset="0"/>
              <a:cs typeface="Calibri" panose="020F0502020204030204" pitchFamily="34" charset="0"/>
            </a:endParaRPr>
          </a:p>
          <a:p>
            <a:pPr marL="68580"/>
            <a:r>
              <a:rPr lang="es-ES">
                <a:latin typeface="Calibri" panose="020F0502020204030204" pitchFamily="34" charset="0"/>
                <a:ea typeface="Tahoma" pitchFamily="34" charset="0"/>
                <a:cs typeface="Calibri" panose="020F0502020204030204" pitchFamily="34" charset="0"/>
              </a:rPr>
              <a:t>Sólo he de beber de tu fuente de agua, </a:t>
            </a:r>
            <a:br>
              <a:rPr lang="es-ES">
                <a:latin typeface="Calibri" panose="020F0502020204030204" pitchFamily="34" charset="0"/>
                <a:ea typeface="Tahoma" pitchFamily="34" charset="0"/>
                <a:cs typeface="Calibri" panose="020F0502020204030204" pitchFamily="34" charset="0"/>
              </a:rPr>
            </a:br>
            <a:r>
              <a:rPr lang="es-ES">
                <a:latin typeface="Calibri" panose="020F0502020204030204" pitchFamily="34" charset="0"/>
                <a:ea typeface="Tahoma" pitchFamily="34" charset="0"/>
                <a:cs typeface="Calibri" panose="020F0502020204030204" pitchFamily="34" charset="0"/>
              </a:rPr>
              <a:t>sé que sólo ella será la que sacie mi hambre y mi sed.</a:t>
            </a:r>
            <a:br>
              <a:rPr lang="es-ES">
                <a:latin typeface="Calibri" panose="020F0502020204030204" pitchFamily="34" charset="0"/>
                <a:ea typeface="Tahoma" pitchFamily="34" charset="0"/>
                <a:cs typeface="Calibri" panose="020F0502020204030204" pitchFamily="34" charset="0"/>
              </a:rPr>
            </a:br>
            <a:r>
              <a:rPr lang="es-ES">
                <a:latin typeface="Calibri" panose="020F0502020204030204" pitchFamily="34" charset="0"/>
                <a:ea typeface="Tahoma" pitchFamily="34" charset="0"/>
                <a:cs typeface="Calibri" panose="020F0502020204030204" pitchFamily="34" charset="0"/>
              </a:rPr>
              <a:t>Tú eres el Señor que alimenta mi alma,</a:t>
            </a:r>
            <a:br>
              <a:rPr lang="es-ES">
                <a:latin typeface="Calibri" panose="020F0502020204030204" pitchFamily="34" charset="0"/>
                <a:ea typeface="Tahoma" pitchFamily="34" charset="0"/>
                <a:cs typeface="Calibri" panose="020F0502020204030204" pitchFamily="34" charset="0"/>
              </a:rPr>
            </a:br>
            <a:r>
              <a:rPr lang="es-ES">
                <a:latin typeface="Calibri" panose="020F0502020204030204" pitchFamily="34" charset="0"/>
                <a:ea typeface="Tahoma" pitchFamily="34" charset="0"/>
                <a:cs typeface="Calibri" panose="020F0502020204030204" pitchFamily="34" charset="0"/>
              </a:rPr>
              <a:t>y si hago mi opción,  por seguirte a Ti</a:t>
            </a:r>
            <a:br>
              <a:rPr lang="es-ES">
                <a:latin typeface="Calibri" panose="020F0502020204030204" pitchFamily="34" charset="0"/>
                <a:ea typeface="Tahoma" pitchFamily="34" charset="0"/>
                <a:cs typeface="Calibri" panose="020F0502020204030204" pitchFamily="34" charset="0"/>
              </a:rPr>
            </a:br>
            <a:r>
              <a:rPr lang="es-ES">
                <a:latin typeface="Calibri" panose="020F0502020204030204" pitchFamily="34" charset="0"/>
                <a:ea typeface="Tahoma" pitchFamily="34" charset="0"/>
                <a:cs typeface="Calibri" panose="020F0502020204030204" pitchFamily="34" charset="0"/>
              </a:rPr>
              <a:t>nunca jamás yo temeré. </a:t>
            </a:r>
            <a:br>
              <a:rPr lang="es-ES">
                <a:latin typeface="Calibri" panose="020F0502020204030204" pitchFamily="34" charset="0"/>
                <a:ea typeface="Tahoma" pitchFamily="34" charset="0"/>
                <a:cs typeface="Calibri" panose="020F0502020204030204" pitchFamily="34" charset="0"/>
              </a:rPr>
            </a:br>
            <a:endParaRPr lang="es-ES">
              <a:latin typeface="Calibri" panose="020F0502020204030204" pitchFamily="34" charset="0"/>
              <a:ea typeface="Tahoma" pitchFamily="34" charset="0"/>
              <a:cs typeface="Calibri" panose="020F0502020204030204" pitchFamily="34" charset="0"/>
            </a:endParaRPr>
          </a:p>
          <a:p>
            <a:pPr marL="68580"/>
            <a:r>
              <a:rPr lang="es-ES">
                <a:latin typeface="Calibri" panose="020F0502020204030204" pitchFamily="34" charset="0"/>
                <a:ea typeface="Tahoma" pitchFamily="34" charset="0"/>
                <a:cs typeface="Calibri" panose="020F0502020204030204" pitchFamily="34" charset="0"/>
              </a:rPr>
              <a:t>Llegan hasta mi momentos sin calma, </a:t>
            </a:r>
            <a:br>
              <a:rPr lang="es-ES">
                <a:latin typeface="Calibri" panose="020F0502020204030204" pitchFamily="34" charset="0"/>
                <a:ea typeface="Tahoma" pitchFamily="34" charset="0"/>
                <a:cs typeface="Calibri" panose="020F0502020204030204" pitchFamily="34" charset="0"/>
              </a:rPr>
            </a:br>
            <a:r>
              <a:rPr lang="es-ES">
                <a:latin typeface="Calibri" panose="020F0502020204030204" pitchFamily="34" charset="0"/>
                <a:ea typeface="Tahoma" pitchFamily="34" charset="0"/>
                <a:cs typeface="Calibri" panose="020F0502020204030204" pitchFamily="34" charset="0"/>
              </a:rPr>
              <a:t>que me hacen dudar de si mi camino se orienta hacia Ti.</a:t>
            </a:r>
            <a:br>
              <a:rPr lang="es-ES">
                <a:latin typeface="Calibri" panose="020F0502020204030204" pitchFamily="34" charset="0"/>
                <a:ea typeface="Tahoma" pitchFamily="34" charset="0"/>
                <a:cs typeface="Calibri" panose="020F0502020204030204" pitchFamily="34" charset="0"/>
              </a:rPr>
            </a:br>
            <a:r>
              <a:rPr lang="es-ES">
                <a:latin typeface="Calibri" panose="020F0502020204030204" pitchFamily="34" charset="0"/>
                <a:ea typeface="Tahoma" pitchFamily="34" charset="0"/>
                <a:cs typeface="Calibri" panose="020F0502020204030204" pitchFamily="34" charset="0"/>
              </a:rPr>
              <a:t>Comienza a faltar la paz en mi alma</a:t>
            </a:r>
            <a:br>
              <a:rPr lang="es-ES">
                <a:latin typeface="Calibri" panose="020F0502020204030204" pitchFamily="34" charset="0"/>
                <a:ea typeface="Tahoma" pitchFamily="34" charset="0"/>
                <a:cs typeface="Calibri" panose="020F0502020204030204" pitchFamily="34" charset="0"/>
              </a:rPr>
            </a:br>
            <a:r>
              <a:rPr lang="es-ES">
                <a:latin typeface="Calibri" panose="020F0502020204030204" pitchFamily="34" charset="0"/>
                <a:ea typeface="Tahoma" pitchFamily="34" charset="0"/>
                <a:cs typeface="Calibri" panose="020F0502020204030204" pitchFamily="34" charset="0"/>
              </a:rPr>
              <a:t>y sin esperarlo apareces Tú haciéndome ver</a:t>
            </a:r>
            <a:br>
              <a:rPr lang="es-ES">
                <a:latin typeface="Calibri" panose="020F0502020204030204" pitchFamily="34" charset="0"/>
                <a:ea typeface="Tahoma" pitchFamily="34" charset="0"/>
                <a:cs typeface="Calibri" panose="020F0502020204030204" pitchFamily="34" charset="0"/>
              </a:rPr>
            </a:br>
            <a:r>
              <a:rPr lang="es-ES">
                <a:latin typeface="Calibri" panose="020F0502020204030204" pitchFamily="34" charset="0"/>
                <a:ea typeface="Tahoma" pitchFamily="34" charset="0"/>
                <a:cs typeface="Calibri" panose="020F0502020204030204" pitchFamily="34" charset="0"/>
              </a:rPr>
              <a:t>que a nada he de temer.</a:t>
            </a:r>
            <a:endParaRPr lang="es-ES">
              <a:latin typeface="Calibri" panose="020F0502020204030204" pitchFamily="34" charset="0"/>
              <a:cs typeface="Calibri" panose="020F0502020204030204" pitchFamily="34" charset="0"/>
            </a:endParaRPr>
          </a:p>
          <a:p>
            <a:endParaRPr lang="es-ES">
              <a:latin typeface="Calibri" panose="020F0502020204030204" pitchFamily="34" charset="0"/>
              <a:cs typeface="Calibri" panose="020F0502020204030204" pitchFamily="34" charset="0"/>
            </a:endParaRPr>
          </a:p>
        </p:txBody>
      </p:sp>
    </p:spTree>
    <p:extLst>
      <p:ext uri="{BB962C8B-B14F-4D97-AF65-F5344CB8AC3E}">
        <p14:creationId xmlns:p14="http://schemas.microsoft.com/office/powerpoint/2010/main" val="2651008744"/>
      </p:ext>
    </p:extLst>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sld>
</file>

<file path=ppt/slides/slide8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EEFB80F-A5E3-F74B-8FFC-99E73EFFB86F}"/>
              </a:ext>
            </a:extLst>
          </p:cNvPr>
          <p:cNvSpPr>
            <a:spLocks noGrp="1"/>
          </p:cNvSpPr>
          <p:nvPr>
            <p:ph type="title"/>
          </p:nvPr>
        </p:nvSpPr>
        <p:spPr>
          <a:xfrm>
            <a:off x="838200" y="712366"/>
            <a:ext cx="10515600" cy="1113361"/>
          </a:xfrm>
        </p:spPr>
        <p:txBody>
          <a:bodyPr>
            <a:normAutofit fontScale="90000"/>
          </a:bodyPr>
          <a:lstStyle/>
          <a:p>
            <a:r>
              <a:rPr lang="es-ES" sz="5400">
                <a:latin typeface="Bradley Hand"/>
              </a:rPr>
              <a:t>Sé fiel</a:t>
            </a:r>
            <a:br>
              <a:rPr lang="es-ES" sz="5400" dirty="0"/>
            </a:br>
            <a:endParaRPr lang="es-ES" sz="5400">
              <a:latin typeface="Calibri Light"/>
              <a:ea typeface="Calibri Light"/>
              <a:cs typeface="Calibri Light"/>
            </a:endParaRPr>
          </a:p>
        </p:txBody>
      </p:sp>
      <p:sp>
        <p:nvSpPr>
          <p:cNvPr id="3" name="Marcador de contenido 2">
            <a:extLst>
              <a:ext uri="{FF2B5EF4-FFF2-40B4-BE49-F238E27FC236}">
                <a16:creationId xmlns:a16="http://schemas.microsoft.com/office/drawing/2014/main" id="{4EA5CDE1-21D1-6040-A2EA-3212012934AB}"/>
              </a:ext>
            </a:extLst>
          </p:cNvPr>
          <p:cNvSpPr>
            <a:spLocks noGrp="1"/>
          </p:cNvSpPr>
          <p:nvPr>
            <p:ph idx="1"/>
          </p:nvPr>
        </p:nvSpPr>
        <p:spPr>
          <a:xfrm>
            <a:off x="838200" y="1468439"/>
            <a:ext cx="5534025" cy="4607896"/>
          </a:xfrm>
        </p:spPr>
        <p:txBody>
          <a:bodyPr numCol="1">
            <a:normAutofit fontScale="92500" lnSpcReduction="20000"/>
          </a:bodyPr>
          <a:lstStyle/>
          <a:p>
            <a:pPr marL="0" indent="0">
              <a:lnSpc>
                <a:spcPct val="120000"/>
              </a:lnSpc>
              <a:buNone/>
            </a:pPr>
            <a:r>
              <a:rPr lang="es-ES"/>
              <a:t>Sé fiel a la verdad</a:t>
            </a:r>
          </a:p>
          <a:p>
            <a:pPr marL="0" indent="0">
              <a:lnSpc>
                <a:spcPct val="120000"/>
              </a:lnSpc>
              <a:buNone/>
            </a:pPr>
            <a:r>
              <a:rPr lang="es-ES"/>
              <a:t>Sigue a tu corazón</a:t>
            </a:r>
            <a:br>
              <a:rPr lang="es-ES"/>
            </a:br>
            <a:r>
              <a:rPr lang="es-ES"/>
              <a:t>No te dejes llevar</a:t>
            </a:r>
          </a:p>
          <a:p>
            <a:pPr marL="0" indent="0">
              <a:lnSpc>
                <a:spcPct val="120000"/>
              </a:lnSpc>
              <a:buNone/>
            </a:pPr>
            <a:r>
              <a:rPr lang="es-ES"/>
              <a:t>Busca a tu vida razón</a:t>
            </a:r>
          </a:p>
          <a:p>
            <a:pPr marL="0" indent="0">
              <a:lnSpc>
                <a:spcPct val="120000"/>
              </a:lnSpc>
              <a:buNone/>
            </a:pPr>
            <a:r>
              <a:rPr lang="es-ES"/>
              <a:t>Siente la alegría de vivir según la voz de tu alma.</a:t>
            </a:r>
            <a:br>
              <a:rPr lang="es-ES"/>
            </a:br>
            <a:r>
              <a:rPr lang="es-ES"/>
              <a:t>Y no dejes de pensar que es Dios el que te habla.</a:t>
            </a:r>
            <a:br>
              <a:rPr lang="es-ES"/>
            </a:br>
            <a:r>
              <a:rPr lang="es-ES"/>
              <a:t>Mas no cambies su voz por tus palabras.</a:t>
            </a:r>
          </a:p>
        </p:txBody>
      </p:sp>
      <p:sp>
        <p:nvSpPr>
          <p:cNvPr id="6" name="CuadroTexto 5">
            <a:extLst>
              <a:ext uri="{FF2B5EF4-FFF2-40B4-BE49-F238E27FC236}">
                <a16:creationId xmlns:a16="http://schemas.microsoft.com/office/drawing/2014/main" id="{02A432CC-279E-071B-32D1-DBD3507F92BF}"/>
              </a:ext>
            </a:extLst>
          </p:cNvPr>
          <p:cNvSpPr txBox="1"/>
          <p:nvPr/>
        </p:nvSpPr>
        <p:spPr>
          <a:xfrm>
            <a:off x="6800850" y="1690688"/>
            <a:ext cx="5272088" cy="4093428"/>
          </a:xfrm>
          <a:prstGeom prst="rect">
            <a:avLst/>
          </a:prstGeom>
          <a:noFill/>
        </p:spPr>
        <p:txBody>
          <a:bodyPr wrap="square" rtlCol="0">
            <a:spAutoFit/>
          </a:bodyPr>
          <a:lstStyle/>
          <a:p>
            <a:r>
              <a:rPr lang="es-ES" sz="2600"/>
              <a:t>Hoy no a sinceridad</a:t>
            </a:r>
          </a:p>
          <a:p>
            <a:r>
              <a:rPr lang="es-ES" sz="2600"/>
              <a:t>Busco mi propio yo.</a:t>
            </a:r>
            <a:br>
              <a:rPr lang="es-ES" sz="2600"/>
            </a:br>
            <a:r>
              <a:rPr lang="es-ES" sz="2600"/>
              <a:t>Sigo siempre mi verdad</a:t>
            </a:r>
          </a:p>
          <a:p>
            <a:r>
              <a:rPr lang="es-ES" sz="2600"/>
              <a:t>Es la mía, no de Dios.</a:t>
            </a:r>
          </a:p>
          <a:p>
            <a:endParaRPr lang="es-ES" sz="2600"/>
          </a:p>
          <a:p>
            <a:r>
              <a:rPr lang="es-ES" sz="2600"/>
              <a:t>Quiero comprender que la verdad está en el Evangelio.</a:t>
            </a:r>
            <a:br>
              <a:rPr lang="es-ES" sz="2600"/>
            </a:br>
            <a:r>
              <a:rPr lang="es-ES" sz="2600"/>
              <a:t>Y he de darme a los demás. Amar será mi sello.</a:t>
            </a:r>
            <a:br>
              <a:rPr lang="es-ES" sz="2600"/>
            </a:br>
            <a:r>
              <a:rPr lang="es-ES" sz="2600"/>
              <a:t>Y perder mi identidad y ser de ellos</a:t>
            </a:r>
          </a:p>
        </p:txBody>
      </p:sp>
      <p:pic>
        <p:nvPicPr>
          <p:cNvPr id="4" name="Picture 2" descr="Resultado de imagen de FANO CORAZON">
            <a:extLst>
              <a:ext uri="{FF2B5EF4-FFF2-40B4-BE49-F238E27FC236}">
                <a16:creationId xmlns:a16="http://schemas.microsoft.com/office/drawing/2014/main" id="{979F82CD-C36D-DDB2-1473-A61497B45BB4}"/>
              </a:ext>
            </a:extLst>
          </p:cNvPr>
          <p:cNvPicPr>
            <a:picLocks noChangeAspect="1" noChangeArrowheads="1"/>
          </p:cNvPicPr>
          <p:nvPr/>
        </p:nvPicPr>
        <p:blipFill>
          <a:blip r:embed="rId2" cstate="print"/>
          <a:stretch>
            <a:fillRect/>
          </a:stretch>
        </p:blipFill>
        <p:spPr bwMode="auto">
          <a:xfrm>
            <a:off x="10309414" y="579417"/>
            <a:ext cx="1773170" cy="1953492"/>
          </a:xfrm>
          <a:prstGeom prst="rect">
            <a:avLst/>
          </a:prstGeom>
          <a:gradFill flip="none" rotWithShape="1">
            <a:gsLst>
              <a:gs pos="0">
                <a:schemeClr val="accent1">
                  <a:tint val="66000"/>
                  <a:satMod val="160000"/>
                  <a:alpha val="2000"/>
                </a:schemeClr>
              </a:gs>
              <a:gs pos="50000">
                <a:schemeClr val="accent1">
                  <a:tint val="44500"/>
                  <a:satMod val="160000"/>
                </a:schemeClr>
              </a:gs>
              <a:gs pos="100000">
                <a:schemeClr val="accent1">
                  <a:tint val="23500"/>
                  <a:satMod val="160000"/>
                </a:schemeClr>
              </a:gs>
            </a:gsLst>
            <a:lin ang="2700000" scaled="1"/>
            <a:tileRect/>
          </a:gradFill>
          <a:ln>
            <a:noFill/>
          </a:ln>
        </p:spPr>
      </p:pic>
      <p:grpSp>
        <p:nvGrpSpPr>
          <p:cNvPr id="11" name="Grupo 10">
            <a:extLst>
              <a:ext uri="{FF2B5EF4-FFF2-40B4-BE49-F238E27FC236}">
                <a16:creationId xmlns:a16="http://schemas.microsoft.com/office/drawing/2014/main" id="{6EB93350-0E58-3750-6631-C7549CA8ED8E}"/>
              </a:ext>
            </a:extLst>
          </p:cNvPr>
          <p:cNvGrpSpPr/>
          <p:nvPr/>
        </p:nvGrpSpPr>
        <p:grpSpPr>
          <a:xfrm>
            <a:off x="1057" y="-4361"/>
            <a:ext cx="12190282" cy="517821"/>
            <a:chOff x="1057" y="-4361"/>
            <a:chExt cx="12503431" cy="517821"/>
          </a:xfrm>
        </p:grpSpPr>
        <p:sp>
          <p:nvSpPr>
            <p:cNvPr id="7" name="Rectángulo 6">
              <a:extLst>
                <a:ext uri="{FF2B5EF4-FFF2-40B4-BE49-F238E27FC236}">
                  <a16:creationId xmlns:a16="http://schemas.microsoft.com/office/drawing/2014/main" id="{00A925A5-9FF7-3BBF-ADDA-2A3C302E5613}"/>
                </a:ext>
              </a:extLst>
            </p:cNvPr>
            <p:cNvSpPr/>
            <p:nvPr/>
          </p:nvSpPr>
          <p:spPr>
            <a:xfrm>
              <a:off x="9372455" y="-4360"/>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Rito de Conclusión</a:t>
              </a:r>
              <a:endParaRPr lang="es-ES">
                <a:solidFill>
                  <a:schemeClr val="tx1">
                    <a:lumMod val="49000"/>
                    <a:lumOff val="51000"/>
                  </a:schemeClr>
                </a:solidFill>
                <a:ea typeface="Calibri"/>
                <a:cs typeface="Calibri"/>
              </a:endParaRPr>
            </a:p>
          </p:txBody>
        </p:sp>
        <p:sp>
          <p:nvSpPr>
            <p:cNvPr id="8" name="Rectángulo 7">
              <a:extLst>
                <a:ext uri="{FF2B5EF4-FFF2-40B4-BE49-F238E27FC236}">
                  <a16:creationId xmlns:a16="http://schemas.microsoft.com/office/drawing/2014/main" id="{5DB0E9F5-53AC-4244-388E-79E6E55662C0}"/>
                </a:ext>
              </a:extLst>
            </p:cNvPr>
            <p:cNvSpPr/>
            <p:nvPr/>
          </p:nvSpPr>
          <p:spPr>
            <a:xfrm>
              <a:off x="1057" y="-4361"/>
              <a:ext cx="3121596" cy="390807"/>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rgbClr val="7F7F7F"/>
                  </a:solidFill>
                  <a:ea typeface="Calibri"/>
                  <a:cs typeface="Calibri"/>
                </a:rPr>
                <a:t>Ritos Iniciales</a:t>
              </a:r>
              <a:endParaRPr lang="es-ES" sz="2400">
                <a:solidFill>
                  <a:srgbClr val="7F7F7F"/>
                </a:solidFill>
                <a:ea typeface="Calibri"/>
                <a:cs typeface="Calibri"/>
              </a:endParaRPr>
            </a:p>
          </p:txBody>
        </p:sp>
        <p:sp>
          <p:nvSpPr>
            <p:cNvPr id="9" name="Rectángulo 8">
              <a:extLst>
                <a:ext uri="{FF2B5EF4-FFF2-40B4-BE49-F238E27FC236}">
                  <a16:creationId xmlns:a16="http://schemas.microsoft.com/office/drawing/2014/main" id="{783147FE-83D0-302B-F163-86E3E1C57831}"/>
                </a:ext>
              </a:extLst>
            </p:cNvPr>
            <p:cNvSpPr/>
            <p:nvPr/>
          </p:nvSpPr>
          <p:spPr>
            <a:xfrm>
              <a:off x="3122126" y="-4360"/>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rgbClr val="7F7F7F"/>
                  </a:solidFill>
                  <a:ea typeface="Calibri"/>
                  <a:cs typeface="Calibri"/>
                </a:rPr>
                <a:t>Liturgia de la Palabra</a:t>
              </a:r>
              <a:endParaRPr lang="es-ES" sz="2400">
                <a:solidFill>
                  <a:srgbClr val="7F7F7F"/>
                </a:solidFill>
                <a:ea typeface="Calibri"/>
                <a:cs typeface="Calibri"/>
              </a:endParaRPr>
            </a:p>
          </p:txBody>
        </p:sp>
        <p:sp>
          <p:nvSpPr>
            <p:cNvPr id="10" name="Rectángulo 9">
              <a:extLst>
                <a:ext uri="{FF2B5EF4-FFF2-40B4-BE49-F238E27FC236}">
                  <a16:creationId xmlns:a16="http://schemas.microsoft.com/office/drawing/2014/main" id="{3A3E6795-E6E8-6BEE-2365-49AA8C210FB8}"/>
                </a:ext>
              </a:extLst>
            </p:cNvPr>
            <p:cNvSpPr/>
            <p:nvPr/>
          </p:nvSpPr>
          <p:spPr>
            <a:xfrm>
              <a:off x="6247290" y="-4361"/>
              <a:ext cx="3132033" cy="517821"/>
            </a:xfrm>
            <a:prstGeom prst="rect">
              <a:avLst/>
            </a:prstGeom>
            <a:solidFill>
              <a:schemeClr val="accent1"/>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800" b="1">
                  <a:solidFill>
                    <a:srgbClr val="000000"/>
                  </a:solidFill>
                  <a:ea typeface="Calibri"/>
                  <a:cs typeface="Calibri"/>
                </a:rPr>
                <a:t>Liturgia Eucarística</a:t>
              </a:r>
              <a:endParaRPr lang="es-ES" sz="2800">
                <a:solidFill>
                  <a:srgbClr val="000000"/>
                </a:solidFill>
                <a:ea typeface="Calibri"/>
                <a:cs typeface="Calibri"/>
              </a:endParaRPr>
            </a:p>
          </p:txBody>
        </p:sp>
      </p:grpSp>
    </p:spTree>
    <p:extLst>
      <p:ext uri="{BB962C8B-B14F-4D97-AF65-F5344CB8AC3E}">
        <p14:creationId xmlns:p14="http://schemas.microsoft.com/office/powerpoint/2010/main" val="2045819456"/>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showMasterSp="0" show="0">
  <p:cSld>
    <p:spTree>
      <p:nvGrpSpPr>
        <p:cNvPr id="1" name=""/>
        <p:cNvGrpSpPr/>
        <p:nvPr/>
      </p:nvGrpSpPr>
      <p:grpSpPr>
        <a:xfrm>
          <a:off x="0" y="0"/>
          <a:ext cx="0" cy="0"/>
          <a:chOff x="0" y="0"/>
          <a:chExt cx="0" cy="0"/>
        </a:xfrm>
      </p:grpSpPr>
      <p:sp>
        <p:nvSpPr>
          <p:cNvPr id="2" name="1 Título"/>
          <p:cNvSpPr>
            <a:spLocks noGrp="1"/>
          </p:cNvSpPr>
          <p:nvPr>
            <p:ph type="title" idx="4294967295"/>
          </p:nvPr>
        </p:nvSpPr>
        <p:spPr>
          <a:xfrm>
            <a:off x="6777038" y="200026"/>
            <a:ext cx="3890962" cy="803275"/>
          </a:xfrm>
        </p:spPr>
        <p:txBody>
          <a:bodyPr>
            <a:normAutofit/>
          </a:bodyPr>
          <a:lstStyle/>
          <a:p>
            <a:r>
              <a:rPr lang="es-ES"/>
              <a:t>Punta de lanza</a:t>
            </a:r>
          </a:p>
        </p:txBody>
      </p:sp>
      <p:sp>
        <p:nvSpPr>
          <p:cNvPr id="7" name="6 Rectángulo"/>
          <p:cNvSpPr/>
          <p:nvPr/>
        </p:nvSpPr>
        <p:spPr>
          <a:xfrm>
            <a:off x="1653403" y="1002643"/>
            <a:ext cx="4594997" cy="6063198"/>
          </a:xfrm>
          <a:prstGeom prst="rect">
            <a:avLst/>
          </a:prstGeom>
        </p:spPr>
        <p:txBody>
          <a:bodyPr wrap="square">
            <a:spAutoFit/>
          </a:bodyPr>
          <a:lstStyle/>
          <a:p>
            <a:pPr defTabSz="914400">
              <a:buClr>
                <a:srgbClr val="000000"/>
              </a:buClr>
            </a:pPr>
            <a:endParaRPr lang="es-ES" sz="1600" kern="0">
              <a:solidFill>
                <a:prstClr val="black"/>
              </a:solidFill>
              <a:latin typeface="Calibri" panose="020F0502020204030204" pitchFamily="34" charset="0"/>
              <a:cs typeface="Calibri" panose="020F0502020204030204" pitchFamily="34" charset="0"/>
              <a:sym typeface="Arial"/>
            </a:endParaRPr>
          </a:p>
          <a:p>
            <a:pPr defTabSz="914400">
              <a:buClr>
                <a:srgbClr val="000000"/>
              </a:buClr>
            </a:pPr>
            <a:r>
              <a:rPr lang="es-ES" sz="2000" kern="0">
                <a:solidFill>
                  <a:prstClr val="black"/>
                </a:solidFill>
                <a:latin typeface="Calibri" panose="020F0502020204030204" pitchFamily="34" charset="0"/>
                <a:cs typeface="Calibri" panose="020F0502020204030204" pitchFamily="34" charset="0"/>
                <a:sym typeface="Arial"/>
              </a:rPr>
              <a:t>Se necesita una punta de lanza</a:t>
            </a:r>
          </a:p>
          <a:p>
            <a:pPr defTabSz="914400">
              <a:buClr>
                <a:srgbClr val="000000"/>
              </a:buClr>
            </a:pPr>
            <a:r>
              <a:rPr lang="es-ES" sz="2000" kern="0">
                <a:solidFill>
                  <a:prstClr val="black"/>
                </a:solidFill>
                <a:latin typeface="Calibri" panose="020F0502020204030204" pitchFamily="34" charset="0"/>
                <a:cs typeface="Calibri" panose="020F0502020204030204" pitchFamily="34" charset="0"/>
                <a:sym typeface="Arial"/>
              </a:rPr>
              <a:t>que hiera la materia de esta tierra,</a:t>
            </a:r>
            <a:br>
              <a:rPr lang="es-ES" sz="2000" kern="0">
                <a:solidFill>
                  <a:prstClr val="black"/>
                </a:solidFill>
                <a:latin typeface="Calibri" panose="020F0502020204030204" pitchFamily="34" charset="0"/>
                <a:cs typeface="Calibri" panose="020F0502020204030204" pitchFamily="34" charset="0"/>
                <a:sym typeface="Arial"/>
              </a:rPr>
            </a:br>
            <a:r>
              <a:rPr lang="es-ES" sz="2000" kern="0">
                <a:solidFill>
                  <a:prstClr val="black"/>
                </a:solidFill>
                <a:latin typeface="Calibri" panose="020F0502020204030204" pitchFamily="34" charset="0"/>
                <a:cs typeface="Calibri" panose="020F0502020204030204" pitchFamily="34" charset="0"/>
                <a:sym typeface="Arial"/>
              </a:rPr>
              <a:t>que ame lo que enterraron los hombres</a:t>
            </a:r>
          </a:p>
          <a:p>
            <a:pPr defTabSz="914400">
              <a:buClr>
                <a:srgbClr val="000000"/>
              </a:buClr>
            </a:pPr>
            <a:r>
              <a:rPr lang="es-ES" sz="2000" kern="0">
                <a:solidFill>
                  <a:prstClr val="black"/>
                </a:solidFill>
                <a:latin typeface="Calibri" panose="020F0502020204030204" pitchFamily="34" charset="0"/>
                <a:cs typeface="Calibri" panose="020F0502020204030204" pitchFamily="34" charset="0"/>
                <a:sym typeface="Arial"/>
              </a:rPr>
              <a:t>y lo coloque en el lugar que debiera.</a:t>
            </a:r>
          </a:p>
          <a:p>
            <a:pPr defTabSz="914400">
              <a:buClr>
                <a:srgbClr val="000000"/>
              </a:buClr>
            </a:pPr>
            <a:r>
              <a:rPr lang="es-ES" sz="2000" kern="0">
                <a:solidFill>
                  <a:prstClr val="black"/>
                </a:solidFill>
                <a:latin typeface="Calibri" panose="020F0502020204030204" pitchFamily="34" charset="0"/>
                <a:cs typeface="Calibri" panose="020F0502020204030204" pitchFamily="34" charset="0"/>
                <a:sym typeface="Arial"/>
              </a:rPr>
              <a:t>Que por opción cante a la pobreza</a:t>
            </a:r>
          </a:p>
          <a:p>
            <a:pPr defTabSz="914400">
              <a:buClr>
                <a:srgbClr val="000000"/>
              </a:buClr>
            </a:pPr>
            <a:r>
              <a:rPr lang="es-ES" sz="2000" kern="0">
                <a:solidFill>
                  <a:prstClr val="black"/>
                </a:solidFill>
                <a:latin typeface="Calibri" panose="020F0502020204030204" pitchFamily="34" charset="0"/>
                <a:cs typeface="Calibri" panose="020F0502020204030204" pitchFamily="34" charset="0"/>
                <a:sym typeface="Arial"/>
              </a:rPr>
              <a:t>y a la cruz como árbol de la vida,</a:t>
            </a:r>
            <a:br>
              <a:rPr lang="es-ES" sz="2000" kern="0">
                <a:solidFill>
                  <a:prstClr val="black"/>
                </a:solidFill>
                <a:latin typeface="Calibri" panose="020F0502020204030204" pitchFamily="34" charset="0"/>
                <a:cs typeface="Calibri" panose="020F0502020204030204" pitchFamily="34" charset="0"/>
                <a:sym typeface="Arial"/>
              </a:rPr>
            </a:br>
            <a:r>
              <a:rPr lang="es-ES" sz="2000" kern="0">
                <a:solidFill>
                  <a:prstClr val="black"/>
                </a:solidFill>
                <a:latin typeface="Calibri" panose="020F0502020204030204" pitchFamily="34" charset="0"/>
                <a:cs typeface="Calibri" panose="020F0502020204030204" pitchFamily="34" charset="0"/>
                <a:sym typeface="Arial"/>
              </a:rPr>
              <a:t>y que su vivir proclame a los hombres</a:t>
            </a:r>
          </a:p>
          <a:p>
            <a:pPr defTabSz="914400">
              <a:buClr>
                <a:srgbClr val="000000"/>
              </a:buClr>
            </a:pPr>
            <a:r>
              <a:rPr lang="es-ES" sz="2000" kern="0">
                <a:solidFill>
                  <a:prstClr val="black"/>
                </a:solidFill>
                <a:latin typeface="Calibri" panose="020F0502020204030204" pitchFamily="34" charset="0"/>
                <a:cs typeface="Calibri" panose="020F0502020204030204" pitchFamily="34" charset="0"/>
                <a:sym typeface="Arial"/>
              </a:rPr>
              <a:t>que Cristo los ama, no los olvida.</a:t>
            </a:r>
          </a:p>
          <a:p>
            <a:pPr defTabSz="914400">
              <a:buClr>
                <a:srgbClr val="000000"/>
              </a:buClr>
            </a:pPr>
            <a:endParaRPr lang="es-ES" sz="2000" kern="0">
              <a:solidFill>
                <a:prstClr val="black"/>
              </a:solidFill>
              <a:latin typeface="Calibri" panose="020F0502020204030204" pitchFamily="34" charset="0"/>
              <a:cs typeface="Calibri" panose="020F0502020204030204" pitchFamily="34" charset="0"/>
              <a:sym typeface="Arial"/>
            </a:endParaRPr>
          </a:p>
          <a:p>
            <a:pPr defTabSz="914400">
              <a:buClr>
                <a:srgbClr val="000000"/>
              </a:buClr>
            </a:pPr>
            <a:r>
              <a:rPr lang="es-ES" sz="2000" b="1" kern="0">
                <a:solidFill>
                  <a:prstClr val="black"/>
                </a:solidFill>
                <a:latin typeface="Calibri" panose="020F0502020204030204" pitchFamily="34" charset="0"/>
                <a:cs typeface="Calibri" panose="020F0502020204030204" pitchFamily="34" charset="0"/>
                <a:sym typeface="Arial"/>
              </a:rPr>
              <a:t>Voz que grita en el desierto,</a:t>
            </a:r>
          </a:p>
          <a:p>
            <a:pPr defTabSz="914400">
              <a:buClr>
                <a:srgbClr val="000000"/>
              </a:buClr>
            </a:pPr>
            <a:r>
              <a:rPr lang="es-ES" sz="2000" b="1" kern="0">
                <a:solidFill>
                  <a:prstClr val="black"/>
                </a:solidFill>
                <a:latin typeface="Calibri" panose="020F0502020204030204" pitchFamily="34" charset="0"/>
                <a:cs typeface="Calibri" panose="020F0502020204030204" pitchFamily="34" charset="0"/>
                <a:sym typeface="Arial"/>
              </a:rPr>
              <a:t>luz que anuncia la Palabra,</a:t>
            </a:r>
            <a:br>
              <a:rPr lang="es-ES" sz="2000" b="1" kern="0">
                <a:solidFill>
                  <a:prstClr val="black"/>
                </a:solidFill>
                <a:latin typeface="Calibri" panose="020F0502020204030204" pitchFamily="34" charset="0"/>
                <a:cs typeface="Calibri" panose="020F0502020204030204" pitchFamily="34" charset="0"/>
                <a:sym typeface="Arial"/>
              </a:rPr>
            </a:br>
            <a:r>
              <a:rPr lang="es-ES" sz="2000" b="1" kern="0">
                <a:solidFill>
                  <a:prstClr val="black"/>
                </a:solidFill>
                <a:latin typeface="Calibri" panose="020F0502020204030204" pitchFamily="34" charset="0"/>
                <a:cs typeface="Calibri" panose="020F0502020204030204" pitchFamily="34" charset="0"/>
                <a:sym typeface="Arial"/>
              </a:rPr>
              <a:t>sal que evita corrupción,</a:t>
            </a:r>
          </a:p>
          <a:p>
            <a:pPr defTabSz="914400">
              <a:buClr>
                <a:srgbClr val="000000"/>
              </a:buClr>
            </a:pPr>
            <a:r>
              <a:rPr lang="es-ES" sz="2000" b="1" kern="0">
                <a:solidFill>
                  <a:prstClr val="black"/>
                </a:solidFill>
                <a:latin typeface="Calibri" panose="020F0502020204030204" pitchFamily="34" charset="0"/>
                <a:cs typeface="Calibri" panose="020F0502020204030204" pitchFamily="34" charset="0"/>
                <a:sym typeface="Arial"/>
              </a:rPr>
              <a:t>somos la punta de lanza.</a:t>
            </a:r>
          </a:p>
          <a:p>
            <a:pPr defTabSz="914400">
              <a:buClr>
                <a:srgbClr val="000000"/>
              </a:buClr>
            </a:pPr>
            <a:r>
              <a:rPr lang="es-ES" sz="2000" b="1" kern="0">
                <a:solidFill>
                  <a:prstClr val="black"/>
                </a:solidFill>
                <a:latin typeface="Calibri" panose="020F0502020204030204" pitchFamily="34" charset="0"/>
                <a:cs typeface="Calibri" panose="020F0502020204030204" pitchFamily="34" charset="0"/>
                <a:sym typeface="Arial"/>
              </a:rPr>
              <a:t>Es la vida del Dios Padre</a:t>
            </a:r>
          </a:p>
          <a:p>
            <a:pPr defTabSz="914400">
              <a:buClr>
                <a:srgbClr val="000000"/>
              </a:buClr>
            </a:pPr>
            <a:r>
              <a:rPr lang="es-ES" sz="2000" b="1" kern="0">
                <a:solidFill>
                  <a:prstClr val="black"/>
                </a:solidFill>
                <a:latin typeface="Calibri" panose="020F0502020204030204" pitchFamily="34" charset="0"/>
                <a:cs typeface="Calibri" panose="020F0502020204030204" pitchFamily="34" charset="0"/>
                <a:sym typeface="Arial"/>
              </a:rPr>
              <a:t>que llegará hasta sus hijos.</a:t>
            </a:r>
            <a:br>
              <a:rPr lang="es-ES" sz="2000" b="1" kern="0">
                <a:solidFill>
                  <a:prstClr val="black"/>
                </a:solidFill>
                <a:latin typeface="Calibri" panose="020F0502020204030204" pitchFamily="34" charset="0"/>
                <a:cs typeface="Calibri" panose="020F0502020204030204" pitchFamily="34" charset="0"/>
                <a:sym typeface="Arial"/>
              </a:rPr>
            </a:br>
            <a:r>
              <a:rPr lang="es-ES" sz="2000" b="1" kern="0">
                <a:solidFill>
                  <a:prstClr val="black"/>
                </a:solidFill>
                <a:latin typeface="Calibri" panose="020F0502020204030204" pitchFamily="34" charset="0"/>
                <a:cs typeface="Calibri" panose="020F0502020204030204" pitchFamily="34" charset="0"/>
                <a:sym typeface="Arial"/>
              </a:rPr>
              <a:t>Somos la antorcha de Dios,</a:t>
            </a:r>
          </a:p>
          <a:p>
            <a:pPr defTabSz="914400">
              <a:buClr>
                <a:srgbClr val="000000"/>
              </a:buClr>
            </a:pPr>
            <a:r>
              <a:rPr lang="es-ES" sz="2000" b="1" kern="0">
                <a:solidFill>
                  <a:prstClr val="black"/>
                </a:solidFill>
                <a:latin typeface="Calibri" panose="020F0502020204030204" pitchFamily="34" charset="0"/>
                <a:cs typeface="Calibri" panose="020F0502020204030204" pitchFamily="34" charset="0"/>
                <a:sym typeface="Arial"/>
              </a:rPr>
              <a:t>anunciando sus caminos.</a:t>
            </a:r>
            <a:endParaRPr lang="es-ES" sz="2000" kern="0">
              <a:solidFill>
                <a:prstClr val="black"/>
              </a:solidFill>
              <a:latin typeface="Calibri" panose="020F0502020204030204" pitchFamily="34" charset="0"/>
              <a:cs typeface="Calibri" panose="020F0502020204030204" pitchFamily="34" charset="0"/>
              <a:sym typeface="Arial"/>
            </a:endParaRPr>
          </a:p>
          <a:p>
            <a:pPr defTabSz="914400">
              <a:buClr>
                <a:srgbClr val="000000"/>
              </a:buClr>
            </a:pPr>
            <a:endParaRPr lang="es-ES" sz="1600" kern="0">
              <a:solidFill>
                <a:prstClr val="black"/>
              </a:solidFill>
              <a:latin typeface="Calibri" panose="020F0502020204030204" pitchFamily="34" charset="0"/>
              <a:cs typeface="Calibri" panose="020F0502020204030204" pitchFamily="34" charset="0"/>
              <a:sym typeface="Arial"/>
            </a:endParaRPr>
          </a:p>
          <a:p>
            <a:pPr defTabSz="914400">
              <a:buClr>
                <a:srgbClr val="000000"/>
              </a:buClr>
            </a:pPr>
            <a:endParaRPr lang="es-ES" sz="1600" kern="0">
              <a:solidFill>
                <a:prstClr val="black"/>
              </a:solidFill>
              <a:latin typeface="Calibri" panose="020F0502020204030204" pitchFamily="34" charset="0"/>
              <a:cs typeface="Calibri" panose="020F0502020204030204" pitchFamily="34" charset="0"/>
              <a:sym typeface="Arial"/>
            </a:endParaRPr>
          </a:p>
        </p:txBody>
      </p:sp>
      <p:sp>
        <p:nvSpPr>
          <p:cNvPr id="3" name="Rectángulo 2">
            <a:extLst>
              <a:ext uri="{FF2B5EF4-FFF2-40B4-BE49-F238E27FC236}">
                <a16:creationId xmlns:a16="http://schemas.microsoft.com/office/drawing/2014/main" id="{FB055E1B-F8ED-4DA6-8ECF-DD6EACEC3D43}"/>
              </a:ext>
            </a:extLst>
          </p:cNvPr>
          <p:cNvSpPr/>
          <p:nvPr/>
        </p:nvSpPr>
        <p:spPr>
          <a:xfrm>
            <a:off x="6096001" y="1320763"/>
            <a:ext cx="4311087" cy="3200876"/>
          </a:xfrm>
          <a:prstGeom prst="rect">
            <a:avLst/>
          </a:prstGeom>
        </p:spPr>
        <p:txBody>
          <a:bodyPr wrap="square">
            <a:spAutoFit/>
          </a:bodyPr>
          <a:lstStyle/>
          <a:p>
            <a:pPr defTabSz="914400">
              <a:buClr>
                <a:srgbClr val="000000"/>
              </a:buClr>
            </a:pPr>
            <a:r>
              <a:rPr lang="es-ES" sz="2000" kern="0">
                <a:solidFill>
                  <a:prstClr val="black"/>
                </a:solidFill>
                <a:latin typeface="Calibri" panose="020F0502020204030204" pitchFamily="34" charset="0"/>
                <a:cs typeface="Calibri" panose="020F0502020204030204" pitchFamily="34" charset="0"/>
                <a:sym typeface="Arial"/>
              </a:rPr>
              <a:t>Queremos ser el relevo de las penas, queremos ser anuncio de algo nuevo,</a:t>
            </a:r>
            <a:br>
              <a:rPr lang="es-ES" sz="2000" kern="0">
                <a:solidFill>
                  <a:prstClr val="black"/>
                </a:solidFill>
                <a:latin typeface="Calibri" panose="020F0502020204030204" pitchFamily="34" charset="0"/>
                <a:cs typeface="Calibri" panose="020F0502020204030204" pitchFamily="34" charset="0"/>
                <a:sym typeface="Arial"/>
              </a:rPr>
            </a:br>
            <a:r>
              <a:rPr lang="es-ES" sz="2000" kern="0">
                <a:solidFill>
                  <a:prstClr val="black"/>
                </a:solidFill>
                <a:latin typeface="Calibri" panose="020F0502020204030204" pitchFamily="34" charset="0"/>
                <a:cs typeface="Calibri" panose="020F0502020204030204" pitchFamily="34" charset="0"/>
                <a:sym typeface="Arial"/>
              </a:rPr>
              <a:t>de aquello que jamás la gente supo,</a:t>
            </a:r>
          </a:p>
          <a:p>
            <a:pPr defTabSz="914400">
              <a:buClr>
                <a:srgbClr val="000000"/>
              </a:buClr>
            </a:pPr>
            <a:r>
              <a:rPr lang="es-ES" sz="2000" kern="0">
                <a:solidFill>
                  <a:prstClr val="black"/>
                </a:solidFill>
                <a:latin typeface="Calibri" panose="020F0502020204030204" pitchFamily="34" charset="0"/>
                <a:cs typeface="Calibri" panose="020F0502020204030204" pitchFamily="34" charset="0"/>
                <a:sym typeface="Arial"/>
              </a:rPr>
              <a:t>de Dios queremos ser su mensajero.</a:t>
            </a:r>
          </a:p>
          <a:p>
            <a:pPr defTabSz="914400">
              <a:buClr>
                <a:srgbClr val="000000"/>
              </a:buClr>
            </a:pPr>
            <a:r>
              <a:rPr lang="es-ES" sz="2000" kern="0">
                <a:solidFill>
                  <a:prstClr val="black"/>
                </a:solidFill>
                <a:latin typeface="Calibri" panose="020F0502020204030204" pitchFamily="34" charset="0"/>
                <a:cs typeface="Calibri" panose="020F0502020204030204" pitchFamily="34" charset="0"/>
                <a:sym typeface="Arial"/>
              </a:rPr>
              <a:t>De barro que no sirve para nada,</a:t>
            </a:r>
          </a:p>
          <a:p>
            <a:pPr defTabSz="914400">
              <a:buClr>
                <a:srgbClr val="000000"/>
              </a:buClr>
            </a:pPr>
            <a:r>
              <a:rPr lang="es-ES" sz="2000" kern="0">
                <a:solidFill>
                  <a:prstClr val="black"/>
                </a:solidFill>
                <a:latin typeface="Calibri" panose="020F0502020204030204" pitchFamily="34" charset="0"/>
                <a:cs typeface="Calibri" panose="020F0502020204030204" pitchFamily="34" charset="0"/>
                <a:sym typeface="Arial"/>
              </a:rPr>
              <a:t>pero que vale en manos del alfarero.</a:t>
            </a:r>
            <a:br>
              <a:rPr lang="es-ES" sz="2000" kern="0">
                <a:solidFill>
                  <a:prstClr val="black"/>
                </a:solidFill>
                <a:latin typeface="Calibri" panose="020F0502020204030204" pitchFamily="34" charset="0"/>
                <a:cs typeface="Calibri" panose="020F0502020204030204" pitchFamily="34" charset="0"/>
                <a:sym typeface="Arial"/>
              </a:rPr>
            </a:br>
            <a:r>
              <a:rPr lang="es-ES" sz="2000" kern="0">
                <a:solidFill>
                  <a:prstClr val="black"/>
                </a:solidFill>
                <a:latin typeface="Calibri" panose="020F0502020204030204" pitchFamily="34" charset="0"/>
                <a:cs typeface="Calibri" panose="020F0502020204030204" pitchFamily="34" charset="0"/>
                <a:sym typeface="Arial"/>
              </a:rPr>
              <a:t>Por amor nos ponemos en camino,</a:t>
            </a:r>
          </a:p>
          <a:p>
            <a:pPr defTabSz="914400">
              <a:buClr>
                <a:srgbClr val="000000"/>
              </a:buClr>
            </a:pPr>
            <a:r>
              <a:rPr lang="es-ES" sz="2000" kern="0">
                <a:solidFill>
                  <a:prstClr val="black"/>
                </a:solidFill>
                <a:latin typeface="Calibri" panose="020F0502020204030204" pitchFamily="34" charset="0"/>
                <a:cs typeface="Calibri" panose="020F0502020204030204" pitchFamily="34" charset="0"/>
                <a:sym typeface="Arial"/>
              </a:rPr>
              <a:t>a gritar, como Juan, en el desierto.</a:t>
            </a:r>
          </a:p>
          <a:p>
            <a:pPr defTabSz="914400">
              <a:buClr>
                <a:srgbClr val="000000"/>
              </a:buClr>
            </a:pPr>
            <a:r>
              <a:rPr lang="es-ES_tradnl" sz="2800" kern="0">
                <a:solidFill>
                  <a:prstClr val="black"/>
                </a:solidFill>
                <a:latin typeface="Calibri" panose="020F0502020204030204" pitchFamily="34" charset="0"/>
                <a:cs typeface="Calibri" panose="020F0502020204030204" pitchFamily="34" charset="0"/>
                <a:sym typeface="Arial"/>
              </a:rPr>
              <a:t> </a:t>
            </a:r>
            <a:endParaRPr lang="es-ES" sz="2800" kern="0">
              <a:solidFill>
                <a:prstClr val="black"/>
              </a:solidFill>
              <a:latin typeface="Calibri" panose="020F0502020204030204" pitchFamily="34" charset="0"/>
              <a:cs typeface="Calibri" panose="020F0502020204030204" pitchFamily="34" charset="0"/>
              <a:sym typeface="Arial"/>
            </a:endParaRPr>
          </a:p>
          <a:p>
            <a:pPr defTabSz="914400">
              <a:buClr>
                <a:srgbClr val="000000"/>
              </a:buClr>
            </a:pPr>
            <a:r>
              <a:rPr lang="es-ES_tradnl" sz="1600" kern="0">
                <a:solidFill>
                  <a:prstClr val="black"/>
                </a:solidFill>
                <a:latin typeface="Calibri" panose="020F0502020204030204" pitchFamily="34" charset="0"/>
                <a:cs typeface="Calibri" panose="020F0502020204030204" pitchFamily="34" charset="0"/>
                <a:sym typeface="Arial"/>
              </a:rPr>
              <a:t> </a:t>
            </a:r>
            <a:endParaRPr lang="es-ES" sz="1600" kern="0">
              <a:solidFill>
                <a:prstClr val="black"/>
              </a:solidFill>
              <a:latin typeface="Calibri" panose="020F0502020204030204" pitchFamily="34" charset="0"/>
              <a:cs typeface="Calibri" panose="020F0502020204030204" pitchFamily="34" charset="0"/>
              <a:sym typeface="Arial"/>
            </a:endParaRPr>
          </a:p>
        </p:txBody>
      </p:sp>
      <p:pic>
        <p:nvPicPr>
          <p:cNvPr id="8" name="Picture 2" descr="http://3.bp.blogspot.com/_4mz9e6d9J7I/TN6kkaL5u4I/AAAAAAAAAE8/THkEDYV7PbQ/s1600/DOMINGO%2B33%2BFANO.jpg">
            <a:extLst>
              <a:ext uri="{FF2B5EF4-FFF2-40B4-BE49-F238E27FC236}">
                <a16:creationId xmlns:a16="http://schemas.microsoft.com/office/drawing/2014/main" id="{AEB0FBE3-4757-4A5F-8D69-EBC35C7326BE}"/>
              </a:ext>
            </a:extLst>
          </p:cNvPr>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6616977" y="4207152"/>
            <a:ext cx="2584173" cy="2303061"/>
          </a:xfrm>
          <a:prstGeom prst="rect">
            <a:avLst/>
          </a:prstGeom>
          <a:ln>
            <a:noFill/>
          </a:ln>
          <a:effectLst>
            <a:outerShdw blurRad="190500" algn="tl" rotWithShape="0">
              <a:srgbClr val="000000">
                <a:alpha val="70000"/>
              </a:srgbClr>
            </a:outerShdw>
          </a:effectLst>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91791527"/>
      </p:ext>
    </p:extLst>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sld>
</file>

<file path=ppt/slides/slide90.xml><?xml version="1.0" encoding="utf-8"?>
<p:sld xmlns:a="http://schemas.openxmlformats.org/drawingml/2006/main" xmlns:r="http://schemas.openxmlformats.org/officeDocument/2006/relationships" xmlns:p="http://schemas.openxmlformats.org/presentationml/2006/main" showMasterSp="0" show="0">
  <p:cSld>
    <p:spTree>
      <p:nvGrpSpPr>
        <p:cNvPr id="1" name=""/>
        <p:cNvGrpSpPr/>
        <p:nvPr/>
      </p:nvGrpSpPr>
      <p:grpSpPr>
        <a:xfrm>
          <a:off x="0" y="0"/>
          <a:ext cx="0" cy="0"/>
          <a:chOff x="0" y="0"/>
          <a:chExt cx="0" cy="0"/>
        </a:xfrm>
      </p:grpSpPr>
      <p:sp>
        <p:nvSpPr>
          <p:cNvPr id="2" name="1 Título"/>
          <p:cNvSpPr>
            <a:spLocks noGrp="1"/>
          </p:cNvSpPr>
          <p:nvPr>
            <p:ph type="title" idx="4294967295"/>
          </p:nvPr>
        </p:nvSpPr>
        <p:spPr>
          <a:xfrm>
            <a:off x="1524001" y="114300"/>
            <a:ext cx="7051675" cy="431800"/>
          </a:xfrm>
        </p:spPr>
        <p:txBody>
          <a:bodyPr>
            <a:noAutofit/>
          </a:bodyPr>
          <a:lstStyle/>
          <a:p>
            <a:pPr algn="ctr"/>
            <a:r>
              <a:rPr lang="es-ES" sz="3200">
                <a:latin typeface="+mn-lt"/>
                <a:cs typeface="Calibri" panose="020F0502020204030204" pitchFamily="34" charset="0"/>
              </a:rPr>
              <a:t>JESUS, ¿Quién eres tú?</a:t>
            </a:r>
          </a:p>
        </p:txBody>
      </p:sp>
      <p:sp>
        <p:nvSpPr>
          <p:cNvPr id="3" name="2 Marcador de contenido"/>
          <p:cNvSpPr>
            <a:spLocks noGrp="1"/>
          </p:cNvSpPr>
          <p:nvPr>
            <p:ph idx="4294967295"/>
          </p:nvPr>
        </p:nvSpPr>
        <p:spPr>
          <a:xfrm>
            <a:off x="1524001" y="604932"/>
            <a:ext cx="5700251" cy="6238785"/>
          </a:xfrm>
        </p:spPr>
        <p:txBody>
          <a:bodyPr numCol="2">
            <a:normAutofit/>
          </a:bodyPr>
          <a:lstStyle/>
          <a:p>
            <a:pPr marL="0" indent="0">
              <a:buNone/>
            </a:pPr>
            <a:r>
              <a:rPr lang="es-ES" sz="1800"/>
              <a:t>JESÚS ¿quién eres Tú?</a:t>
            </a:r>
            <a:br>
              <a:rPr lang="es-ES" sz="1800"/>
            </a:br>
            <a:r>
              <a:rPr lang="es-ES" sz="1800"/>
              <a:t>Tan pobre al nacer,</a:t>
            </a:r>
            <a:br>
              <a:rPr lang="es-ES" sz="1800"/>
            </a:br>
            <a:r>
              <a:rPr lang="es-ES" sz="1800"/>
              <a:t>que mueres en cruz.</a:t>
            </a:r>
          </a:p>
          <a:p>
            <a:pPr marL="0" indent="0">
              <a:buNone/>
            </a:pPr>
            <a:r>
              <a:rPr lang="es-ES" sz="1800"/>
              <a:t>Tú das paz al ladrón</a:t>
            </a:r>
            <a:br>
              <a:rPr lang="es-ES" sz="1800"/>
            </a:br>
            <a:r>
              <a:rPr lang="es-ES" sz="1800"/>
              <a:t>increpas al fiel,</a:t>
            </a:r>
            <a:br>
              <a:rPr lang="es-ES" sz="1800"/>
            </a:br>
            <a:r>
              <a:rPr lang="es-ES" sz="1800"/>
              <a:t>prodigas perdón.</a:t>
            </a:r>
          </a:p>
          <a:p>
            <a:pPr marL="0" indent="0">
              <a:buNone/>
            </a:pPr>
            <a:br>
              <a:rPr lang="es-ES" sz="1800"/>
            </a:br>
            <a:r>
              <a:rPr lang="es-ES" sz="1800" b="1"/>
              <a:t>Tú, siendo Creador,</a:t>
            </a:r>
            <a:br>
              <a:rPr lang="es-ES" sz="1800" b="1"/>
            </a:br>
            <a:r>
              <a:rPr lang="es-ES" sz="1800" b="1"/>
              <a:t>me quieres a mí</a:t>
            </a:r>
            <a:br>
              <a:rPr lang="es-ES" sz="1800" b="1"/>
            </a:br>
            <a:r>
              <a:rPr lang="es-ES" sz="1800" b="1"/>
              <a:t>que soy pecador.</a:t>
            </a:r>
          </a:p>
          <a:p>
            <a:pPr marL="0" indent="0">
              <a:buNone/>
            </a:pPr>
            <a:r>
              <a:rPr lang="es-ES" sz="1800" b="1"/>
              <a:t>Tú mi dueño y Señor,</a:t>
            </a:r>
            <a:br>
              <a:rPr lang="es-ES" sz="1800" b="1"/>
            </a:br>
            <a:r>
              <a:rPr lang="es-ES" sz="1800" b="1"/>
              <a:t>me mandas a mí</a:t>
            </a:r>
            <a:br>
              <a:rPr lang="es-ES" sz="1800" b="1"/>
            </a:br>
            <a:r>
              <a:rPr lang="es-ES" sz="1800" b="1"/>
              <a:t>salvar la creación.</a:t>
            </a:r>
            <a:br>
              <a:rPr lang="es-ES" sz="1800"/>
            </a:br>
            <a:endParaRPr lang="es-ES" sz="1800"/>
          </a:p>
          <a:p>
            <a:pPr marL="0" indent="0">
              <a:buNone/>
            </a:pPr>
            <a:r>
              <a:rPr lang="es-ES" sz="1800"/>
              <a:t>Jesús, ya sé de Ti</a:t>
            </a:r>
            <a:br>
              <a:rPr lang="es-ES" sz="1800"/>
            </a:br>
            <a:r>
              <a:rPr lang="es-ES" sz="1800"/>
              <a:t>algo de tu ser,</a:t>
            </a:r>
            <a:br>
              <a:rPr lang="es-ES" sz="1800"/>
            </a:br>
            <a:r>
              <a:rPr lang="es-ES" sz="1800"/>
              <a:t>qué quieres de mí.</a:t>
            </a:r>
            <a:br>
              <a:rPr lang="es-ES" sz="1800"/>
            </a:br>
            <a:r>
              <a:rPr lang="es-ES" sz="1800"/>
              <a:t>Mas yo quiero saber</a:t>
            </a:r>
            <a:br>
              <a:rPr lang="es-ES" sz="1800"/>
            </a:br>
            <a:r>
              <a:rPr lang="es-ES" sz="1800"/>
              <a:t>qué rumbo seguir</a:t>
            </a:r>
            <a:br>
              <a:rPr lang="es-ES" sz="1800"/>
            </a:br>
            <a:r>
              <a:rPr lang="es-ES" sz="1800"/>
              <a:t>qué debo yo hacer</a:t>
            </a:r>
            <a:br>
              <a:rPr lang="es-ES" sz="1800"/>
            </a:br>
            <a:endParaRPr lang="es-ES" sz="1800"/>
          </a:p>
          <a:p>
            <a:pPr marL="0" indent="0">
              <a:buNone/>
            </a:pPr>
            <a:endParaRPr lang="es-ES" sz="1800"/>
          </a:p>
          <a:p>
            <a:pPr marL="0" indent="0">
              <a:buNone/>
            </a:pPr>
            <a:r>
              <a:rPr lang="es-ES" sz="1800" b="1"/>
              <a:t>Di qué he de esperar,</a:t>
            </a:r>
            <a:br>
              <a:rPr lang="es-ES" sz="1800" b="1"/>
            </a:br>
            <a:r>
              <a:rPr lang="es-ES" sz="1800" b="1"/>
              <a:t>qué senda elegir,</a:t>
            </a:r>
            <a:br>
              <a:rPr lang="es-ES" sz="1800" b="1"/>
            </a:br>
            <a:r>
              <a:rPr lang="es-ES" sz="1800" b="1"/>
              <a:t>porqué he de luchar.</a:t>
            </a:r>
            <a:br>
              <a:rPr lang="es-ES" sz="1800" b="1"/>
            </a:br>
            <a:endParaRPr lang="es-ES" sz="1800" b="1"/>
          </a:p>
          <a:p>
            <a:pPr marL="0" indent="0">
              <a:buNone/>
            </a:pPr>
            <a:r>
              <a:rPr lang="es-ES" sz="1800" b="1"/>
              <a:t>Tú ayúdame,</a:t>
            </a:r>
            <a:br>
              <a:rPr lang="es-ES" sz="1800" b="1"/>
            </a:br>
            <a:r>
              <a:rPr lang="es-ES" sz="1800" b="1"/>
              <a:t>pues no quiero más</a:t>
            </a:r>
            <a:br>
              <a:rPr lang="es-ES" sz="1800" b="1"/>
            </a:br>
            <a:r>
              <a:rPr lang="es-ES" sz="1800" b="1"/>
              <a:t>dudar ni temer.</a:t>
            </a:r>
          </a:p>
          <a:p>
            <a:pPr marL="0" indent="0">
              <a:buNone/>
            </a:pPr>
            <a:endParaRPr lang="es-ES" sz="1800"/>
          </a:p>
          <a:p>
            <a:pPr marL="0" indent="0">
              <a:buNone/>
            </a:pPr>
            <a:r>
              <a:rPr lang="es-ES" sz="1800" b="1"/>
              <a:t>CRISTO ES SAL EN LA VIDA</a:t>
            </a:r>
            <a:br>
              <a:rPr lang="es-ES" sz="1800" b="1"/>
            </a:br>
            <a:r>
              <a:rPr lang="es-ES" sz="1800" b="1"/>
              <a:t>LUZ EN TINIEBLAS</a:t>
            </a:r>
            <a:br>
              <a:rPr lang="es-ES" sz="1800" b="1"/>
            </a:br>
            <a:r>
              <a:rPr lang="es-ES" sz="1800" b="1"/>
              <a:t>ES TODO AMOR. (BIS)</a:t>
            </a:r>
          </a:p>
          <a:p>
            <a:pPr marL="0" indent="0">
              <a:buNone/>
            </a:pPr>
            <a:endParaRPr lang="es-ES" sz="1800"/>
          </a:p>
          <a:p>
            <a:pPr marL="0" indent="0">
              <a:buNone/>
            </a:pPr>
            <a:r>
              <a:rPr lang="es-ES" sz="1800"/>
              <a:t>Es fe al dudar,</a:t>
            </a:r>
            <a:br>
              <a:rPr lang="es-ES" sz="1800"/>
            </a:br>
            <a:r>
              <a:rPr lang="es-ES" sz="1800"/>
              <a:t>espera al crecer,</a:t>
            </a:r>
            <a:br>
              <a:rPr lang="es-ES" sz="1800"/>
            </a:br>
            <a:r>
              <a:rPr lang="es-ES" sz="1800"/>
              <a:t>amor al vivir.</a:t>
            </a:r>
            <a:br>
              <a:rPr lang="es-ES" sz="1800"/>
            </a:br>
            <a:r>
              <a:rPr lang="es-ES" sz="1800"/>
              <a:t>Es paz al luchar,</a:t>
            </a:r>
            <a:br>
              <a:rPr lang="es-ES" sz="1800"/>
            </a:br>
            <a:r>
              <a:rPr lang="es-ES" sz="1800"/>
              <a:t>bondad al vencer</a:t>
            </a:r>
            <a:br>
              <a:rPr lang="es-ES" sz="1800"/>
            </a:br>
            <a:r>
              <a:rPr lang="es-ES" sz="1800"/>
              <a:t>y gozo al servir.</a:t>
            </a:r>
          </a:p>
          <a:p>
            <a:pPr marL="0" indent="0">
              <a:buNone/>
            </a:pPr>
            <a:endParaRPr lang="es-ES" sz="1800"/>
          </a:p>
          <a:p>
            <a:pPr marL="0" indent="0">
              <a:buNone/>
            </a:pPr>
            <a:r>
              <a:rPr lang="es-ES" sz="1800" b="1"/>
              <a:t>CRISTO ES TRIGO MOLIDO,</a:t>
            </a:r>
            <a:br>
              <a:rPr lang="es-ES" sz="1800" b="1"/>
            </a:br>
            <a:r>
              <a:rPr lang="es-ES" sz="1800" b="1"/>
              <a:t>UVA PISADA, ESE ES JESUS.(BIS)</a:t>
            </a:r>
            <a:endParaRPr lang="es-ES" sz="800" b="1">
              <a:effectLst>
                <a:outerShdw blurRad="38100" dist="38100" dir="2700000" algn="tl">
                  <a:srgbClr val="000000">
                    <a:alpha val="43137"/>
                  </a:srgbClr>
                </a:outerShdw>
              </a:effectLst>
              <a:cs typeface="Calibri" panose="020F0502020204030204" pitchFamily="34" charset="0"/>
            </a:endParaRPr>
          </a:p>
        </p:txBody>
      </p:sp>
      <p:pic>
        <p:nvPicPr>
          <p:cNvPr id="1026" name="Picture 2" descr="XXIVTOB. ¿Quién es Jesús para tí?">
            <a:extLst>
              <a:ext uri="{FF2B5EF4-FFF2-40B4-BE49-F238E27FC236}">
                <a16:creationId xmlns:a16="http://schemas.microsoft.com/office/drawing/2014/main" id="{C29925A2-1FEA-48A7-B42B-E056EFE4154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536461" y="756464"/>
            <a:ext cx="4135291" cy="4044134"/>
          </a:xfrm>
          <a:prstGeom prst="rect">
            <a:avLst/>
          </a:prstGeom>
          <a:noFill/>
          <a:effectLst>
            <a:softEdge rad="304800"/>
          </a:effectLst>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516766736"/>
      </p:ext>
    </p:extLst>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sld>
</file>

<file path=ppt/slides/slide91.xml><?xml version="1.0" encoding="utf-8"?>
<p:sld xmlns:a="http://schemas.openxmlformats.org/drawingml/2006/main" xmlns:r="http://schemas.openxmlformats.org/officeDocument/2006/relationships" xmlns:p="http://schemas.openxmlformats.org/presentationml/2006/main" showMasterSp="0" show="0">
  <p:cSld>
    <p:spTree>
      <p:nvGrpSpPr>
        <p:cNvPr id="1" name=""/>
        <p:cNvGrpSpPr/>
        <p:nvPr/>
      </p:nvGrpSpPr>
      <p:grpSpPr>
        <a:xfrm>
          <a:off x="0" y="0"/>
          <a:ext cx="0" cy="0"/>
          <a:chOff x="0" y="0"/>
          <a:chExt cx="0" cy="0"/>
        </a:xfrm>
      </p:grpSpPr>
      <p:sp>
        <p:nvSpPr>
          <p:cNvPr id="15" name="Título 1">
            <a:extLst>
              <a:ext uri="{FF2B5EF4-FFF2-40B4-BE49-F238E27FC236}">
                <a16:creationId xmlns:a16="http://schemas.microsoft.com/office/drawing/2014/main" id="{61519201-9059-4F9A-A82F-8E958F834B8C}"/>
              </a:ext>
            </a:extLst>
          </p:cNvPr>
          <p:cNvSpPr>
            <a:spLocks noGrp="1"/>
          </p:cNvSpPr>
          <p:nvPr>
            <p:ph type="title" idx="4294967295"/>
          </p:nvPr>
        </p:nvSpPr>
        <p:spPr>
          <a:xfrm>
            <a:off x="2781300" y="260351"/>
            <a:ext cx="7886700" cy="804863"/>
          </a:xfrm>
        </p:spPr>
        <p:txBody>
          <a:bodyPr>
            <a:normAutofit/>
          </a:bodyPr>
          <a:lstStyle/>
          <a:p>
            <a:pPr algn="ctr"/>
            <a:r>
              <a:rPr lang="es-ES" sz="2800" b="1">
                <a:solidFill>
                  <a:schemeClr val="accent6"/>
                </a:solidFill>
              </a:rPr>
              <a:t>CUENTA CONMIGO, SEÑOR </a:t>
            </a:r>
          </a:p>
        </p:txBody>
      </p:sp>
      <p:sp>
        <p:nvSpPr>
          <p:cNvPr id="10" name="Marcador de contenido 2">
            <a:extLst>
              <a:ext uri="{FF2B5EF4-FFF2-40B4-BE49-F238E27FC236}">
                <a16:creationId xmlns:a16="http://schemas.microsoft.com/office/drawing/2014/main" id="{C742B1C7-BF7F-4EDA-93FE-C9EB6BFCDD9E}"/>
              </a:ext>
            </a:extLst>
          </p:cNvPr>
          <p:cNvSpPr>
            <a:spLocks noGrp="1"/>
          </p:cNvSpPr>
          <p:nvPr>
            <p:ph sz="half" idx="4294967295"/>
          </p:nvPr>
        </p:nvSpPr>
        <p:spPr>
          <a:xfrm>
            <a:off x="1812926" y="1065214"/>
            <a:ext cx="8855075" cy="5532437"/>
          </a:xfrm>
        </p:spPr>
        <p:txBody>
          <a:bodyPr numCol="2">
            <a:normAutofit/>
          </a:bodyPr>
          <a:lstStyle/>
          <a:p>
            <a:pPr marL="0" indent="0">
              <a:buNone/>
            </a:pPr>
            <a:r>
              <a:rPr lang="es-ES" sz="1800"/>
              <a:t>Campos sedientos de lluvia y amor</a:t>
            </a:r>
          </a:p>
          <a:p>
            <a:pPr marL="0" indent="0">
              <a:buNone/>
            </a:pPr>
            <a:r>
              <a:rPr lang="es-ES" sz="1800"/>
              <a:t>Que nos gritan sin usar palabras.</a:t>
            </a:r>
          </a:p>
          <a:p>
            <a:pPr marL="0" indent="0">
              <a:buNone/>
            </a:pPr>
            <a:r>
              <a:rPr lang="es-ES" sz="1800"/>
              <a:t>Niños sedientos de pan e ilusión </a:t>
            </a:r>
          </a:p>
          <a:p>
            <a:pPr marL="0" indent="0">
              <a:buNone/>
            </a:pPr>
            <a:r>
              <a:rPr lang="es-ES" sz="1800"/>
              <a:t>Que no lloran por no tener lágrimas.</a:t>
            </a:r>
          </a:p>
          <a:p>
            <a:pPr marL="0" indent="0">
              <a:buNone/>
            </a:pPr>
            <a:r>
              <a:rPr lang="es-ES" sz="1800"/>
              <a:t>Flores marchitas antes de nacer,</a:t>
            </a:r>
          </a:p>
          <a:p>
            <a:pPr marL="0" indent="0">
              <a:buNone/>
            </a:pPr>
            <a:r>
              <a:rPr lang="es-ES" sz="1800"/>
              <a:t>Lluvia infecunda y campos baldíos,</a:t>
            </a:r>
          </a:p>
          <a:p>
            <a:pPr marL="0" indent="0">
              <a:buNone/>
            </a:pPr>
            <a:r>
              <a:rPr lang="es-ES" sz="1800"/>
              <a:t>Fe y esperanza que no nacerán</a:t>
            </a:r>
          </a:p>
          <a:p>
            <a:pPr marL="0" indent="0">
              <a:buNone/>
            </a:pPr>
            <a:r>
              <a:rPr lang="es-ES" sz="1800"/>
              <a:t>Si seguimos igual, perdidos.</a:t>
            </a:r>
          </a:p>
          <a:p>
            <a:pPr marL="0" indent="0">
              <a:buNone/>
            </a:pPr>
            <a:endParaRPr lang="es-ES" sz="1800" b="1"/>
          </a:p>
          <a:p>
            <a:pPr marL="0" indent="0">
              <a:buNone/>
            </a:pPr>
            <a:r>
              <a:rPr lang="es-ES" sz="1800" b="1"/>
              <a:t>PERO CUENTA CONMIGO, SI QUIERES SEÑOR, </a:t>
            </a:r>
          </a:p>
          <a:p>
            <a:pPr marL="0" indent="0">
              <a:buNone/>
            </a:pPr>
            <a:r>
              <a:rPr lang="es-ES" sz="1800" b="1"/>
              <a:t>PARA HACER QUE LA VIDA CAMBIE</a:t>
            </a:r>
          </a:p>
          <a:p>
            <a:pPr marL="0" indent="0">
              <a:buNone/>
            </a:pPr>
            <a:r>
              <a:rPr lang="es-ES_tradnl" sz="1800" b="1"/>
              <a:t>NAZCAN SONRISAS DONDE HOY HAY DOLOR</a:t>
            </a:r>
          </a:p>
          <a:p>
            <a:pPr marL="0" indent="0">
              <a:buNone/>
            </a:pPr>
            <a:r>
              <a:rPr lang="es-ES_tradnl" sz="1800" b="1"/>
              <a:t>HAZME PESCADOR DE HOMBRES, </a:t>
            </a:r>
          </a:p>
          <a:p>
            <a:pPr marL="0" indent="0">
              <a:buNone/>
            </a:pPr>
            <a:r>
              <a:rPr lang="es-ES_tradnl" sz="1800" b="1"/>
              <a:t>HAZME PESCADOR DE HOMBRES. (BIS)</a:t>
            </a:r>
          </a:p>
          <a:p>
            <a:pPr marL="0" indent="0">
              <a:buNone/>
            </a:pPr>
            <a:r>
              <a:rPr lang="es-ES" sz="1800" b="1"/>
              <a:t>Calles desiertas sin ruido y sin luz,</a:t>
            </a:r>
          </a:p>
          <a:p>
            <a:pPr marL="0" indent="0">
              <a:buNone/>
            </a:pPr>
            <a:r>
              <a:rPr lang="es-ES" sz="1800"/>
              <a:t>Niños cansados sin saber que hacer,</a:t>
            </a:r>
          </a:p>
          <a:p>
            <a:pPr marL="0" indent="0">
              <a:buNone/>
            </a:pPr>
            <a:r>
              <a:rPr lang="es-ES" sz="1800"/>
              <a:t>Días aburridos en la juventud,</a:t>
            </a:r>
          </a:p>
          <a:p>
            <a:pPr marL="0" indent="0">
              <a:buNone/>
            </a:pPr>
            <a:r>
              <a:rPr lang="es-ES" sz="1800"/>
              <a:t>Noches de lluvia sin amanecer. </a:t>
            </a:r>
          </a:p>
          <a:p>
            <a:pPr marL="0" indent="0">
              <a:buNone/>
            </a:pPr>
            <a:r>
              <a:rPr lang="es-ES" sz="1800"/>
              <a:t>Tú nos has dado la tierra y el sol,</a:t>
            </a:r>
          </a:p>
          <a:p>
            <a:pPr marL="0" indent="0">
              <a:buNone/>
            </a:pPr>
            <a:r>
              <a:rPr lang="es-ES" sz="1800"/>
              <a:t>Las estrellas, el mar y las aves.</a:t>
            </a:r>
          </a:p>
          <a:p>
            <a:pPr marL="0" indent="0">
              <a:buNone/>
            </a:pPr>
            <a:r>
              <a:rPr lang="es-ES" sz="1800"/>
              <a:t>Todo ha cambiado, no existe el amor,</a:t>
            </a:r>
          </a:p>
          <a:p>
            <a:pPr marL="0" indent="0">
              <a:buNone/>
            </a:pPr>
            <a:r>
              <a:rPr lang="es-ES" sz="1800"/>
              <a:t>Lo hemos manchado con sangre.</a:t>
            </a:r>
          </a:p>
          <a:p>
            <a:pPr marL="0" indent="0">
              <a:buNone/>
            </a:pPr>
            <a:endParaRPr lang="es-ES"/>
          </a:p>
        </p:txBody>
      </p:sp>
      <p:pic>
        <p:nvPicPr>
          <p:cNvPr id="3" name="Imagen 2" descr="Imagen que contiene dibujo&#10;&#10;Descripción generada automáticamente">
            <a:extLst>
              <a:ext uri="{FF2B5EF4-FFF2-40B4-BE49-F238E27FC236}">
                <a16:creationId xmlns:a16="http://schemas.microsoft.com/office/drawing/2014/main" id="{F2D8FD7A-F56A-4648-BA05-A9E70E11FDF5}"/>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6867526" y="4014789"/>
            <a:ext cx="3188915" cy="2589257"/>
          </a:xfrm>
          <a:prstGeom prst="rect">
            <a:avLst/>
          </a:prstGeom>
        </p:spPr>
      </p:pic>
    </p:spTree>
    <p:extLst>
      <p:ext uri="{BB962C8B-B14F-4D97-AF65-F5344CB8AC3E}">
        <p14:creationId xmlns:p14="http://schemas.microsoft.com/office/powerpoint/2010/main" val="2812136643"/>
      </p:ext>
    </p:extLst>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sld>
</file>

<file path=ppt/slides/slide92.xml><?xml version="1.0" encoding="utf-8"?>
<p:sld xmlns:a="http://schemas.openxmlformats.org/drawingml/2006/main" xmlns:r="http://schemas.openxmlformats.org/officeDocument/2006/relationships" xmlns:p="http://schemas.openxmlformats.org/presentationml/2006/main" showMasterSp="0" show="0">
  <p:cSld>
    <p:spTree>
      <p:nvGrpSpPr>
        <p:cNvPr id="1" name=""/>
        <p:cNvGrpSpPr/>
        <p:nvPr/>
      </p:nvGrpSpPr>
      <p:grpSpPr>
        <a:xfrm>
          <a:off x="0" y="0"/>
          <a:ext cx="0" cy="0"/>
          <a:chOff x="0" y="0"/>
          <a:chExt cx="0" cy="0"/>
        </a:xfrm>
      </p:grpSpPr>
      <p:sp>
        <p:nvSpPr>
          <p:cNvPr id="2" name="Título 1"/>
          <p:cNvSpPr>
            <a:spLocks noGrp="1"/>
          </p:cNvSpPr>
          <p:nvPr>
            <p:ph type="title" idx="4294967295"/>
          </p:nvPr>
        </p:nvSpPr>
        <p:spPr>
          <a:xfrm>
            <a:off x="2781300" y="247650"/>
            <a:ext cx="7886700" cy="719138"/>
          </a:xfrm>
        </p:spPr>
        <p:txBody>
          <a:bodyPr>
            <a:normAutofit/>
          </a:bodyPr>
          <a:lstStyle/>
          <a:p>
            <a:r>
              <a:rPr lang="es-ES" sz="4000">
                <a:solidFill>
                  <a:schemeClr val="accent1"/>
                </a:solidFill>
              </a:rPr>
              <a:t>AMAOS</a:t>
            </a:r>
          </a:p>
        </p:txBody>
      </p:sp>
      <p:sp>
        <p:nvSpPr>
          <p:cNvPr id="12" name="Rectángulo 11">
            <a:extLst>
              <a:ext uri="{FF2B5EF4-FFF2-40B4-BE49-F238E27FC236}">
                <a16:creationId xmlns:a16="http://schemas.microsoft.com/office/drawing/2014/main" id="{3CD51893-ED4D-4987-B632-3F437C23EF95}"/>
              </a:ext>
            </a:extLst>
          </p:cNvPr>
          <p:cNvSpPr/>
          <p:nvPr/>
        </p:nvSpPr>
        <p:spPr>
          <a:xfrm>
            <a:off x="2135560" y="967543"/>
            <a:ext cx="7783481" cy="5632311"/>
          </a:xfrm>
          <a:prstGeom prst="rect">
            <a:avLst/>
          </a:prstGeom>
        </p:spPr>
        <p:txBody>
          <a:bodyPr wrap="square" numCol="2">
            <a:spAutoFit/>
          </a:bodyPr>
          <a:lstStyle/>
          <a:p>
            <a:pPr defTabSz="914400">
              <a:defRPr/>
            </a:pPr>
            <a:r>
              <a:rPr lang="es-ES" sz="2400">
                <a:solidFill>
                  <a:prstClr val="black"/>
                </a:solidFill>
                <a:latin typeface="Calibri" panose="020F0502020204030204"/>
                <a:cs typeface="Arial"/>
                <a:sym typeface="Arial"/>
              </a:rPr>
              <a:t>COMO EL PADRE ME AMÓ </a:t>
            </a:r>
          </a:p>
          <a:p>
            <a:pPr defTabSz="914400">
              <a:defRPr/>
            </a:pPr>
            <a:r>
              <a:rPr lang="es-ES" sz="2400">
                <a:solidFill>
                  <a:prstClr val="black"/>
                </a:solidFill>
                <a:latin typeface="Calibri" panose="020F0502020204030204"/>
                <a:cs typeface="Arial"/>
                <a:sym typeface="Arial"/>
              </a:rPr>
              <a:t>YO OS HE AMADO. </a:t>
            </a:r>
          </a:p>
          <a:p>
            <a:pPr defTabSz="914400">
              <a:defRPr/>
            </a:pPr>
            <a:r>
              <a:rPr lang="es-ES" sz="2400">
                <a:solidFill>
                  <a:prstClr val="black"/>
                </a:solidFill>
                <a:latin typeface="Calibri" panose="020F0502020204030204"/>
                <a:cs typeface="Arial"/>
                <a:sym typeface="Arial"/>
              </a:rPr>
              <a:t>PERMANECED EN MI AMOR, </a:t>
            </a:r>
          </a:p>
          <a:p>
            <a:pPr defTabSz="914400">
              <a:defRPr/>
            </a:pPr>
            <a:r>
              <a:rPr lang="es-ES" sz="2400">
                <a:solidFill>
                  <a:prstClr val="black"/>
                </a:solidFill>
                <a:latin typeface="Calibri" panose="020F0502020204030204"/>
                <a:cs typeface="Arial"/>
                <a:sym typeface="Arial"/>
              </a:rPr>
              <a:t>PERMANECED EN MI AMOR. (bis)</a:t>
            </a:r>
          </a:p>
          <a:p>
            <a:pPr defTabSz="914400">
              <a:defRPr/>
            </a:pPr>
            <a:endParaRPr lang="es-ES" sz="2400">
              <a:solidFill>
                <a:prstClr val="black"/>
              </a:solidFill>
              <a:latin typeface="Calibri" panose="020F0502020204030204"/>
              <a:cs typeface="Arial"/>
              <a:sym typeface="Arial"/>
            </a:endParaRPr>
          </a:p>
          <a:p>
            <a:pPr defTabSz="914400">
              <a:defRPr/>
            </a:pPr>
            <a:r>
              <a:rPr lang="es-ES" sz="2400">
                <a:solidFill>
                  <a:prstClr val="black"/>
                </a:solidFill>
                <a:latin typeface="Calibri" panose="020F0502020204030204"/>
                <a:cs typeface="Arial"/>
                <a:sym typeface="Arial"/>
              </a:rPr>
              <a:t>Si guardáis mis palabras </a:t>
            </a:r>
          </a:p>
          <a:p>
            <a:pPr defTabSz="914400">
              <a:defRPr/>
            </a:pPr>
            <a:r>
              <a:rPr lang="es-ES" sz="2400">
                <a:solidFill>
                  <a:prstClr val="black"/>
                </a:solidFill>
                <a:latin typeface="Calibri" panose="020F0502020204030204"/>
                <a:cs typeface="Arial"/>
                <a:sym typeface="Arial"/>
              </a:rPr>
              <a:t>y como hermanos os amáis, </a:t>
            </a:r>
          </a:p>
          <a:p>
            <a:pPr defTabSz="914400">
              <a:defRPr/>
            </a:pPr>
            <a:r>
              <a:rPr lang="es-ES" sz="2400">
                <a:solidFill>
                  <a:prstClr val="black"/>
                </a:solidFill>
                <a:latin typeface="Calibri" panose="020F0502020204030204"/>
                <a:cs typeface="Arial"/>
                <a:sym typeface="Arial"/>
              </a:rPr>
              <a:t>compartiréis con alegría </a:t>
            </a:r>
          </a:p>
          <a:p>
            <a:pPr defTabSz="914400">
              <a:defRPr/>
            </a:pPr>
            <a:r>
              <a:rPr lang="es-ES" sz="2400">
                <a:solidFill>
                  <a:prstClr val="black"/>
                </a:solidFill>
                <a:latin typeface="Calibri" panose="020F0502020204030204"/>
                <a:cs typeface="Arial"/>
                <a:sym typeface="Arial"/>
              </a:rPr>
              <a:t>el don de la fraternidad. </a:t>
            </a:r>
          </a:p>
          <a:p>
            <a:pPr defTabSz="914400">
              <a:defRPr/>
            </a:pPr>
            <a:r>
              <a:rPr lang="es-ES" sz="2400">
                <a:solidFill>
                  <a:prstClr val="black"/>
                </a:solidFill>
                <a:latin typeface="Calibri" panose="020F0502020204030204"/>
                <a:cs typeface="Arial"/>
                <a:sym typeface="Arial"/>
              </a:rPr>
              <a:t>Si os ponéis en camino </a:t>
            </a:r>
          </a:p>
          <a:p>
            <a:pPr defTabSz="914400">
              <a:defRPr/>
            </a:pPr>
            <a:r>
              <a:rPr lang="es-ES" sz="2400">
                <a:solidFill>
                  <a:prstClr val="black"/>
                </a:solidFill>
                <a:latin typeface="Calibri" panose="020F0502020204030204"/>
                <a:cs typeface="Arial"/>
                <a:sym typeface="Arial"/>
              </a:rPr>
              <a:t>sirviendo siempre a la verdad, </a:t>
            </a:r>
          </a:p>
          <a:p>
            <a:pPr defTabSz="914400">
              <a:defRPr/>
            </a:pPr>
            <a:r>
              <a:rPr lang="es-ES" sz="2400">
                <a:solidFill>
                  <a:prstClr val="black"/>
                </a:solidFill>
                <a:latin typeface="Calibri" panose="020F0502020204030204"/>
                <a:cs typeface="Arial"/>
                <a:sym typeface="Arial"/>
              </a:rPr>
              <a:t>fruto daréis en abundancia; </a:t>
            </a:r>
          </a:p>
          <a:p>
            <a:pPr defTabSz="914400">
              <a:defRPr/>
            </a:pPr>
            <a:r>
              <a:rPr lang="es-ES" sz="2400">
                <a:solidFill>
                  <a:prstClr val="black"/>
                </a:solidFill>
                <a:latin typeface="Calibri" panose="020F0502020204030204"/>
                <a:cs typeface="Arial"/>
                <a:sym typeface="Arial"/>
              </a:rPr>
              <a:t>mi amor se manifestará. </a:t>
            </a:r>
          </a:p>
          <a:p>
            <a:pPr defTabSz="914400">
              <a:defRPr/>
            </a:pPr>
            <a:endParaRPr lang="es-ES" sz="2400">
              <a:solidFill>
                <a:prstClr val="black"/>
              </a:solidFill>
              <a:latin typeface="Calibri" panose="020F0502020204030204"/>
              <a:cs typeface="Arial"/>
              <a:sym typeface="Arial"/>
            </a:endParaRPr>
          </a:p>
          <a:p>
            <a:pPr defTabSz="914400">
              <a:defRPr/>
            </a:pPr>
            <a:r>
              <a:rPr lang="es-ES" sz="2400">
                <a:solidFill>
                  <a:prstClr val="black"/>
                </a:solidFill>
                <a:latin typeface="Calibri" panose="020F0502020204030204"/>
                <a:cs typeface="Arial"/>
                <a:sym typeface="Arial"/>
              </a:rPr>
              <a:t>No veréis amor tan grande  </a:t>
            </a:r>
          </a:p>
          <a:p>
            <a:pPr defTabSz="914400">
              <a:defRPr/>
            </a:pPr>
            <a:r>
              <a:rPr lang="es-ES" sz="2400">
                <a:solidFill>
                  <a:prstClr val="black"/>
                </a:solidFill>
                <a:latin typeface="Calibri" panose="020F0502020204030204"/>
                <a:cs typeface="Arial"/>
                <a:sym typeface="Arial"/>
              </a:rPr>
              <a:t>como aquél que os mostré. </a:t>
            </a:r>
          </a:p>
          <a:p>
            <a:pPr defTabSz="914400">
              <a:defRPr/>
            </a:pPr>
            <a:r>
              <a:rPr lang="es-ES" sz="2400">
                <a:solidFill>
                  <a:prstClr val="black"/>
                </a:solidFill>
                <a:latin typeface="Calibri" panose="020F0502020204030204"/>
                <a:cs typeface="Arial"/>
                <a:sym typeface="Arial"/>
              </a:rPr>
              <a:t>Yo doy la vida por vosotros, </a:t>
            </a:r>
          </a:p>
          <a:p>
            <a:pPr defTabSz="914400">
              <a:defRPr/>
            </a:pPr>
            <a:r>
              <a:rPr lang="es-ES" sz="2400">
                <a:solidFill>
                  <a:prstClr val="black"/>
                </a:solidFill>
                <a:latin typeface="Calibri" panose="020F0502020204030204"/>
                <a:cs typeface="Arial"/>
                <a:sym typeface="Arial"/>
              </a:rPr>
              <a:t>amad como yo os amé. </a:t>
            </a:r>
          </a:p>
          <a:p>
            <a:pPr defTabSz="914400">
              <a:defRPr/>
            </a:pPr>
            <a:r>
              <a:rPr lang="es-ES" sz="2400">
                <a:solidFill>
                  <a:prstClr val="black"/>
                </a:solidFill>
                <a:latin typeface="Calibri" panose="020F0502020204030204"/>
                <a:cs typeface="Arial"/>
                <a:sym typeface="Arial"/>
              </a:rPr>
              <a:t>Si hacéis lo que os mando </a:t>
            </a:r>
          </a:p>
          <a:p>
            <a:pPr defTabSz="914400">
              <a:defRPr/>
            </a:pPr>
            <a:r>
              <a:rPr lang="es-ES" sz="2400">
                <a:solidFill>
                  <a:prstClr val="black"/>
                </a:solidFill>
                <a:latin typeface="Calibri" panose="020F0502020204030204"/>
                <a:cs typeface="Arial"/>
                <a:sym typeface="Arial"/>
              </a:rPr>
              <a:t>y os queréis de corazón, </a:t>
            </a:r>
          </a:p>
          <a:p>
            <a:pPr defTabSz="914400">
              <a:defRPr/>
            </a:pPr>
            <a:r>
              <a:rPr lang="es-ES" sz="2400">
                <a:solidFill>
                  <a:prstClr val="black"/>
                </a:solidFill>
                <a:latin typeface="Calibri" panose="020F0502020204030204"/>
                <a:cs typeface="Arial"/>
                <a:sym typeface="Arial"/>
              </a:rPr>
              <a:t>compartiréis mi pleno gozo </a:t>
            </a:r>
          </a:p>
          <a:p>
            <a:pPr defTabSz="914400">
              <a:defRPr/>
            </a:pPr>
            <a:r>
              <a:rPr lang="es-ES" sz="2400">
                <a:solidFill>
                  <a:prstClr val="black"/>
                </a:solidFill>
                <a:latin typeface="Calibri" panose="020F0502020204030204"/>
                <a:cs typeface="Arial"/>
                <a:sym typeface="Arial"/>
              </a:rPr>
              <a:t>de amar como Él me amo.</a:t>
            </a:r>
            <a:endParaRPr lang="es-ES">
              <a:solidFill>
                <a:prstClr val="black"/>
              </a:solidFill>
              <a:latin typeface="Calibri" panose="020F0502020204030204"/>
              <a:cs typeface="Arial"/>
              <a:sym typeface="Arial"/>
            </a:endParaRPr>
          </a:p>
        </p:txBody>
      </p:sp>
      <p:pic>
        <p:nvPicPr>
          <p:cNvPr id="8" name="Picture 2" descr="Resultado de imagen de FANO TAN CERCA DE MI">
            <a:extLst>
              <a:ext uri="{FF2B5EF4-FFF2-40B4-BE49-F238E27FC236}">
                <a16:creationId xmlns:a16="http://schemas.microsoft.com/office/drawing/2014/main" id="{F7B6C757-95C4-450C-A6E9-46FFFB020C3B}"/>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096000" y="4365104"/>
            <a:ext cx="3096344" cy="2376264"/>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360097731"/>
      </p:ext>
    </p:extLst>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sld>
</file>

<file path=ppt/slides/slide93.xml><?xml version="1.0" encoding="utf-8"?>
<p:sld xmlns:a="http://schemas.openxmlformats.org/drawingml/2006/main" xmlns:r="http://schemas.openxmlformats.org/officeDocument/2006/relationships" xmlns:p="http://schemas.openxmlformats.org/presentationml/2006/main" showMasterSp="0" show="0">
  <p:cSld>
    <p:spTree>
      <p:nvGrpSpPr>
        <p:cNvPr id="1" name=""/>
        <p:cNvGrpSpPr/>
        <p:nvPr/>
      </p:nvGrpSpPr>
      <p:grpSpPr>
        <a:xfrm>
          <a:off x="0" y="0"/>
          <a:ext cx="0" cy="0"/>
          <a:chOff x="0" y="0"/>
          <a:chExt cx="0" cy="0"/>
        </a:xfrm>
      </p:grpSpPr>
      <p:sp>
        <p:nvSpPr>
          <p:cNvPr id="12" name="Título 1">
            <a:extLst>
              <a:ext uri="{FF2B5EF4-FFF2-40B4-BE49-F238E27FC236}">
                <a16:creationId xmlns:a16="http://schemas.microsoft.com/office/drawing/2014/main" id="{5B7CC1C7-128D-4A4B-84EB-4A1F27DD0751}"/>
              </a:ext>
            </a:extLst>
          </p:cNvPr>
          <p:cNvSpPr>
            <a:spLocks noGrp="1"/>
          </p:cNvSpPr>
          <p:nvPr>
            <p:ph type="title" idx="4294967295"/>
          </p:nvPr>
        </p:nvSpPr>
        <p:spPr>
          <a:xfrm>
            <a:off x="7337426" y="227013"/>
            <a:ext cx="3330575" cy="2279650"/>
          </a:xfrm>
        </p:spPr>
        <p:txBody>
          <a:bodyPr>
            <a:normAutofit/>
          </a:bodyPr>
          <a:lstStyle/>
          <a:p>
            <a:pPr algn="ctr"/>
            <a:r>
              <a:rPr lang="es-ES"/>
              <a:t>A TI QUE ESTÁS SENTADO</a:t>
            </a:r>
          </a:p>
        </p:txBody>
      </p:sp>
      <p:sp>
        <p:nvSpPr>
          <p:cNvPr id="13" name="Marcador de contenido 2">
            <a:extLst>
              <a:ext uri="{FF2B5EF4-FFF2-40B4-BE49-F238E27FC236}">
                <a16:creationId xmlns:a16="http://schemas.microsoft.com/office/drawing/2014/main" id="{0A3D180A-6176-4D6D-98C6-9B3DE5BEB24B}"/>
              </a:ext>
            </a:extLst>
          </p:cNvPr>
          <p:cNvSpPr>
            <a:spLocks noGrp="1"/>
          </p:cNvSpPr>
          <p:nvPr>
            <p:ph sz="half" idx="4294967295"/>
          </p:nvPr>
        </p:nvSpPr>
        <p:spPr>
          <a:xfrm>
            <a:off x="1524001" y="212725"/>
            <a:ext cx="7553325" cy="6192838"/>
          </a:xfrm>
        </p:spPr>
        <p:txBody>
          <a:bodyPr>
            <a:noAutofit/>
          </a:bodyPr>
          <a:lstStyle/>
          <a:p>
            <a:pPr marL="0" indent="0">
              <a:lnSpc>
                <a:spcPts val="1200"/>
              </a:lnSpc>
              <a:buNone/>
            </a:pPr>
            <a:r>
              <a:rPr lang="es-ES" sz="1800" b="1"/>
              <a:t>A ti que estás sentado en tu sillón,</a:t>
            </a:r>
          </a:p>
          <a:p>
            <a:pPr marL="0" indent="0">
              <a:lnSpc>
                <a:spcPts val="1200"/>
              </a:lnSpc>
              <a:buNone/>
            </a:pPr>
            <a:r>
              <a:rPr lang="es-ES" sz="1800" b="1"/>
              <a:t>atento o distraído, te reclamo.</a:t>
            </a:r>
          </a:p>
          <a:p>
            <a:pPr marL="0" indent="0">
              <a:lnSpc>
                <a:spcPts val="1200"/>
              </a:lnSpc>
              <a:buNone/>
            </a:pPr>
            <a:r>
              <a:rPr lang="es-ES" sz="1800" b="1"/>
              <a:t>Quiero que hagamos vida esta canción,</a:t>
            </a:r>
          </a:p>
          <a:p>
            <a:pPr marL="0" indent="0">
              <a:lnSpc>
                <a:spcPts val="1200"/>
              </a:lnSpc>
              <a:buNone/>
            </a:pPr>
            <a:r>
              <a:rPr lang="es-ES" sz="1800" b="1"/>
              <a:t>que a Dios vayamos juntos de la mano.</a:t>
            </a:r>
          </a:p>
          <a:p>
            <a:pPr marL="0" indent="0">
              <a:lnSpc>
                <a:spcPts val="1200"/>
              </a:lnSpc>
              <a:buNone/>
            </a:pPr>
            <a:endParaRPr lang="es-ES" sz="1800" b="1"/>
          </a:p>
          <a:p>
            <a:pPr marL="0" indent="0">
              <a:lnSpc>
                <a:spcPts val="1200"/>
              </a:lnSpc>
              <a:buNone/>
            </a:pPr>
            <a:r>
              <a:rPr lang="es-ES" sz="1800" b="1"/>
              <a:t>Hasta ahora sólo hablamos en teoría,</a:t>
            </a:r>
          </a:p>
          <a:p>
            <a:pPr marL="0" indent="0">
              <a:lnSpc>
                <a:spcPts val="1200"/>
              </a:lnSpc>
              <a:buNone/>
            </a:pPr>
            <a:r>
              <a:rPr lang="es-ES" sz="1800" b="1"/>
              <a:t>de un mundo que sería más cristiano,</a:t>
            </a:r>
          </a:p>
          <a:p>
            <a:pPr marL="0" indent="0">
              <a:lnSpc>
                <a:spcPts val="1200"/>
              </a:lnSpc>
              <a:buNone/>
            </a:pPr>
            <a:r>
              <a:rPr lang="es-ES" sz="1800" b="1"/>
              <a:t>de un mundo que será sólo teoría si tú y yo</a:t>
            </a:r>
          </a:p>
          <a:p>
            <a:pPr marL="0" indent="0">
              <a:lnSpc>
                <a:spcPts val="1200"/>
              </a:lnSpc>
              <a:buNone/>
            </a:pPr>
            <a:r>
              <a:rPr lang="es-ES" sz="1800" b="1"/>
              <a:t>ahora no hacemos nada por cambiarlo</a:t>
            </a:r>
          </a:p>
          <a:p>
            <a:pPr marL="0" indent="0">
              <a:lnSpc>
                <a:spcPts val="1200"/>
              </a:lnSpc>
              <a:buNone/>
            </a:pPr>
            <a:endParaRPr lang="es-ES" sz="1800" b="1"/>
          </a:p>
          <a:p>
            <a:pPr marL="0" indent="0">
              <a:lnSpc>
                <a:spcPts val="1200"/>
              </a:lnSpc>
              <a:buNone/>
            </a:pPr>
            <a:r>
              <a:rPr lang="es-ES" sz="1800" b="1"/>
              <a:t>De poco servirán nuestros esfuerzos</a:t>
            </a:r>
          </a:p>
          <a:p>
            <a:pPr marL="0" indent="0">
              <a:lnSpc>
                <a:spcPts val="1200"/>
              </a:lnSpc>
              <a:buNone/>
            </a:pPr>
            <a:r>
              <a:rPr lang="es-ES" sz="1800" b="1"/>
              <a:t>si en la calle no hacemos que se noten,</a:t>
            </a:r>
          </a:p>
          <a:p>
            <a:pPr marL="0" indent="0">
              <a:lnSpc>
                <a:spcPts val="1200"/>
              </a:lnSpc>
              <a:buNone/>
            </a:pPr>
            <a:r>
              <a:rPr lang="es-ES" sz="1800" b="1"/>
              <a:t>las palabras que lanzamos a los vientos,</a:t>
            </a:r>
          </a:p>
          <a:p>
            <a:pPr marL="0" indent="0">
              <a:lnSpc>
                <a:spcPts val="1200"/>
              </a:lnSpc>
              <a:buNone/>
            </a:pPr>
            <a:r>
              <a:rPr lang="es-ES" sz="1800" b="1"/>
              <a:t>que Cristo sigue vivo en cada hombre.</a:t>
            </a:r>
          </a:p>
          <a:p>
            <a:pPr marL="0" indent="0">
              <a:lnSpc>
                <a:spcPts val="1200"/>
              </a:lnSpc>
              <a:buNone/>
            </a:pPr>
            <a:endParaRPr lang="es-ES" sz="1800" b="1"/>
          </a:p>
          <a:p>
            <a:pPr marL="0" indent="0">
              <a:lnSpc>
                <a:spcPts val="1200"/>
              </a:lnSpc>
              <a:buNone/>
            </a:pPr>
            <a:r>
              <a:rPr lang="es-ES" sz="1800" b="1"/>
              <a:t>Ya no valdrán ni peros ni disculpas,</a:t>
            </a:r>
          </a:p>
          <a:p>
            <a:pPr marL="0" indent="0">
              <a:lnSpc>
                <a:spcPts val="1200"/>
              </a:lnSpc>
              <a:buNone/>
            </a:pPr>
            <a:r>
              <a:rPr lang="es-ES" sz="1800" b="1"/>
              <a:t>que Cristo no es alguien con quien se juega,</a:t>
            </a:r>
          </a:p>
          <a:p>
            <a:pPr marL="0" indent="0">
              <a:lnSpc>
                <a:spcPts val="1200"/>
              </a:lnSpc>
              <a:buNone/>
            </a:pPr>
            <a:r>
              <a:rPr lang="es-ES" sz="1800" b="1"/>
              <a:t>si este mundo no cambia, solamente será culpa</a:t>
            </a:r>
          </a:p>
          <a:p>
            <a:pPr marL="0" indent="0">
              <a:lnSpc>
                <a:spcPts val="1200"/>
              </a:lnSpc>
              <a:buNone/>
            </a:pPr>
            <a:r>
              <a:rPr lang="es-ES" sz="1800" b="1"/>
              <a:t>de quién diciendo sí, luego reniega.</a:t>
            </a:r>
          </a:p>
          <a:p>
            <a:pPr marL="0" indent="0">
              <a:lnSpc>
                <a:spcPts val="1200"/>
              </a:lnSpc>
              <a:buNone/>
            </a:pPr>
            <a:endParaRPr lang="es-ES" sz="1800" b="1"/>
          </a:p>
          <a:p>
            <a:pPr marL="0" indent="0">
              <a:lnSpc>
                <a:spcPts val="1200"/>
              </a:lnSpc>
              <a:buNone/>
            </a:pPr>
            <a:r>
              <a:rPr lang="es-ES" sz="1800" b="1"/>
              <a:t>A ti que estás sentado en tu sillón,</a:t>
            </a:r>
          </a:p>
          <a:p>
            <a:pPr marL="0" indent="0">
              <a:lnSpc>
                <a:spcPts val="1200"/>
              </a:lnSpc>
              <a:buNone/>
            </a:pPr>
            <a:r>
              <a:rPr lang="es-ES" sz="1800" b="1"/>
              <a:t>quisiera que no olvides este rato,</a:t>
            </a:r>
          </a:p>
          <a:p>
            <a:pPr marL="0" indent="0">
              <a:lnSpc>
                <a:spcPts val="1200"/>
              </a:lnSpc>
              <a:buNone/>
            </a:pPr>
            <a:r>
              <a:rPr lang="es-ES" sz="1800" b="1"/>
              <a:t>Dios ha pasado por este rincón,</a:t>
            </a:r>
          </a:p>
          <a:p>
            <a:pPr marL="0" indent="0">
              <a:lnSpc>
                <a:spcPts val="1200"/>
              </a:lnSpc>
              <a:buNone/>
            </a:pPr>
            <a:r>
              <a:rPr lang="es-ES" sz="1800" b="1"/>
              <a:t>y quiere que a Él vayamos de la mano.</a:t>
            </a:r>
          </a:p>
          <a:p>
            <a:pPr marL="0" indent="0">
              <a:lnSpc>
                <a:spcPts val="1400"/>
              </a:lnSpc>
              <a:buNone/>
            </a:pPr>
            <a:endParaRPr lang="es-ES" sz="1800"/>
          </a:p>
        </p:txBody>
      </p:sp>
      <p:pic>
        <p:nvPicPr>
          <p:cNvPr id="7" name="Imagen 6">
            <a:extLst>
              <a:ext uri="{FF2B5EF4-FFF2-40B4-BE49-F238E27FC236}">
                <a16:creationId xmlns:a16="http://schemas.microsoft.com/office/drawing/2014/main" id="{FC4653F8-AFD9-42DC-B973-E4D421168387}"/>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427913" y="2780929"/>
            <a:ext cx="2912507" cy="3850116"/>
          </a:xfrm>
          <a:prstGeom prst="rect">
            <a:avLst/>
          </a:prstGeom>
          <a:ln>
            <a:noFill/>
          </a:ln>
          <a:effectLst>
            <a:softEdge rad="112500"/>
          </a:effectLst>
        </p:spPr>
      </p:pic>
    </p:spTree>
    <p:extLst>
      <p:ext uri="{BB962C8B-B14F-4D97-AF65-F5344CB8AC3E}">
        <p14:creationId xmlns:p14="http://schemas.microsoft.com/office/powerpoint/2010/main" val="293122888"/>
      </p:ext>
    </p:extLst>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sld>
</file>

<file path=ppt/slides/slide94.xml><?xml version="1.0" encoding="utf-8"?>
<p:sld xmlns:a="http://schemas.openxmlformats.org/drawingml/2006/main" xmlns:r="http://schemas.openxmlformats.org/officeDocument/2006/relationships" xmlns:p="http://schemas.openxmlformats.org/presentationml/2006/main" showMasterSp="0" show="0">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2CC3DEA-85EB-4715-A053-25856DB216FA}"/>
              </a:ext>
            </a:extLst>
          </p:cNvPr>
          <p:cNvSpPr>
            <a:spLocks noGrp="1"/>
          </p:cNvSpPr>
          <p:nvPr>
            <p:ph type="title" idx="4294967295"/>
          </p:nvPr>
        </p:nvSpPr>
        <p:spPr>
          <a:xfrm>
            <a:off x="2819400" y="230188"/>
            <a:ext cx="7848600" cy="755650"/>
          </a:xfrm>
        </p:spPr>
        <p:txBody>
          <a:bodyPr/>
          <a:lstStyle/>
          <a:p>
            <a:r>
              <a:rPr lang="es-ES" b="1">
                <a:solidFill>
                  <a:schemeClr val="accent6"/>
                </a:solidFill>
              </a:rPr>
              <a:t>GRACIAS (Brotes de Olivo)</a:t>
            </a:r>
          </a:p>
        </p:txBody>
      </p:sp>
      <p:sp>
        <p:nvSpPr>
          <p:cNvPr id="3" name="Marcador de contenido 2">
            <a:extLst>
              <a:ext uri="{FF2B5EF4-FFF2-40B4-BE49-F238E27FC236}">
                <a16:creationId xmlns:a16="http://schemas.microsoft.com/office/drawing/2014/main" id="{AFD5076D-4329-4739-8E1B-A2FD55CE26DC}"/>
              </a:ext>
            </a:extLst>
          </p:cNvPr>
          <p:cNvSpPr>
            <a:spLocks noGrp="1"/>
          </p:cNvSpPr>
          <p:nvPr>
            <p:ph sz="half" idx="4294967295"/>
          </p:nvPr>
        </p:nvSpPr>
        <p:spPr>
          <a:xfrm>
            <a:off x="1524000" y="1231901"/>
            <a:ext cx="7715250" cy="5510213"/>
          </a:xfrm>
        </p:spPr>
        <p:txBody>
          <a:bodyPr>
            <a:normAutofit/>
          </a:bodyPr>
          <a:lstStyle/>
          <a:p>
            <a:pPr marL="0" indent="0">
              <a:buNone/>
            </a:pPr>
            <a:endParaRPr lang="es-ES">
              <a:effectLst/>
            </a:endParaRPr>
          </a:p>
          <a:p>
            <a:pPr marL="0" indent="0">
              <a:buNone/>
            </a:pPr>
            <a:r>
              <a:rPr lang="es-ES" sz="2400"/>
              <a:t>Hoy Señor, te daré las gracias por mi vivir,</a:t>
            </a:r>
          </a:p>
          <a:p>
            <a:pPr marL="0" indent="0">
              <a:buNone/>
            </a:pPr>
            <a:r>
              <a:rPr lang="es-ES" sz="2400"/>
              <a:t>Por la tierra y mis amigos, porque siempre fui feliz;</a:t>
            </a:r>
          </a:p>
          <a:p>
            <a:pPr marL="0" indent="0">
              <a:buNone/>
            </a:pPr>
            <a:r>
              <a:rPr lang="es-ES" sz="2400"/>
              <a:t>Por el tronco en que nací y la savia que encontré</a:t>
            </a:r>
          </a:p>
          <a:p>
            <a:pPr marL="0" indent="0">
              <a:buNone/>
            </a:pPr>
            <a:r>
              <a:rPr lang="es-ES" sz="2400"/>
              <a:t>Y los brotes que nacieron, portadores de tu fe.</a:t>
            </a:r>
          </a:p>
          <a:p>
            <a:pPr marL="0" indent="0">
              <a:buNone/>
            </a:pPr>
            <a:endParaRPr lang="es-ES" sz="2400"/>
          </a:p>
          <a:p>
            <a:pPr marL="0" indent="0">
              <a:buNone/>
            </a:pPr>
            <a:r>
              <a:rPr lang="es-ES" sz="2400"/>
              <a:t>Por las veces que caí, y las que me levanté,</a:t>
            </a:r>
          </a:p>
          <a:p>
            <a:pPr marL="0" indent="0">
              <a:buNone/>
            </a:pPr>
            <a:r>
              <a:rPr lang="es-ES" sz="2400"/>
              <a:t>Porque siempre en ellas vi el amor de tu poder</a:t>
            </a:r>
          </a:p>
          <a:p>
            <a:pPr marL="0" indent="0">
              <a:buNone/>
            </a:pPr>
            <a:r>
              <a:rPr lang="es-ES" sz="2400"/>
              <a:t>Por lo bueno que viví y en lo que sentí dolor,</a:t>
            </a:r>
          </a:p>
          <a:p>
            <a:pPr marL="0" indent="0">
              <a:buNone/>
            </a:pPr>
            <a:r>
              <a:rPr lang="es-ES" sz="2400"/>
              <a:t>Siempre en todo yo te vi, te doy gracias, Señor.</a:t>
            </a:r>
          </a:p>
          <a:p>
            <a:pPr marL="0" indent="0">
              <a:buNone/>
            </a:pPr>
            <a:endParaRPr lang="es-ES"/>
          </a:p>
          <a:p>
            <a:pPr marL="0" indent="0">
              <a:buNone/>
            </a:pPr>
            <a:endParaRPr lang="es-ES"/>
          </a:p>
          <a:p>
            <a:pPr marL="0" indent="0">
              <a:buNone/>
            </a:pPr>
            <a:endParaRPr lang="es-ES"/>
          </a:p>
          <a:p>
            <a:pPr marL="0" indent="0">
              <a:buNone/>
            </a:pPr>
            <a:endParaRPr lang="es-ES"/>
          </a:p>
          <a:p>
            <a:pPr marL="0" indent="0">
              <a:buNone/>
            </a:pPr>
            <a:endParaRPr lang="es-ES"/>
          </a:p>
          <a:p>
            <a:pPr marL="0" indent="0">
              <a:buNone/>
            </a:pPr>
            <a:endParaRPr lang="es-ES"/>
          </a:p>
          <a:p>
            <a:pPr marL="0" indent="0">
              <a:buNone/>
            </a:pPr>
            <a:endParaRPr lang="es-ES">
              <a:effectLst/>
            </a:endParaRPr>
          </a:p>
          <a:p>
            <a:pPr marL="0" indent="0">
              <a:buNone/>
            </a:pPr>
            <a:endParaRPr lang="es-ES"/>
          </a:p>
          <a:p>
            <a:pPr marL="0" indent="0">
              <a:buNone/>
            </a:pPr>
            <a:endParaRPr lang="es-ES"/>
          </a:p>
        </p:txBody>
      </p:sp>
      <p:pic>
        <p:nvPicPr>
          <p:cNvPr id="8" name="Imagen 7">
            <a:extLst>
              <a:ext uri="{FF2B5EF4-FFF2-40B4-BE49-F238E27FC236}">
                <a16:creationId xmlns:a16="http://schemas.microsoft.com/office/drawing/2014/main" id="{0770C05B-CFA4-4E06-A495-4463381AAAE0}"/>
              </a:ext>
            </a:extLst>
          </p:cNvPr>
          <p:cNvPicPr>
            <a:picLocks noChangeAspect="1"/>
          </p:cNvPicPr>
          <p:nvPr/>
        </p:nvPicPr>
        <p:blipFill>
          <a:blip r:embed="rId2" cstate="print">
            <a:extLst>
              <a:ext uri="{28A0092B-C50C-407E-A947-70E740481C1C}">
                <a14:useLocalDpi xmlns:a14="http://schemas.microsoft.com/office/drawing/2010/main" val="0"/>
              </a:ext>
            </a:extLst>
          </a:blip>
          <a:stretch>
            <a:fillRect/>
          </a:stretch>
        </p:blipFill>
        <p:spPr>
          <a:xfrm>
            <a:off x="8810626" y="3800475"/>
            <a:ext cx="1857375" cy="2364829"/>
          </a:xfrm>
          <a:prstGeom prst="rect">
            <a:avLst/>
          </a:prstGeom>
        </p:spPr>
      </p:pic>
    </p:spTree>
    <p:extLst>
      <p:ext uri="{BB962C8B-B14F-4D97-AF65-F5344CB8AC3E}">
        <p14:creationId xmlns:p14="http://schemas.microsoft.com/office/powerpoint/2010/main" val="1928479099"/>
      </p:ext>
    </p:extLst>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sld>
</file>

<file path=ppt/slides/slide95.xml><?xml version="1.0" encoding="utf-8"?>
<p:sld xmlns:a="http://schemas.openxmlformats.org/drawingml/2006/main" xmlns:r="http://schemas.openxmlformats.org/officeDocument/2006/relationships" xmlns:p="http://schemas.openxmlformats.org/presentationml/2006/main" showMasterSp="0" show="0">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2CC3DEA-85EB-4715-A053-25856DB216FA}"/>
              </a:ext>
            </a:extLst>
          </p:cNvPr>
          <p:cNvSpPr>
            <a:spLocks noGrp="1"/>
          </p:cNvSpPr>
          <p:nvPr>
            <p:ph type="title" idx="4294967295"/>
          </p:nvPr>
        </p:nvSpPr>
        <p:spPr>
          <a:xfrm>
            <a:off x="2819400" y="230188"/>
            <a:ext cx="7848600" cy="755650"/>
          </a:xfrm>
        </p:spPr>
        <p:txBody>
          <a:bodyPr/>
          <a:lstStyle/>
          <a:p>
            <a:r>
              <a:rPr lang="es-ES"/>
              <a:t>LOS MISERICORDIOSOS</a:t>
            </a:r>
          </a:p>
        </p:txBody>
      </p:sp>
      <p:sp>
        <p:nvSpPr>
          <p:cNvPr id="3" name="Marcador de contenido 2">
            <a:extLst>
              <a:ext uri="{FF2B5EF4-FFF2-40B4-BE49-F238E27FC236}">
                <a16:creationId xmlns:a16="http://schemas.microsoft.com/office/drawing/2014/main" id="{AFD5076D-4329-4739-8E1B-A2FD55CE26DC}"/>
              </a:ext>
            </a:extLst>
          </p:cNvPr>
          <p:cNvSpPr>
            <a:spLocks noGrp="1"/>
          </p:cNvSpPr>
          <p:nvPr>
            <p:ph sz="half" idx="4294967295"/>
          </p:nvPr>
        </p:nvSpPr>
        <p:spPr>
          <a:xfrm>
            <a:off x="1524000" y="1316039"/>
            <a:ext cx="6364288" cy="5508625"/>
          </a:xfrm>
        </p:spPr>
        <p:txBody>
          <a:bodyPr>
            <a:normAutofit lnSpcReduction="10000"/>
          </a:bodyPr>
          <a:lstStyle/>
          <a:p>
            <a:pPr marL="0" indent="0">
              <a:buNone/>
            </a:pPr>
            <a:r>
              <a:rPr lang="es-ES"/>
              <a:t>Tengo miseria de no tener, soy miserable en la cumbre.</a:t>
            </a:r>
            <a:br>
              <a:rPr lang="es-ES"/>
            </a:br>
            <a:r>
              <a:rPr lang="es-ES"/>
              <a:t>Por querer ser quien no soy, no soy ni siquiera yo.</a:t>
            </a:r>
          </a:p>
          <a:p>
            <a:pPr marL="0" indent="0">
              <a:buNone/>
            </a:pPr>
            <a:r>
              <a:rPr lang="es-ES"/>
              <a:t>Mi vacío me hace comprender a quienes no me entienden </a:t>
            </a:r>
          </a:p>
          <a:p>
            <a:pPr marL="0" indent="0">
              <a:buNone/>
            </a:pPr>
            <a:r>
              <a:rPr lang="es-ES"/>
              <a:t>y a aquellos que me maltratan ¡Sé que yo no soy mejor!</a:t>
            </a:r>
          </a:p>
          <a:p>
            <a:pPr marL="0" indent="0">
              <a:buNone/>
            </a:pPr>
            <a:endParaRPr lang="es-ES"/>
          </a:p>
          <a:p>
            <a:pPr marL="0" indent="0">
              <a:buNone/>
            </a:pPr>
            <a:r>
              <a:rPr lang="es-ES" b="1"/>
              <a:t>Espero ser yo algún día, en mi miseria yo espero</a:t>
            </a:r>
            <a:br>
              <a:rPr lang="es-ES" b="1"/>
            </a:br>
            <a:r>
              <a:rPr lang="es-ES" b="1"/>
              <a:t>que algo nazca de mi nada, aunque sé que nada soy.</a:t>
            </a:r>
          </a:p>
          <a:p>
            <a:pPr marL="0" indent="0">
              <a:buNone/>
            </a:pPr>
            <a:r>
              <a:rPr lang="es-ES" b="1"/>
              <a:t>Alguien repite en mi mente que en mi miseria me ama, con misericordia me quiere</a:t>
            </a:r>
          </a:p>
          <a:p>
            <a:pPr marL="0" indent="0">
              <a:buNone/>
            </a:pPr>
            <a:r>
              <a:rPr lang="es-ES" b="1"/>
              <a:t>y ese alguien es mi Dios.</a:t>
            </a:r>
          </a:p>
          <a:p>
            <a:pPr marL="0" indent="0">
              <a:buNone/>
            </a:pPr>
            <a:endParaRPr lang="es-ES" b="1"/>
          </a:p>
          <a:p>
            <a:pPr marL="0" indent="0">
              <a:buNone/>
            </a:pPr>
            <a:r>
              <a:rPr lang="es-ES"/>
              <a:t>Si me sintiese herido o tratado con violencia,</a:t>
            </a:r>
            <a:br>
              <a:rPr lang="es-ES"/>
            </a:br>
            <a:r>
              <a:rPr lang="es-ES"/>
              <a:t>nunca quisiera sentirme lleno de odio y rencor.</a:t>
            </a:r>
          </a:p>
          <a:p>
            <a:pPr marL="0" indent="0">
              <a:buNone/>
            </a:pPr>
            <a:r>
              <a:rPr lang="es-ES"/>
              <a:t>Ha de llenarse mi alma de infinita misericordia.</a:t>
            </a:r>
            <a:br>
              <a:rPr lang="es-ES"/>
            </a:br>
            <a:r>
              <a:rPr lang="es-ES"/>
              <a:t>Hay alguien que me lo pide y ese alguien es mi Dios.</a:t>
            </a:r>
          </a:p>
          <a:p>
            <a:pPr marL="0" indent="0">
              <a:buNone/>
            </a:pPr>
            <a:endParaRPr lang="es-ES"/>
          </a:p>
          <a:p>
            <a:pPr marL="0" indent="0">
              <a:buNone/>
            </a:pPr>
            <a:endParaRPr lang="es-ES"/>
          </a:p>
          <a:p>
            <a:pPr marL="0" indent="0">
              <a:buNone/>
            </a:pPr>
            <a:endParaRPr lang="es-ES"/>
          </a:p>
          <a:p>
            <a:pPr marL="0" indent="0">
              <a:buNone/>
            </a:pPr>
            <a:endParaRPr lang="es-ES"/>
          </a:p>
          <a:p>
            <a:pPr marL="0" indent="0">
              <a:buNone/>
            </a:pPr>
            <a:endParaRPr lang="es-ES"/>
          </a:p>
          <a:p>
            <a:pPr marL="0" indent="0">
              <a:buNone/>
            </a:pPr>
            <a:endParaRPr lang="es-ES"/>
          </a:p>
          <a:p>
            <a:pPr marL="0" indent="0">
              <a:buNone/>
            </a:pPr>
            <a:endParaRPr lang="es-ES">
              <a:effectLst/>
            </a:endParaRPr>
          </a:p>
          <a:p>
            <a:pPr marL="0" indent="0">
              <a:buNone/>
            </a:pPr>
            <a:endParaRPr lang="es-ES"/>
          </a:p>
          <a:p>
            <a:pPr marL="0" indent="0">
              <a:buNone/>
            </a:pPr>
            <a:endParaRPr lang="es-ES"/>
          </a:p>
        </p:txBody>
      </p:sp>
      <p:pic>
        <p:nvPicPr>
          <p:cNvPr id="2050" name="Picture 2" descr="Resultado de imagen de FANO misericordiA">
            <a:extLst>
              <a:ext uri="{FF2B5EF4-FFF2-40B4-BE49-F238E27FC236}">
                <a16:creationId xmlns:a16="http://schemas.microsoft.com/office/drawing/2014/main" id="{CD65A4A0-8F94-4040-9EB9-5136D74EFA8C}"/>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8138330" y="1988840"/>
            <a:ext cx="2529671" cy="355340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563215823"/>
      </p:ext>
    </p:extLst>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sld>
</file>

<file path=ppt/slides/slide96.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227319C2-E0B1-FD35-679F-A83F237147F9}"/>
            </a:ext>
          </a:extLst>
        </p:cNvPr>
        <p:cNvGrpSpPr/>
        <p:nvPr/>
      </p:nvGrpSpPr>
      <p:grpSpPr>
        <a:xfrm>
          <a:off x="0" y="0"/>
          <a:ext cx="0" cy="0"/>
          <a:chOff x="0" y="0"/>
          <a:chExt cx="0" cy="0"/>
        </a:xfrm>
      </p:grpSpPr>
      <p:pic>
        <p:nvPicPr>
          <p:cNvPr id="9" name="Imagen 8" descr="Imagen de la pantalla de un video juego&#10;&#10;Descripción generada automáticamente con confianza media">
            <a:extLst>
              <a:ext uri="{FF2B5EF4-FFF2-40B4-BE49-F238E27FC236}">
                <a16:creationId xmlns:a16="http://schemas.microsoft.com/office/drawing/2014/main" id="{FB938B27-1746-D078-1C96-AEC5D6360971}"/>
              </a:ext>
            </a:extLst>
          </p:cNvPr>
          <p:cNvPicPr>
            <a:picLocks noChangeAspect="1"/>
          </p:cNvPicPr>
          <p:nvPr/>
        </p:nvPicPr>
        <p:blipFill rotWithShape="1">
          <a:blip r:embed="rId2"/>
          <a:srcRect l="26283" t="-1" r="26846" b="3309"/>
          <a:stretch/>
        </p:blipFill>
        <p:spPr>
          <a:xfrm>
            <a:off x="5012891" y="0"/>
            <a:ext cx="8634855" cy="6858000"/>
          </a:xfrm>
          <a:prstGeom prst="rect">
            <a:avLst/>
          </a:prstGeom>
        </p:spPr>
      </p:pic>
      <p:sp>
        <p:nvSpPr>
          <p:cNvPr id="12" name="Llamada de nube 11">
            <a:extLst>
              <a:ext uri="{FF2B5EF4-FFF2-40B4-BE49-F238E27FC236}">
                <a16:creationId xmlns:a16="http://schemas.microsoft.com/office/drawing/2014/main" id="{41E19DE2-C704-4317-5623-7BAC078C1AA5}"/>
              </a:ext>
            </a:extLst>
          </p:cNvPr>
          <p:cNvSpPr/>
          <p:nvPr/>
        </p:nvSpPr>
        <p:spPr>
          <a:xfrm>
            <a:off x="3088371" y="0"/>
            <a:ext cx="3423754" cy="6858000"/>
          </a:xfrm>
          <a:prstGeom prst="cloudCallou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3" name="Imagen 2" descr="Un dibujo de un perro&#10;&#10;Descripción generada automáticamente con confianza media">
            <a:extLst>
              <a:ext uri="{FF2B5EF4-FFF2-40B4-BE49-F238E27FC236}">
                <a16:creationId xmlns:a16="http://schemas.microsoft.com/office/drawing/2014/main" id="{70FB1043-C9B4-CE8E-2055-702EC7EA89E7}"/>
              </a:ext>
            </a:extLst>
          </p:cNvPr>
          <p:cNvPicPr>
            <a:picLocks noChangeAspect="1"/>
          </p:cNvPicPr>
          <p:nvPr/>
        </p:nvPicPr>
        <p:blipFill>
          <a:blip r:embed="rId3">
            <a:clrChange>
              <a:clrFrom>
                <a:srgbClr val="FFFFFF"/>
              </a:clrFrom>
              <a:clrTo>
                <a:srgbClr val="FFFFFF">
                  <a:alpha val="0"/>
                </a:srgbClr>
              </a:clrTo>
            </a:clrChange>
          </a:blip>
          <a:stretch>
            <a:fillRect/>
          </a:stretch>
        </p:blipFill>
        <p:spPr>
          <a:xfrm>
            <a:off x="3089" y="2356243"/>
            <a:ext cx="6232014" cy="2782120"/>
          </a:xfrm>
          <a:prstGeom prst="rect">
            <a:avLst/>
          </a:prstGeom>
        </p:spPr>
      </p:pic>
      <p:pic>
        <p:nvPicPr>
          <p:cNvPr id="2" name="Imagen 1" descr="Imagen que contiene Escala de tiempo&#10;&#10;El contenido generado por IA puede ser incorrecto.">
            <a:extLst>
              <a:ext uri="{FF2B5EF4-FFF2-40B4-BE49-F238E27FC236}">
                <a16:creationId xmlns:a16="http://schemas.microsoft.com/office/drawing/2014/main" id="{4F69B35C-3689-B9D2-A013-78F7F3AA9FFB}"/>
              </a:ext>
            </a:extLst>
          </p:cNvPr>
          <p:cNvPicPr>
            <a:picLocks noChangeAspect="1"/>
          </p:cNvPicPr>
          <p:nvPr/>
        </p:nvPicPr>
        <p:blipFill>
          <a:blip r:embed="rId4"/>
          <a:stretch>
            <a:fillRect/>
          </a:stretch>
        </p:blipFill>
        <p:spPr>
          <a:xfrm>
            <a:off x="169297" y="598240"/>
            <a:ext cx="1541821" cy="1487436"/>
          </a:xfrm>
          <a:prstGeom prst="rect">
            <a:avLst/>
          </a:prstGeom>
        </p:spPr>
      </p:pic>
      <p:grpSp>
        <p:nvGrpSpPr>
          <p:cNvPr id="10" name="Grupo 9">
            <a:extLst>
              <a:ext uri="{FF2B5EF4-FFF2-40B4-BE49-F238E27FC236}">
                <a16:creationId xmlns:a16="http://schemas.microsoft.com/office/drawing/2014/main" id="{A798748A-B789-D89E-8F0C-5455B350AA73}"/>
              </a:ext>
            </a:extLst>
          </p:cNvPr>
          <p:cNvGrpSpPr/>
          <p:nvPr/>
        </p:nvGrpSpPr>
        <p:grpSpPr>
          <a:xfrm>
            <a:off x="1057" y="-4361"/>
            <a:ext cx="12190282" cy="517822"/>
            <a:chOff x="1057" y="-4361"/>
            <a:chExt cx="12503431" cy="517822"/>
          </a:xfrm>
        </p:grpSpPr>
        <p:sp>
          <p:nvSpPr>
            <p:cNvPr id="5" name="Rectángulo 4">
              <a:extLst>
                <a:ext uri="{FF2B5EF4-FFF2-40B4-BE49-F238E27FC236}">
                  <a16:creationId xmlns:a16="http://schemas.microsoft.com/office/drawing/2014/main" id="{A72B9B64-E5D3-4166-FDCF-0B7ECBA6C376}"/>
                </a:ext>
              </a:extLst>
            </p:cNvPr>
            <p:cNvSpPr/>
            <p:nvPr/>
          </p:nvSpPr>
          <p:spPr>
            <a:xfrm>
              <a:off x="9372455" y="-4360"/>
              <a:ext cx="3132033" cy="517821"/>
            </a:xfrm>
            <a:prstGeom prst="rect">
              <a:avLst/>
            </a:prstGeom>
            <a:solidFill>
              <a:schemeClr val="accent1"/>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800" b="1">
                  <a:solidFill>
                    <a:srgbClr val="000000"/>
                  </a:solidFill>
                  <a:ea typeface="Calibri"/>
                  <a:cs typeface="Calibri"/>
                </a:rPr>
                <a:t>Rito de Conclusión</a:t>
              </a:r>
              <a:endParaRPr lang="es-ES" sz="2800">
                <a:solidFill>
                  <a:srgbClr val="000000"/>
                </a:solidFill>
                <a:ea typeface="Calibri"/>
                <a:cs typeface="Calibri"/>
              </a:endParaRPr>
            </a:p>
          </p:txBody>
        </p:sp>
        <p:sp>
          <p:nvSpPr>
            <p:cNvPr id="6" name="Rectángulo 5">
              <a:extLst>
                <a:ext uri="{FF2B5EF4-FFF2-40B4-BE49-F238E27FC236}">
                  <a16:creationId xmlns:a16="http://schemas.microsoft.com/office/drawing/2014/main" id="{3B242196-C6B4-B609-30E4-8083360437C0}"/>
                </a:ext>
              </a:extLst>
            </p:cNvPr>
            <p:cNvSpPr/>
            <p:nvPr/>
          </p:nvSpPr>
          <p:spPr>
            <a:xfrm>
              <a:off x="1057" y="-4361"/>
              <a:ext cx="3121596" cy="390807"/>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rgbClr val="7F7F7F"/>
                  </a:solidFill>
                  <a:ea typeface="Calibri"/>
                  <a:cs typeface="Calibri"/>
                </a:rPr>
                <a:t>Ritos Iniciales</a:t>
              </a:r>
              <a:endParaRPr lang="es-ES" sz="2400">
                <a:solidFill>
                  <a:srgbClr val="7F7F7F"/>
                </a:solidFill>
                <a:ea typeface="Calibri"/>
                <a:cs typeface="Calibri"/>
              </a:endParaRPr>
            </a:p>
          </p:txBody>
        </p:sp>
        <p:sp>
          <p:nvSpPr>
            <p:cNvPr id="7" name="Rectángulo 6">
              <a:extLst>
                <a:ext uri="{FF2B5EF4-FFF2-40B4-BE49-F238E27FC236}">
                  <a16:creationId xmlns:a16="http://schemas.microsoft.com/office/drawing/2014/main" id="{8C0E058D-4FB5-1891-1F76-1EFF2FCAF55F}"/>
                </a:ext>
              </a:extLst>
            </p:cNvPr>
            <p:cNvSpPr/>
            <p:nvPr/>
          </p:nvSpPr>
          <p:spPr>
            <a:xfrm>
              <a:off x="3122126" y="-4360"/>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rgbClr val="7F7F7F"/>
                  </a:solidFill>
                  <a:ea typeface="Calibri"/>
                  <a:cs typeface="Calibri"/>
                </a:rPr>
                <a:t>Liturgia de la Palabra</a:t>
              </a:r>
              <a:endParaRPr lang="es-ES" sz="2400">
                <a:solidFill>
                  <a:srgbClr val="7F7F7F"/>
                </a:solidFill>
                <a:ea typeface="Calibri"/>
                <a:cs typeface="Calibri"/>
              </a:endParaRPr>
            </a:p>
          </p:txBody>
        </p:sp>
        <p:sp>
          <p:nvSpPr>
            <p:cNvPr id="8" name="Rectángulo 7">
              <a:extLst>
                <a:ext uri="{FF2B5EF4-FFF2-40B4-BE49-F238E27FC236}">
                  <a16:creationId xmlns:a16="http://schemas.microsoft.com/office/drawing/2014/main" id="{C21425E0-061C-07B3-A7D9-963506A8180A}"/>
                </a:ext>
              </a:extLst>
            </p:cNvPr>
            <p:cNvSpPr/>
            <p:nvPr/>
          </p:nvSpPr>
          <p:spPr>
            <a:xfrm>
              <a:off x="6247290" y="-4361"/>
              <a:ext cx="3132033" cy="390808"/>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Liturgia</a:t>
              </a:r>
              <a:r>
                <a:rPr lang="es-ES" sz="2400" b="1">
                  <a:solidFill>
                    <a:srgbClr val="000000"/>
                  </a:solidFill>
                  <a:ea typeface="Calibri"/>
                  <a:cs typeface="Calibri"/>
                </a:rPr>
                <a:t> </a:t>
              </a:r>
              <a:r>
                <a:rPr lang="es-ES" sz="2400" b="1">
                  <a:solidFill>
                    <a:schemeClr val="tx1">
                      <a:lumMod val="49000"/>
                      <a:lumOff val="51000"/>
                    </a:schemeClr>
                  </a:solidFill>
                  <a:ea typeface="Calibri"/>
                  <a:cs typeface="Calibri"/>
                </a:rPr>
                <a:t>Eucarística</a:t>
              </a:r>
              <a:endParaRPr lang="es-ES" sz="2400">
                <a:solidFill>
                  <a:schemeClr val="tx1">
                    <a:lumMod val="49000"/>
                    <a:lumOff val="51000"/>
                  </a:schemeClr>
                </a:solidFill>
                <a:ea typeface="Calibri"/>
                <a:cs typeface="Calibri"/>
              </a:endParaRPr>
            </a:p>
          </p:txBody>
        </p:sp>
      </p:grpSp>
    </p:spTree>
    <p:extLst>
      <p:ext uri="{BB962C8B-B14F-4D97-AF65-F5344CB8AC3E}">
        <p14:creationId xmlns:p14="http://schemas.microsoft.com/office/powerpoint/2010/main" val="1420663664"/>
      </p:ext>
    </p:extLst>
  </p:cSld>
  <p:clrMapOvr>
    <a:masterClrMapping/>
  </p:clrMapOvr>
</p:sld>
</file>

<file path=ppt/slides/slide97.xml><?xml version="1.0" encoding="utf-8"?>
<p:sld xmlns:a="http://schemas.openxmlformats.org/drawingml/2006/main" xmlns:r="http://schemas.openxmlformats.org/officeDocument/2006/relationships" xmlns:p="http://schemas.openxmlformats.org/presentationml/2006/main" show="0">
  <p:cSld>
    <p:spTree>
      <p:nvGrpSpPr>
        <p:cNvPr id="1" name="">
          <a:extLst>
            <a:ext uri="{FF2B5EF4-FFF2-40B4-BE49-F238E27FC236}">
              <a16:creationId xmlns:a16="http://schemas.microsoft.com/office/drawing/2014/main" id="{431F49B8-D93D-5B6A-33C4-276C92F8871F}"/>
            </a:ext>
          </a:extLst>
        </p:cNvPr>
        <p:cNvGrpSpPr/>
        <p:nvPr/>
      </p:nvGrpSpPr>
      <p:grpSpPr>
        <a:xfrm>
          <a:off x="0" y="0"/>
          <a:ext cx="0" cy="0"/>
          <a:chOff x="0" y="0"/>
          <a:chExt cx="0" cy="0"/>
        </a:xfrm>
      </p:grpSpPr>
      <p:sp>
        <p:nvSpPr>
          <p:cNvPr id="12" name="Llamada de nube 11">
            <a:extLst>
              <a:ext uri="{FF2B5EF4-FFF2-40B4-BE49-F238E27FC236}">
                <a16:creationId xmlns:a16="http://schemas.microsoft.com/office/drawing/2014/main" id="{8012A743-9D68-6E52-F930-74AF4B3731C3}"/>
              </a:ext>
            </a:extLst>
          </p:cNvPr>
          <p:cNvSpPr/>
          <p:nvPr/>
        </p:nvSpPr>
        <p:spPr>
          <a:xfrm>
            <a:off x="3088371" y="0"/>
            <a:ext cx="3423754" cy="6858000"/>
          </a:xfrm>
          <a:prstGeom prst="cloudCallou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grpSp>
        <p:nvGrpSpPr>
          <p:cNvPr id="10" name="Grupo 9">
            <a:extLst>
              <a:ext uri="{FF2B5EF4-FFF2-40B4-BE49-F238E27FC236}">
                <a16:creationId xmlns:a16="http://schemas.microsoft.com/office/drawing/2014/main" id="{1B596DF5-0D7A-CEAE-A2CE-BFEB438F50F8}"/>
              </a:ext>
            </a:extLst>
          </p:cNvPr>
          <p:cNvGrpSpPr/>
          <p:nvPr/>
        </p:nvGrpSpPr>
        <p:grpSpPr>
          <a:xfrm>
            <a:off x="1057" y="-4361"/>
            <a:ext cx="12190282" cy="517822"/>
            <a:chOff x="1057" y="-4361"/>
            <a:chExt cx="12503431" cy="517822"/>
          </a:xfrm>
        </p:grpSpPr>
        <p:sp>
          <p:nvSpPr>
            <p:cNvPr id="5" name="Rectángulo 4">
              <a:extLst>
                <a:ext uri="{FF2B5EF4-FFF2-40B4-BE49-F238E27FC236}">
                  <a16:creationId xmlns:a16="http://schemas.microsoft.com/office/drawing/2014/main" id="{CE0C21C1-235B-6B4A-FACA-519C266CF7FF}"/>
                </a:ext>
              </a:extLst>
            </p:cNvPr>
            <p:cNvSpPr/>
            <p:nvPr/>
          </p:nvSpPr>
          <p:spPr>
            <a:xfrm>
              <a:off x="9372455" y="-4360"/>
              <a:ext cx="3132033" cy="517821"/>
            </a:xfrm>
            <a:prstGeom prst="rect">
              <a:avLst/>
            </a:prstGeom>
            <a:solidFill>
              <a:schemeClr val="accent1"/>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800" b="1">
                  <a:solidFill>
                    <a:srgbClr val="000000"/>
                  </a:solidFill>
                  <a:ea typeface="Calibri"/>
                  <a:cs typeface="Calibri"/>
                </a:rPr>
                <a:t>Rito de Conclusión</a:t>
              </a:r>
              <a:endParaRPr lang="es-ES" sz="2800">
                <a:solidFill>
                  <a:srgbClr val="000000"/>
                </a:solidFill>
                <a:ea typeface="Calibri"/>
                <a:cs typeface="Calibri"/>
              </a:endParaRPr>
            </a:p>
          </p:txBody>
        </p:sp>
        <p:sp>
          <p:nvSpPr>
            <p:cNvPr id="6" name="Rectángulo 5">
              <a:extLst>
                <a:ext uri="{FF2B5EF4-FFF2-40B4-BE49-F238E27FC236}">
                  <a16:creationId xmlns:a16="http://schemas.microsoft.com/office/drawing/2014/main" id="{24CF5979-9AB2-7A16-8CD1-6E7CE4C9C3C4}"/>
                </a:ext>
              </a:extLst>
            </p:cNvPr>
            <p:cNvSpPr/>
            <p:nvPr/>
          </p:nvSpPr>
          <p:spPr>
            <a:xfrm>
              <a:off x="1057" y="-4361"/>
              <a:ext cx="3121596" cy="390807"/>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rgbClr val="7F7F7F"/>
                  </a:solidFill>
                  <a:ea typeface="Calibri"/>
                  <a:cs typeface="Calibri"/>
                </a:rPr>
                <a:t>Ritos Iniciales</a:t>
              </a:r>
              <a:endParaRPr lang="es-ES" sz="2400">
                <a:solidFill>
                  <a:srgbClr val="7F7F7F"/>
                </a:solidFill>
                <a:ea typeface="Calibri"/>
                <a:cs typeface="Calibri"/>
              </a:endParaRPr>
            </a:p>
          </p:txBody>
        </p:sp>
        <p:sp>
          <p:nvSpPr>
            <p:cNvPr id="7" name="Rectángulo 6">
              <a:extLst>
                <a:ext uri="{FF2B5EF4-FFF2-40B4-BE49-F238E27FC236}">
                  <a16:creationId xmlns:a16="http://schemas.microsoft.com/office/drawing/2014/main" id="{5439C3B3-C0FB-2A5C-0805-161AB64E4988}"/>
                </a:ext>
              </a:extLst>
            </p:cNvPr>
            <p:cNvSpPr/>
            <p:nvPr/>
          </p:nvSpPr>
          <p:spPr>
            <a:xfrm>
              <a:off x="3122126" y="-4360"/>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rgbClr val="7F7F7F"/>
                  </a:solidFill>
                  <a:ea typeface="Calibri"/>
                  <a:cs typeface="Calibri"/>
                </a:rPr>
                <a:t>Liturgia de la Palabra</a:t>
              </a:r>
              <a:endParaRPr lang="es-ES" sz="2400">
                <a:solidFill>
                  <a:srgbClr val="7F7F7F"/>
                </a:solidFill>
                <a:ea typeface="Calibri"/>
                <a:cs typeface="Calibri"/>
              </a:endParaRPr>
            </a:p>
          </p:txBody>
        </p:sp>
        <p:sp>
          <p:nvSpPr>
            <p:cNvPr id="8" name="Rectángulo 7">
              <a:extLst>
                <a:ext uri="{FF2B5EF4-FFF2-40B4-BE49-F238E27FC236}">
                  <a16:creationId xmlns:a16="http://schemas.microsoft.com/office/drawing/2014/main" id="{7876521A-C46D-578A-0B79-32FD142F98B5}"/>
                </a:ext>
              </a:extLst>
            </p:cNvPr>
            <p:cNvSpPr/>
            <p:nvPr/>
          </p:nvSpPr>
          <p:spPr>
            <a:xfrm>
              <a:off x="6247290" y="-4361"/>
              <a:ext cx="3132033" cy="390808"/>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Liturgia</a:t>
              </a:r>
              <a:r>
                <a:rPr lang="es-ES" sz="2400" b="1">
                  <a:solidFill>
                    <a:srgbClr val="000000"/>
                  </a:solidFill>
                  <a:ea typeface="Calibri"/>
                  <a:cs typeface="Calibri"/>
                </a:rPr>
                <a:t> </a:t>
              </a:r>
              <a:r>
                <a:rPr lang="es-ES" sz="2400" b="1">
                  <a:solidFill>
                    <a:schemeClr val="tx1">
                      <a:lumMod val="49000"/>
                      <a:lumOff val="51000"/>
                    </a:schemeClr>
                  </a:solidFill>
                  <a:ea typeface="Calibri"/>
                  <a:cs typeface="Calibri"/>
                </a:rPr>
                <a:t>Eucarística</a:t>
              </a:r>
              <a:endParaRPr lang="es-ES" sz="2400">
                <a:solidFill>
                  <a:schemeClr val="tx1">
                    <a:lumMod val="49000"/>
                    <a:lumOff val="51000"/>
                  </a:schemeClr>
                </a:solidFill>
                <a:ea typeface="Calibri"/>
                <a:cs typeface="Calibri"/>
              </a:endParaRPr>
            </a:p>
          </p:txBody>
        </p:sp>
      </p:grpSp>
      <p:sp>
        <p:nvSpPr>
          <p:cNvPr id="11" name="Google Shape;498;p13">
            <a:extLst>
              <a:ext uri="{FF2B5EF4-FFF2-40B4-BE49-F238E27FC236}">
                <a16:creationId xmlns:a16="http://schemas.microsoft.com/office/drawing/2014/main" id="{82B06B78-C2E9-803A-3174-DDCF3D9A458B}"/>
              </a:ext>
            </a:extLst>
          </p:cNvPr>
          <p:cNvSpPr txBox="1"/>
          <p:nvPr/>
        </p:nvSpPr>
        <p:spPr>
          <a:xfrm>
            <a:off x="566414" y="711588"/>
            <a:ext cx="11051498" cy="5946623"/>
          </a:xfrm>
          <a:prstGeom prst="rect">
            <a:avLst/>
          </a:prstGeom>
        </p:spPr>
        <p:txBody>
          <a:bodyPr vert="horz" lIns="91440" tIns="45720" rIns="91440" bIns="45720" numCol="2" rtlCol="0" anchor="t">
            <a:noAutofit/>
          </a:bodyPr>
          <a:lstStyle/>
          <a:p>
            <a:pPr marL="228600" indent="-228600" defTabSz="914400">
              <a:lnSpc>
                <a:spcPct val="90000"/>
              </a:lnSpc>
              <a:spcBef>
                <a:spcPts val="1000"/>
              </a:spcBef>
            </a:pPr>
            <a:r>
              <a:rPr lang="es-ES" sz="3600" b="1">
                <a:sym typeface="Calibri"/>
              </a:rPr>
              <a:t>Acciones de gracias</a:t>
            </a:r>
            <a:endParaRPr lang="es-ES" sz="3600" b="1"/>
          </a:p>
          <a:p>
            <a:pPr marL="228600" indent="-228600" defTabSz="914400">
              <a:lnSpc>
                <a:spcPct val="90000"/>
              </a:lnSpc>
              <a:spcBef>
                <a:spcPts val="1000"/>
              </a:spcBef>
              <a:buFont typeface="Arial"/>
              <a:buChar char="•"/>
            </a:pPr>
            <a:r>
              <a:rPr lang="es-ES" sz="2400" b="1">
                <a:sym typeface="Calibri"/>
              </a:rPr>
              <a:t>Damos gracias a Dios por el testimonio de San José de Calasanz, por su entrega a los niños y jóvenes, y por seguir inspirándonos a educar con amor, paciencia y compromiso.</a:t>
            </a:r>
            <a:endParaRPr sz="2400" b="1">
              <a:ea typeface="Calibri"/>
              <a:cs typeface="Calibri"/>
            </a:endParaRPr>
          </a:p>
          <a:p>
            <a:pPr marL="228600" indent="-228600" defTabSz="914400">
              <a:lnSpc>
                <a:spcPct val="90000"/>
              </a:lnSpc>
              <a:spcBef>
                <a:spcPts val="1000"/>
              </a:spcBef>
              <a:buFont typeface="Arial"/>
              <a:buChar char="•"/>
            </a:pPr>
            <a:r>
              <a:rPr lang="es-ES" sz="2400" b="1">
                <a:sym typeface="Calibri"/>
              </a:rPr>
              <a:t>Damos gracias a Dios por nuestra comunidad, por todos los que hoy nos reunimos en esta celebración y por la fe que nos une.</a:t>
            </a:r>
            <a:endParaRPr sz="2400" b="1">
              <a:ea typeface="Calibri"/>
              <a:cs typeface="Calibri"/>
            </a:endParaRPr>
          </a:p>
          <a:p>
            <a:pPr marL="228600" indent="-228600" defTabSz="914400">
              <a:lnSpc>
                <a:spcPct val="90000"/>
              </a:lnSpc>
              <a:spcBef>
                <a:spcPts val="1000"/>
              </a:spcBef>
              <a:buFont typeface="Arial"/>
              <a:buChar char="•"/>
            </a:pPr>
            <a:r>
              <a:rPr lang="es-ES" sz="2400" b="1"/>
              <a:t>Damos gracias a Dios por la vida</a:t>
            </a:r>
            <a:r>
              <a:rPr lang="es-ES" sz="2400" b="1">
                <a:sym typeface="Calibri"/>
              </a:rPr>
              <a:t>, por nuestras familias y por todas las bendiciones que recibimos cada día, que nos animan a seguir caminando con esperanza.</a:t>
            </a:r>
            <a:endParaRPr lang="es-ES" sz="2400" b="1"/>
          </a:p>
          <a:p>
            <a:pPr marL="228600" indent="-228600" defTabSz="914400">
              <a:lnSpc>
                <a:spcPct val="90000"/>
              </a:lnSpc>
              <a:spcBef>
                <a:spcPts val="1000"/>
              </a:spcBef>
            </a:pPr>
            <a:endParaRPr lang="es-ES" sz="2800" b="1">
              <a:ea typeface="Calibri"/>
              <a:cs typeface="Calibri"/>
            </a:endParaRPr>
          </a:p>
        </p:txBody>
      </p:sp>
      <p:pic>
        <p:nvPicPr>
          <p:cNvPr id="14" name="Picture 2" descr="Resultado de imagen de FANO misericordiA">
            <a:extLst>
              <a:ext uri="{FF2B5EF4-FFF2-40B4-BE49-F238E27FC236}">
                <a16:creationId xmlns:a16="http://schemas.microsoft.com/office/drawing/2014/main" id="{ECCB8F8D-AAAD-92D4-C609-883D0400B722}"/>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261312" y="809897"/>
            <a:ext cx="3694236" cy="523555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608445177"/>
      </p:ext>
    </p:extLst>
  </p:cSld>
  <p:clrMapOvr>
    <a:masterClrMapping/>
  </p:clrMapOvr>
</p:sld>
</file>

<file path=ppt/slides/slide9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632826-2907-0573-F38E-A52366834530}"/>
            </a:ext>
          </a:extLst>
        </p:cNvPr>
        <p:cNvGrpSpPr/>
        <p:nvPr/>
      </p:nvGrpSpPr>
      <p:grpSpPr>
        <a:xfrm>
          <a:off x="0" y="0"/>
          <a:ext cx="0" cy="0"/>
          <a:chOff x="0" y="0"/>
          <a:chExt cx="0" cy="0"/>
        </a:xfrm>
      </p:grpSpPr>
      <p:pic>
        <p:nvPicPr>
          <p:cNvPr id="9" name="Imagen 8" descr="Imagen de la pantalla de un video juego&#10;&#10;Descripción generada automáticamente con confianza media">
            <a:extLst>
              <a:ext uri="{FF2B5EF4-FFF2-40B4-BE49-F238E27FC236}">
                <a16:creationId xmlns:a16="http://schemas.microsoft.com/office/drawing/2014/main" id="{61EA16BF-D14E-3125-2E5D-35B74547122B}"/>
              </a:ext>
            </a:extLst>
          </p:cNvPr>
          <p:cNvPicPr>
            <a:picLocks noChangeAspect="1"/>
          </p:cNvPicPr>
          <p:nvPr/>
        </p:nvPicPr>
        <p:blipFill rotWithShape="1">
          <a:blip r:embed="rId2"/>
          <a:srcRect l="26283" t="-1" r="26846" b="3309"/>
          <a:stretch/>
        </p:blipFill>
        <p:spPr>
          <a:xfrm>
            <a:off x="5012891" y="0"/>
            <a:ext cx="8634855" cy="6858000"/>
          </a:xfrm>
          <a:prstGeom prst="rect">
            <a:avLst/>
          </a:prstGeom>
        </p:spPr>
      </p:pic>
      <p:sp>
        <p:nvSpPr>
          <p:cNvPr id="12" name="Llamada de nube 11">
            <a:extLst>
              <a:ext uri="{FF2B5EF4-FFF2-40B4-BE49-F238E27FC236}">
                <a16:creationId xmlns:a16="http://schemas.microsoft.com/office/drawing/2014/main" id="{65C6C2E8-174E-34B5-5EE1-0DBB266EA5B0}"/>
              </a:ext>
            </a:extLst>
          </p:cNvPr>
          <p:cNvSpPr/>
          <p:nvPr/>
        </p:nvSpPr>
        <p:spPr>
          <a:xfrm>
            <a:off x="3088371" y="0"/>
            <a:ext cx="3423754" cy="6858000"/>
          </a:xfrm>
          <a:prstGeom prst="cloudCallou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3" name="Imagen 2" descr="Un dibujo de un perro&#10;&#10;Descripción generada automáticamente con confianza media">
            <a:extLst>
              <a:ext uri="{FF2B5EF4-FFF2-40B4-BE49-F238E27FC236}">
                <a16:creationId xmlns:a16="http://schemas.microsoft.com/office/drawing/2014/main" id="{4E0EC4A8-6C18-9020-0434-9FA8C753C57A}"/>
              </a:ext>
            </a:extLst>
          </p:cNvPr>
          <p:cNvPicPr>
            <a:picLocks noChangeAspect="1"/>
          </p:cNvPicPr>
          <p:nvPr/>
        </p:nvPicPr>
        <p:blipFill>
          <a:blip r:embed="rId3">
            <a:clrChange>
              <a:clrFrom>
                <a:srgbClr val="FFFFFF"/>
              </a:clrFrom>
              <a:clrTo>
                <a:srgbClr val="FFFFFF">
                  <a:alpha val="0"/>
                </a:srgbClr>
              </a:clrTo>
            </a:clrChange>
          </a:blip>
          <a:stretch>
            <a:fillRect/>
          </a:stretch>
        </p:blipFill>
        <p:spPr>
          <a:xfrm>
            <a:off x="3089" y="2356243"/>
            <a:ext cx="6232014" cy="2782120"/>
          </a:xfrm>
          <a:prstGeom prst="rect">
            <a:avLst/>
          </a:prstGeom>
        </p:spPr>
      </p:pic>
      <p:pic>
        <p:nvPicPr>
          <p:cNvPr id="2" name="Imagen 1" descr="Imagen que contiene Escala de tiempo&#10;&#10;El contenido generado por IA puede ser incorrecto.">
            <a:extLst>
              <a:ext uri="{FF2B5EF4-FFF2-40B4-BE49-F238E27FC236}">
                <a16:creationId xmlns:a16="http://schemas.microsoft.com/office/drawing/2014/main" id="{79C2B842-72B6-1C7D-B709-1985503B7597}"/>
              </a:ext>
            </a:extLst>
          </p:cNvPr>
          <p:cNvPicPr>
            <a:picLocks noChangeAspect="1"/>
          </p:cNvPicPr>
          <p:nvPr/>
        </p:nvPicPr>
        <p:blipFill>
          <a:blip r:embed="rId4"/>
          <a:stretch>
            <a:fillRect/>
          </a:stretch>
        </p:blipFill>
        <p:spPr>
          <a:xfrm>
            <a:off x="169297" y="598240"/>
            <a:ext cx="1541821" cy="1487436"/>
          </a:xfrm>
          <a:prstGeom prst="rect">
            <a:avLst/>
          </a:prstGeom>
        </p:spPr>
      </p:pic>
      <p:grpSp>
        <p:nvGrpSpPr>
          <p:cNvPr id="10" name="Grupo 9">
            <a:extLst>
              <a:ext uri="{FF2B5EF4-FFF2-40B4-BE49-F238E27FC236}">
                <a16:creationId xmlns:a16="http://schemas.microsoft.com/office/drawing/2014/main" id="{4C752C91-281D-0698-615D-F90644F4B953}"/>
              </a:ext>
            </a:extLst>
          </p:cNvPr>
          <p:cNvGrpSpPr/>
          <p:nvPr/>
        </p:nvGrpSpPr>
        <p:grpSpPr>
          <a:xfrm>
            <a:off x="1057" y="-4361"/>
            <a:ext cx="12190282" cy="517822"/>
            <a:chOff x="1057" y="-4361"/>
            <a:chExt cx="12503431" cy="517822"/>
          </a:xfrm>
        </p:grpSpPr>
        <p:sp>
          <p:nvSpPr>
            <p:cNvPr id="5" name="Rectángulo 4">
              <a:extLst>
                <a:ext uri="{FF2B5EF4-FFF2-40B4-BE49-F238E27FC236}">
                  <a16:creationId xmlns:a16="http://schemas.microsoft.com/office/drawing/2014/main" id="{4FEAC734-547A-57DE-A0C8-F26EEFE42A45}"/>
                </a:ext>
              </a:extLst>
            </p:cNvPr>
            <p:cNvSpPr/>
            <p:nvPr/>
          </p:nvSpPr>
          <p:spPr>
            <a:xfrm>
              <a:off x="9372455" y="-4360"/>
              <a:ext cx="3132033" cy="517821"/>
            </a:xfrm>
            <a:prstGeom prst="rect">
              <a:avLst/>
            </a:prstGeom>
            <a:solidFill>
              <a:schemeClr val="accent1"/>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800" b="1">
                  <a:solidFill>
                    <a:srgbClr val="000000"/>
                  </a:solidFill>
                  <a:ea typeface="Calibri"/>
                  <a:cs typeface="Calibri"/>
                </a:rPr>
                <a:t>Rito de Conclusión</a:t>
              </a:r>
              <a:endParaRPr lang="es-ES" sz="2800">
                <a:solidFill>
                  <a:srgbClr val="000000"/>
                </a:solidFill>
                <a:ea typeface="Calibri"/>
                <a:cs typeface="Calibri"/>
              </a:endParaRPr>
            </a:p>
          </p:txBody>
        </p:sp>
        <p:sp>
          <p:nvSpPr>
            <p:cNvPr id="6" name="Rectángulo 5">
              <a:extLst>
                <a:ext uri="{FF2B5EF4-FFF2-40B4-BE49-F238E27FC236}">
                  <a16:creationId xmlns:a16="http://schemas.microsoft.com/office/drawing/2014/main" id="{A4A3748B-EFC5-18D3-FF2D-B6ED6DC30FEF}"/>
                </a:ext>
              </a:extLst>
            </p:cNvPr>
            <p:cNvSpPr/>
            <p:nvPr/>
          </p:nvSpPr>
          <p:spPr>
            <a:xfrm>
              <a:off x="1057" y="-4361"/>
              <a:ext cx="3121596" cy="390807"/>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rgbClr val="7F7F7F"/>
                  </a:solidFill>
                  <a:ea typeface="Calibri"/>
                  <a:cs typeface="Calibri"/>
                </a:rPr>
                <a:t>Ritos Iniciales</a:t>
              </a:r>
              <a:endParaRPr lang="es-ES" sz="2400">
                <a:solidFill>
                  <a:srgbClr val="7F7F7F"/>
                </a:solidFill>
                <a:ea typeface="Calibri"/>
                <a:cs typeface="Calibri"/>
              </a:endParaRPr>
            </a:p>
          </p:txBody>
        </p:sp>
        <p:sp>
          <p:nvSpPr>
            <p:cNvPr id="7" name="Rectángulo 6">
              <a:extLst>
                <a:ext uri="{FF2B5EF4-FFF2-40B4-BE49-F238E27FC236}">
                  <a16:creationId xmlns:a16="http://schemas.microsoft.com/office/drawing/2014/main" id="{211422F5-556F-07E9-97B0-C3D101823261}"/>
                </a:ext>
              </a:extLst>
            </p:cNvPr>
            <p:cNvSpPr/>
            <p:nvPr/>
          </p:nvSpPr>
          <p:spPr>
            <a:xfrm>
              <a:off x="3122126" y="-4360"/>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rgbClr val="7F7F7F"/>
                  </a:solidFill>
                  <a:ea typeface="Calibri"/>
                  <a:cs typeface="Calibri"/>
                </a:rPr>
                <a:t>Liturgia de la Palabra</a:t>
              </a:r>
              <a:endParaRPr lang="es-ES" sz="2400">
                <a:solidFill>
                  <a:srgbClr val="7F7F7F"/>
                </a:solidFill>
                <a:ea typeface="Calibri"/>
                <a:cs typeface="Calibri"/>
              </a:endParaRPr>
            </a:p>
          </p:txBody>
        </p:sp>
        <p:sp>
          <p:nvSpPr>
            <p:cNvPr id="8" name="Rectángulo 7">
              <a:extLst>
                <a:ext uri="{FF2B5EF4-FFF2-40B4-BE49-F238E27FC236}">
                  <a16:creationId xmlns:a16="http://schemas.microsoft.com/office/drawing/2014/main" id="{94287582-96A1-8960-80D9-9AA6C1715B71}"/>
                </a:ext>
              </a:extLst>
            </p:cNvPr>
            <p:cNvSpPr/>
            <p:nvPr/>
          </p:nvSpPr>
          <p:spPr>
            <a:xfrm>
              <a:off x="6247290" y="-4361"/>
              <a:ext cx="3132033" cy="390808"/>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Liturgia</a:t>
              </a:r>
              <a:r>
                <a:rPr lang="es-ES" sz="2400" b="1">
                  <a:solidFill>
                    <a:srgbClr val="000000"/>
                  </a:solidFill>
                  <a:ea typeface="Calibri"/>
                  <a:cs typeface="Calibri"/>
                </a:rPr>
                <a:t> </a:t>
              </a:r>
              <a:r>
                <a:rPr lang="es-ES" sz="2400" b="1">
                  <a:solidFill>
                    <a:schemeClr val="tx1">
                      <a:lumMod val="49000"/>
                      <a:lumOff val="51000"/>
                    </a:schemeClr>
                  </a:solidFill>
                  <a:ea typeface="Calibri"/>
                  <a:cs typeface="Calibri"/>
                </a:rPr>
                <a:t>Eucarística</a:t>
              </a:r>
              <a:endParaRPr lang="es-ES" sz="2400">
                <a:solidFill>
                  <a:schemeClr val="tx1">
                    <a:lumMod val="49000"/>
                    <a:lumOff val="51000"/>
                  </a:schemeClr>
                </a:solidFill>
                <a:ea typeface="Calibri"/>
                <a:cs typeface="Calibri"/>
              </a:endParaRPr>
            </a:p>
          </p:txBody>
        </p:sp>
      </p:grpSp>
    </p:spTree>
    <p:extLst>
      <p:ext uri="{BB962C8B-B14F-4D97-AF65-F5344CB8AC3E}">
        <p14:creationId xmlns:p14="http://schemas.microsoft.com/office/powerpoint/2010/main" val="2080244220"/>
      </p:ext>
    </p:extLst>
  </p:cSld>
  <p:clrMapOvr>
    <a:masterClrMapping/>
  </p:clrMapOvr>
</p:sld>
</file>

<file path=ppt/slides/slide99.xml><?xml version="1.0" encoding="utf-8"?>
<p:sld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useBgFill="1">
        <p:nvSpPr>
          <p:cNvPr id="1036" name="Rectangle 1035">
            <a:extLst>
              <a:ext uri="{FF2B5EF4-FFF2-40B4-BE49-F238E27FC236}">
                <a16:creationId xmlns:a16="http://schemas.microsoft.com/office/drawing/2014/main" id="{F13C74B1-5B17-4795-BED0-7140497B445A}"/>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0" y="0"/>
            <a:ext cx="12188952" cy="6858000"/>
          </a:xfrm>
          <a:prstGeom prst="rect">
            <a:avLst/>
          </a:prstGeom>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2" name="Título 1">
            <a:extLst>
              <a:ext uri="{FF2B5EF4-FFF2-40B4-BE49-F238E27FC236}">
                <a16:creationId xmlns:a16="http://schemas.microsoft.com/office/drawing/2014/main" id="{BEEFB80F-A5E3-F74B-8FFC-99E73EFFB86F}"/>
              </a:ext>
            </a:extLst>
          </p:cNvPr>
          <p:cNvSpPr>
            <a:spLocks noGrp="1"/>
          </p:cNvSpPr>
          <p:nvPr>
            <p:ph type="title"/>
          </p:nvPr>
        </p:nvSpPr>
        <p:spPr>
          <a:xfrm>
            <a:off x="640080" y="325369"/>
            <a:ext cx="4368602" cy="1956841"/>
          </a:xfrm>
        </p:spPr>
        <p:txBody>
          <a:bodyPr anchor="b">
            <a:normAutofit/>
          </a:bodyPr>
          <a:lstStyle/>
          <a:p>
            <a:r>
              <a:rPr lang="es-ES" sz="5400">
                <a:latin typeface="Bradley Hand" pitchFamily="2" charset="77"/>
              </a:rPr>
              <a:t>A tu Amparo y Protección</a:t>
            </a:r>
          </a:p>
        </p:txBody>
      </p:sp>
      <p:sp>
        <p:nvSpPr>
          <p:cNvPr id="1038" name="sketchy line">
            <a:extLst>
              <a:ext uri="{FF2B5EF4-FFF2-40B4-BE49-F238E27FC236}">
                <a16:creationId xmlns:a16="http://schemas.microsoft.com/office/drawing/2014/main" id="{D4974D33-8DC5-464E-8C6D-BE58F0669C17}"/>
              </a:ext>
              <a:ext uri="{C183D7F6-B498-43B3-948B-1728B52AA6E4}">
                <adec:decorative xmlns:adec="http://schemas.microsoft.com/office/drawing/2017/decorative"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640080" y="2586994"/>
            <a:ext cx="3474720" cy="18288"/>
          </a:xfrm>
          <a:custGeom>
            <a:avLst/>
            <a:gdLst>
              <a:gd name="csX0" fmla="*/ 0 w 3474720"/>
              <a:gd name="csY0" fmla="*/ 0 h 18288"/>
              <a:gd name="csX1" fmla="*/ 694944 w 3474720"/>
              <a:gd name="csY1" fmla="*/ 0 h 18288"/>
              <a:gd name="csX2" fmla="*/ 1355141 w 3474720"/>
              <a:gd name="csY2" fmla="*/ 0 h 18288"/>
              <a:gd name="csX3" fmla="*/ 2015338 w 3474720"/>
              <a:gd name="csY3" fmla="*/ 0 h 18288"/>
              <a:gd name="csX4" fmla="*/ 2779776 w 3474720"/>
              <a:gd name="csY4" fmla="*/ 0 h 18288"/>
              <a:gd name="csX5" fmla="*/ 3474720 w 3474720"/>
              <a:gd name="csY5" fmla="*/ 0 h 18288"/>
              <a:gd name="csX6" fmla="*/ 3474720 w 3474720"/>
              <a:gd name="csY6" fmla="*/ 18288 h 18288"/>
              <a:gd name="csX7" fmla="*/ 2779776 w 3474720"/>
              <a:gd name="csY7" fmla="*/ 18288 h 18288"/>
              <a:gd name="csX8" fmla="*/ 2189074 w 3474720"/>
              <a:gd name="csY8" fmla="*/ 18288 h 18288"/>
              <a:gd name="csX9" fmla="*/ 1528877 w 3474720"/>
              <a:gd name="csY9" fmla="*/ 18288 h 18288"/>
              <a:gd name="csX10" fmla="*/ 868680 w 3474720"/>
              <a:gd name="csY10" fmla="*/ 18288 h 18288"/>
              <a:gd name="csX11" fmla="*/ 0 w 3474720"/>
              <a:gd name="csY11" fmla="*/ 18288 h 18288"/>
              <a:gd name="csX12" fmla="*/ 0 w 3474720"/>
              <a:gd name="csY12" fmla="*/ 0 h 18288"/>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Lst>
            <a:rect l="l" t="t" r="r" b="b"/>
            <a:pathLst>
              <a:path w="3474720" h="18288" fill="none" extrusionOk="0">
                <a:moveTo>
                  <a:pt x="0" y="0"/>
                </a:moveTo>
                <a:cubicBezTo>
                  <a:pt x="224454" y="-14544"/>
                  <a:pt x="495407" y="26540"/>
                  <a:pt x="694944" y="0"/>
                </a:cubicBezTo>
                <a:cubicBezTo>
                  <a:pt x="894481" y="-26540"/>
                  <a:pt x="1130063" y="24713"/>
                  <a:pt x="1355141" y="0"/>
                </a:cubicBezTo>
                <a:cubicBezTo>
                  <a:pt x="1580219" y="-24713"/>
                  <a:pt x="1820099" y="26695"/>
                  <a:pt x="2015338" y="0"/>
                </a:cubicBezTo>
                <a:cubicBezTo>
                  <a:pt x="2210577" y="-26695"/>
                  <a:pt x="2402045" y="165"/>
                  <a:pt x="2779776" y="0"/>
                </a:cubicBezTo>
                <a:cubicBezTo>
                  <a:pt x="3157507" y="-165"/>
                  <a:pt x="3286859" y="-15571"/>
                  <a:pt x="3474720" y="0"/>
                </a:cubicBezTo>
                <a:cubicBezTo>
                  <a:pt x="3474286" y="7551"/>
                  <a:pt x="3474253" y="9822"/>
                  <a:pt x="3474720" y="18288"/>
                </a:cubicBezTo>
                <a:cubicBezTo>
                  <a:pt x="3233904" y="29845"/>
                  <a:pt x="2945134" y="-5256"/>
                  <a:pt x="2779776" y="18288"/>
                </a:cubicBezTo>
                <a:cubicBezTo>
                  <a:pt x="2614418" y="41832"/>
                  <a:pt x="2339768" y="22709"/>
                  <a:pt x="2189074" y="18288"/>
                </a:cubicBezTo>
                <a:cubicBezTo>
                  <a:pt x="2038380" y="13867"/>
                  <a:pt x="1817434" y="-4947"/>
                  <a:pt x="1528877" y="18288"/>
                </a:cubicBezTo>
                <a:cubicBezTo>
                  <a:pt x="1240320" y="41523"/>
                  <a:pt x="1042447" y="37198"/>
                  <a:pt x="868680" y="18288"/>
                </a:cubicBezTo>
                <a:cubicBezTo>
                  <a:pt x="694913" y="-622"/>
                  <a:pt x="233232" y="44909"/>
                  <a:pt x="0" y="18288"/>
                </a:cubicBezTo>
                <a:cubicBezTo>
                  <a:pt x="60" y="11696"/>
                  <a:pt x="66" y="3758"/>
                  <a:pt x="0" y="0"/>
                </a:cubicBezTo>
                <a:close/>
              </a:path>
              <a:path w="3474720" h="18288" stroke="0" extrusionOk="0">
                <a:moveTo>
                  <a:pt x="0" y="0"/>
                </a:moveTo>
                <a:cubicBezTo>
                  <a:pt x="202328" y="-14716"/>
                  <a:pt x="332722" y="-11499"/>
                  <a:pt x="625450" y="0"/>
                </a:cubicBezTo>
                <a:cubicBezTo>
                  <a:pt x="918178" y="11499"/>
                  <a:pt x="1096688" y="5123"/>
                  <a:pt x="1389888" y="0"/>
                </a:cubicBezTo>
                <a:cubicBezTo>
                  <a:pt x="1683088" y="-5123"/>
                  <a:pt x="1835981" y="-14038"/>
                  <a:pt x="1980590" y="0"/>
                </a:cubicBezTo>
                <a:cubicBezTo>
                  <a:pt x="2125199" y="14038"/>
                  <a:pt x="2396099" y="-7203"/>
                  <a:pt x="2571293" y="0"/>
                </a:cubicBezTo>
                <a:cubicBezTo>
                  <a:pt x="2746487" y="7203"/>
                  <a:pt x="3041609" y="-12036"/>
                  <a:pt x="3474720" y="0"/>
                </a:cubicBezTo>
                <a:cubicBezTo>
                  <a:pt x="3474638" y="4406"/>
                  <a:pt x="3474631" y="9982"/>
                  <a:pt x="3474720" y="18288"/>
                </a:cubicBezTo>
                <a:cubicBezTo>
                  <a:pt x="3324873" y="21876"/>
                  <a:pt x="3136771" y="12587"/>
                  <a:pt x="2814523" y="18288"/>
                </a:cubicBezTo>
                <a:cubicBezTo>
                  <a:pt x="2492275" y="23989"/>
                  <a:pt x="2294402" y="47111"/>
                  <a:pt x="2154326" y="18288"/>
                </a:cubicBezTo>
                <a:cubicBezTo>
                  <a:pt x="2014250" y="-10535"/>
                  <a:pt x="1820317" y="33903"/>
                  <a:pt x="1494130" y="18288"/>
                </a:cubicBezTo>
                <a:cubicBezTo>
                  <a:pt x="1167943" y="2673"/>
                  <a:pt x="948432" y="14868"/>
                  <a:pt x="729691" y="18288"/>
                </a:cubicBezTo>
                <a:cubicBezTo>
                  <a:pt x="510950" y="21708"/>
                  <a:pt x="264032" y="24354"/>
                  <a:pt x="0" y="18288"/>
                </a:cubicBezTo>
                <a:cubicBezTo>
                  <a:pt x="189" y="14288"/>
                  <a:pt x="-703" y="3747"/>
                  <a:pt x="0" y="0"/>
                </a:cubicBezTo>
                <a:close/>
              </a:path>
            </a:pathLst>
          </a:custGeom>
          <a:solidFill>
            <a:schemeClr val="accent2"/>
          </a:solidFill>
          <a:ln w="44450" cap="rnd">
            <a:solidFill>
              <a:schemeClr val="accent2"/>
            </a:solidFill>
            <a:round/>
            <a:extLst>
              <a:ext uri="{C807C97D-BFC1-408E-A445-0C87EB9F89A2}">
                <ask:lineSketchStyleProps xmlns:ask="http://schemas.microsoft.com/office/drawing/2018/sketchyshapes" sd="2863741219">
                  <a:prstGeom prst="rect">
                    <a:avLst/>
                  </a:prstGeom>
                  <ask:type>
                    <ask:lineSketchFreehand/>
                  </ask:type>
                </ask:lineSketchStyleProps>
              </a:ext>
            </a:extLst>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3" name="Marcador de contenido 2">
            <a:extLst>
              <a:ext uri="{FF2B5EF4-FFF2-40B4-BE49-F238E27FC236}">
                <a16:creationId xmlns:a16="http://schemas.microsoft.com/office/drawing/2014/main" id="{4EA5CDE1-21D1-6040-A2EA-3212012934AB}"/>
              </a:ext>
            </a:extLst>
          </p:cNvPr>
          <p:cNvSpPr>
            <a:spLocks noGrp="1"/>
          </p:cNvSpPr>
          <p:nvPr>
            <p:ph idx="1"/>
          </p:nvPr>
        </p:nvSpPr>
        <p:spPr>
          <a:xfrm>
            <a:off x="640080" y="2872899"/>
            <a:ext cx="4243589" cy="3320668"/>
          </a:xfrm>
        </p:spPr>
        <p:txBody>
          <a:bodyPr numCol="1">
            <a:normAutofit/>
          </a:bodyPr>
          <a:lstStyle/>
          <a:p>
            <a:pPr marL="0" indent="0">
              <a:buNone/>
            </a:pPr>
            <a:r>
              <a:rPr lang="es-ES" sz="2200"/>
              <a:t>A tu amparo y protección, </a:t>
            </a:r>
          </a:p>
          <a:p>
            <a:pPr marL="0" indent="0">
              <a:buNone/>
            </a:pPr>
            <a:r>
              <a:rPr lang="es-ES" sz="2200"/>
              <a:t>Madre de Dios acudimos,</a:t>
            </a:r>
          </a:p>
          <a:p>
            <a:pPr marL="0" indent="0">
              <a:buNone/>
            </a:pPr>
            <a:r>
              <a:rPr lang="es-ES" sz="2200"/>
              <a:t> no desoigas nuestros ruegos </a:t>
            </a:r>
          </a:p>
          <a:p>
            <a:pPr marL="0" indent="0">
              <a:buNone/>
            </a:pPr>
            <a:r>
              <a:rPr lang="es-ES" sz="2200"/>
              <a:t>y de todos los peligros, </a:t>
            </a:r>
          </a:p>
          <a:p>
            <a:pPr marL="0" indent="0">
              <a:buNone/>
            </a:pPr>
            <a:r>
              <a:rPr lang="es-ES" sz="2200"/>
              <a:t>Virgen gloriosa y bendita, </a:t>
            </a:r>
          </a:p>
          <a:p>
            <a:pPr marL="0" indent="0">
              <a:buNone/>
            </a:pPr>
            <a:r>
              <a:rPr lang="es-ES" sz="2200"/>
              <a:t>defiende siempre a tus hijos.</a:t>
            </a:r>
          </a:p>
        </p:txBody>
      </p:sp>
      <p:pic>
        <p:nvPicPr>
          <p:cNvPr id="5" name="Imagen 4" descr="Una caricatura de una persona&#10;&#10;Descripción generada automáticamente">
            <a:extLst>
              <a:ext uri="{FF2B5EF4-FFF2-40B4-BE49-F238E27FC236}">
                <a16:creationId xmlns:a16="http://schemas.microsoft.com/office/drawing/2014/main" id="{8F62EDEF-2FCB-6B08-B178-7D01A76BDA43}"/>
              </a:ext>
            </a:extLst>
          </p:cNvPr>
          <p:cNvPicPr>
            <a:picLocks noChangeAspect="1"/>
          </p:cNvPicPr>
          <p:nvPr/>
        </p:nvPicPr>
        <p:blipFill>
          <a:blip r:embed="rId3"/>
          <a:srcRect t="10212" r="-2" b="5541"/>
          <a:stretch/>
        </p:blipFill>
        <p:spPr>
          <a:xfrm>
            <a:off x="5311702" y="10"/>
            <a:ext cx="6878775" cy="6857990"/>
          </a:xfrm>
          <a:custGeom>
            <a:avLst/>
            <a:gdLst/>
            <a:ahLst/>
            <a:cxnLst/>
            <a:rect l="l" t="t" r="r" b="b"/>
            <a:pathLst>
              <a:path w="6878775" h="6858000">
                <a:moveTo>
                  <a:pt x="1102973" y="0"/>
                </a:moveTo>
                <a:lnTo>
                  <a:pt x="1160688" y="0"/>
                </a:lnTo>
                <a:lnTo>
                  <a:pt x="983189" y="331786"/>
                </a:lnTo>
                <a:cubicBezTo>
                  <a:pt x="914866" y="469145"/>
                  <a:pt x="850355" y="608712"/>
                  <a:pt x="789261" y="750263"/>
                </a:cubicBezTo>
                <a:cubicBezTo>
                  <a:pt x="774307" y="784928"/>
                  <a:pt x="759992" y="819849"/>
                  <a:pt x="745295" y="854514"/>
                </a:cubicBezTo>
                <a:cubicBezTo>
                  <a:pt x="756682" y="845393"/>
                  <a:pt x="765489" y="833492"/>
                  <a:pt x="770857" y="819975"/>
                </a:cubicBezTo>
                <a:cubicBezTo>
                  <a:pt x="879943" y="589569"/>
                  <a:pt x="999605" y="365513"/>
                  <a:pt x="1131329" y="148742"/>
                </a:cubicBezTo>
                <a:lnTo>
                  <a:pt x="1227589" y="0"/>
                </a:lnTo>
                <a:lnTo>
                  <a:pt x="6878775" y="0"/>
                </a:lnTo>
                <a:lnTo>
                  <a:pt x="6878775" y="6858000"/>
                </a:lnTo>
                <a:lnTo>
                  <a:pt x="713521" y="6858000"/>
                </a:lnTo>
                <a:lnTo>
                  <a:pt x="625642" y="6670527"/>
                </a:lnTo>
                <a:cubicBezTo>
                  <a:pt x="507232" y="6398531"/>
                  <a:pt x="403083" y="6118381"/>
                  <a:pt x="312785" y="5830359"/>
                </a:cubicBezTo>
                <a:cubicBezTo>
                  <a:pt x="278149" y="5719759"/>
                  <a:pt x="248879" y="5607635"/>
                  <a:pt x="212198" y="5480401"/>
                </a:cubicBezTo>
                <a:cubicBezTo>
                  <a:pt x="212208" y="5491601"/>
                  <a:pt x="212803" y="5502788"/>
                  <a:pt x="213988" y="5513923"/>
                </a:cubicBezTo>
                <a:cubicBezTo>
                  <a:pt x="264089" y="5723695"/>
                  <a:pt x="307290" y="5935370"/>
                  <a:pt x="365826" y="6142729"/>
                </a:cubicBezTo>
                <a:cubicBezTo>
                  <a:pt x="433152" y="6380817"/>
                  <a:pt x="510068" y="6614016"/>
                  <a:pt x="597975" y="6841549"/>
                </a:cubicBezTo>
                <a:lnTo>
                  <a:pt x="604824" y="6858000"/>
                </a:lnTo>
                <a:lnTo>
                  <a:pt x="552056" y="6858000"/>
                </a:lnTo>
                <a:lnTo>
                  <a:pt x="539576" y="6828295"/>
                </a:lnTo>
                <a:cubicBezTo>
                  <a:pt x="380597" y="6414594"/>
                  <a:pt x="260223" y="5988893"/>
                  <a:pt x="171555" y="5552906"/>
                </a:cubicBezTo>
                <a:cubicBezTo>
                  <a:pt x="91163" y="5157998"/>
                  <a:pt x="43746" y="4758899"/>
                  <a:pt x="12305" y="4357388"/>
                </a:cubicBezTo>
                <a:cubicBezTo>
                  <a:pt x="-14281" y="4013908"/>
                  <a:pt x="4507" y="3672965"/>
                  <a:pt x="46684" y="3331516"/>
                </a:cubicBezTo>
                <a:cubicBezTo>
                  <a:pt x="127203" y="2664286"/>
                  <a:pt x="277819" y="2007265"/>
                  <a:pt x="496065" y="1371196"/>
                </a:cubicBezTo>
                <a:cubicBezTo>
                  <a:pt x="636273" y="966066"/>
                  <a:pt x="800445" y="573253"/>
                  <a:pt x="995723" y="196614"/>
                </a:cubicBezTo>
                <a:close/>
              </a:path>
            </a:pathLst>
          </a:custGeom>
        </p:spPr>
      </p:pic>
      <p:grpSp>
        <p:nvGrpSpPr>
          <p:cNvPr id="11" name="Grupo 10">
            <a:extLst>
              <a:ext uri="{FF2B5EF4-FFF2-40B4-BE49-F238E27FC236}">
                <a16:creationId xmlns:a16="http://schemas.microsoft.com/office/drawing/2014/main" id="{1AE05ACF-525D-57AF-10A7-3C5305FD77CC}"/>
              </a:ext>
            </a:extLst>
          </p:cNvPr>
          <p:cNvGrpSpPr/>
          <p:nvPr/>
        </p:nvGrpSpPr>
        <p:grpSpPr>
          <a:xfrm>
            <a:off x="1057" y="-4361"/>
            <a:ext cx="12190282" cy="517822"/>
            <a:chOff x="1057" y="-4361"/>
            <a:chExt cx="12503431" cy="517822"/>
          </a:xfrm>
        </p:grpSpPr>
        <p:sp>
          <p:nvSpPr>
            <p:cNvPr id="6" name="Rectángulo 5">
              <a:extLst>
                <a:ext uri="{FF2B5EF4-FFF2-40B4-BE49-F238E27FC236}">
                  <a16:creationId xmlns:a16="http://schemas.microsoft.com/office/drawing/2014/main" id="{34D9757A-7D27-A678-CB33-CEE095569373}"/>
                </a:ext>
              </a:extLst>
            </p:cNvPr>
            <p:cNvSpPr/>
            <p:nvPr/>
          </p:nvSpPr>
          <p:spPr>
            <a:xfrm>
              <a:off x="9372455" y="-4360"/>
              <a:ext cx="3132033" cy="517821"/>
            </a:xfrm>
            <a:prstGeom prst="rect">
              <a:avLst/>
            </a:prstGeom>
            <a:solidFill>
              <a:schemeClr val="accent1"/>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800" b="1">
                  <a:solidFill>
                    <a:srgbClr val="000000"/>
                  </a:solidFill>
                  <a:ea typeface="Calibri"/>
                  <a:cs typeface="Calibri"/>
                </a:rPr>
                <a:t>Rito de Conclusión</a:t>
              </a:r>
              <a:endParaRPr lang="es-ES" sz="2800">
                <a:solidFill>
                  <a:srgbClr val="000000"/>
                </a:solidFill>
                <a:ea typeface="Calibri"/>
                <a:cs typeface="Calibri"/>
              </a:endParaRPr>
            </a:p>
          </p:txBody>
        </p:sp>
        <p:sp>
          <p:nvSpPr>
            <p:cNvPr id="7" name="Rectángulo 6">
              <a:extLst>
                <a:ext uri="{FF2B5EF4-FFF2-40B4-BE49-F238E27FC236}">
                  <a16:creationId xmlns:a16="http://schemas.microsoft.com/office/drawing/2014/main" id="{DAEA60F3-5BB2-DFFB-7392-0FF3A1498BFC}"/>
                </a:ext>
              </a:extLst>
            </p:cNvPr>
            <p:cNvSpPr/>
            <p:nvPr/>
          </p:nvSpPr>
          <p:spPr>
            <a:xfrm>
              <a:off x="1057" y="-4361"/>
              <a:ext cx="3121596" cy="390807"/>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rgbClr val="7F7F7F"/>
                  </a:solidFill>
                  <a:ea typeface="Calibri"/>
                  <a:cs typeface="Calibri"/>
                </a:rPr>
                <a:t>Ritos Iniciales</a:t>
              </a:r>
              <a:endParaRPr lang="es-ES" sz="2400">
                <a:solidFill>
                  <a:srgbClr val="7F7F7F"/>
                </a:solidFill>
                <a:ea typeface="Calibri"/>
                <a:cs typeface="Calibri"/>
              </a:endParaRPr>
            </a:p>
          </p:txBody>
        </p:sp>
        <p:sp>
          <p:nvSpPr>
            <p:cNvPr id="9" name="Rectángulo 8">
              <a:extLst>
                <a:ext uri="{FF2B5EF4-FFF2-40B4-BE49-F238E27FC236}">
                  <a16:creationId xmlns:a16="http://schemas.microsoft.com/office/drawing/2014/main" id="{E5877C46-FC00-7E7A-B7E9-53BCC2E61E8F}"/>
                </a:ext>
              </a:extLst>
            </p:cNvPr>
            <p:cNvSpPr/>
            <p:nvPr/>
          </p:nvSpPr>
          <p:spPr>
            <a:xfrm>
              <a:off x="3122126" y="-4360"/>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rgbClr val="7F7F7F"/>
                  </a:solidFill>
                  <a:ea typeface="Calibri"/>
                  <a:cs typeface="Calibri"/>
                </a:rPr>
                <a:t>Liturgia de la Palabra</a:t>
              </a:r>
              <a:endParaRPr lang="es-ES" sz="2400">
                <a:solidFill>
                  <a:srgbClr val="7F7F7F"/>
                </a:solidFill>
                <a:ea typeface="Calibri"/>
                <a:cs typeface="Calibri"/>
              </a:endParaRPr>
            </a:p>
          </p:txBody>
        </p:sp>
        <p:sp>
          <p:nvSpPr>
            <p:cNvPr id="10" name="Rectángulo 9">
              <a:extLst>
                <a:ext uri="{FF2B5EF4-FFF2-40B4-BE49-F238E27FC236}">
                  <a16:creationId xmlns:a16="http://schemas.microsoft.com/office/drawing/2014/main" id="{8BB37E41-4A8F-9277-FE52-4C9C3ACD3B77}"/>
                </a:ext>
              </a:extLst>
            </p:cNvPr>
            <p:cNvSpPr/>
            <p:nvPr/>
          </p:nvSpPr>
          <p:spPr>
            <a:xfrm>
              <a:off x="6247290" y="-4361"/>
              <a:ext cx="3132033" cy="390808"/>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Liturgia</a:t>
              </a:r>
              <a:r>
                <a:rPr lang="es-ES" sz="2400" b="1">
                  <a:solidFill>
                    <a:srgbClr val="000000"/>
                  </a:solidFill>
                  <a:ea typeface="Calibri"/>
                  <a:cs typeface="Calibri"/>
                </a:rPr>
                <a:t> </a:t>
              </a:r>
              <a:r>
                <a:rPr lang="es-ES" sz="2400" b="1">
                  <a:solidFill>
                    <a:schemeClr val="tx1">
                      <a:lumMod val="49000"/>
                      <a:lumOff val="51000"/>
                    </a:schemeClr>
                  </a:solidFill>
                  <a:ea typeface="Calibri"/>
                  <a:cs typeface="Calibri"/>
                </a:rPr>
                <a:t>Eucarística</a:t>
              </a:r>
              <a:endParaRPr lang="es-ES" sz="2400">
                <a:solidFill>
                  <a:schemeClr val="tx1">
                    <a:lumMod val="49000"/>
                    <a:lumOff val="51000"/>
                  </a:schemeClr>
                </a:solidFill>
                <a:ea typeface="Calibri"/>
                <a:cs typeface="Calibri"/>
              </a:endParaRPr>
            </a:p>
          </p:txBody>
        </p:sp>
      </p:grpSp>
    </p:spTree>
    <p:extLst>
      <p:ext uri="{BB962C8B-B14F-4D97-AF65-F5344CB8AC3E}">
        <p14:creationId xmlns:p14="http://schemas.microsoft.com/office/powerpoint/2010/main" val="3765807843"/>
      </p:ext>
    </p:extLst>
  </p:cSld>
  <p:clrMapOvr>
    <a:masterClrMapping/>
  </p:clrMapOvr>
</p:sld>
</file>

<file path=ppt/slides/slide100.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ítulo 1"/>
          <p:cNvSpPr>
            <a:spLocks noGrp="1"/>
          </p:cNvSpPr>
          <p:nvPr>
            <p:ph type="title"/>
          </p:nvPr>
        </p:nvSpPr>
        <p:spPr>
          <a:xfrm>
            <a:off x="3779575" y="396175"/>
            <a:ext cx="4624253" cy="776421"/>
          </a:xfrm>
        </p:spPr>
        <p:txBody>
          <a:bodyPr/>
          <a:lstStyle/>
          <a:p>
            <a:pPr algn="ctr"/>
            <a:r>
              <a:rPr lang="es-ES">
                <a:solidFill>
                  <a:schemeClr val="accent6"/>
                </a:solidFill>
                <a:effectLst>
                  <a:outerShdw blurRad="38100" dist="38100" dir="2700000" algn="tl">
                    <a:srgbClr val="000000">
                      <a:alpha val="43137"/>
                    </a:srgbClr>
                  </a:outerShdw>
                </a:effectLst>
              </a:rPr>
              <a:t>JUNTO A TI MARÍA</a:t>
            </a:r>
          </a:p>
        </p:txBody>
      </p:sp>
      <p:sp>
        <p:nvSpPr>
          <p:cNvPr id="3" name="Marcador de contenido 2"/>
          <p:cNvSpPr>
            <a:spLocks noGrp="1"/>
          </p:cNvSpPr>
          <p:nvPr>
            <p:ph sz="half" idx="1"/>
          </p:nvPr>
        </p:nvSpPr>
        <p:spPr>
          <a:xfrm>
            <a:off x="1811383" y="1066005"/>
            <a:ext cx="3762103" cy="5603355"/>
          </a:xfrm>
        </p:spPr>
        <p:txBody>
          <a:bodyPr>
            <a:normAutofit lnSpcReduction="10000"/>
          </a:bodyPr>
          <a:lstStyle/>
          <a:p>
            <a:pPr marL="0" indent="0">
              <a:buNone/>
            </a:pPr>
            <a:r>
              <a:rPr lang="es-ES"/>
              <a:t>Junto a ti María</a:t>
            </a:r>
            <a:br>
              <a:rPr lang="es-ES"/>
            </a:br>
            <a:r>
              <a:rPr lang="es-ES"/>
              <a:t>como un niño quiero estar,</a:t>
            </a:r>
            <a:br>
              <a:rPr lang="es-ES"/>
            </a:br>
            <a:r>
              <a:rPr lang="es-ES"/>
              <a:t>tómame en tus brazos</a:t>
            </a:r>
            <a:br>
              <a:rPr lang="es-ES"/>
            </a:br>
            <a:r>
              <a:rPr lang="es-ES"/>
              <a:t>guíame en mi caminar.</a:t>
            </a:r>
            <a:br>
              <a:rPr lang="es-ES"/>
            </a:br>
            <a:br>
              <a:rPr lang="es-ES"/>
            </a:br>
            <a:r>
              <a:rPr lang="es-ES"/>
              <a:t>Quiero que me eduques,</a:t>
            </a:r>
            <a:br>
              <a:rPr lang="es-ES"/>
            </a:br>
            <a:r>
              <a:rPr lang="es-ES"/>
              <a:t>que me enseñes a rezar,</a:t>
            </a:r>
            <a:br>
              <a:rPr lang="es-ES"/>
            </a:br>
            <a:r>
              <a:rPr lang="es-ES"/>
              <a:t>hazme transparente,</a:t>
            </a:r>
            <a:br>
              <a:rPr lang="es-ES"/>
            </a:br>
            <a:r>
              <a:rPr lang="es-ES"/>
              <a:t>lléname de paz.</a:t>
            </a:r>
            <a:br>
              <a:rPr lang="es-ES"/>
            </a:br>
            <a:br>
              <a:rPr lang="es-ES"/>
            </a:br>
            <a:r>
              <a:rPr lang="es-ES"/>
              <a:t>Madre, Madre</a:t>
            </a:r>
            <a:br>
              <a:rPr lang="es-ES"/>
            </a:br>
            <a:r>
              <a:rPr lang="es-ES"/>
              <a:t>Madre, Madre,</a:t>
            </a:r>
            <a:br>
              <a:rPr lang="es-ES"/>
            </a:br>
            <a:r>
              <a:rPr lang="es-ES"/>
              <a:t>(Bis)</a:t>
            </a:r>
            <a:br>
              <a:rPr lang="es-ES"/>
            </a:br>
            <a:endParaRPr lang="es-ES" sz="2400"/>
          </a:p>
        </p:txBody>
      </p:sp>
      <p:sp>
        <p:nvSpPr>
          <p:cNvPr id="4" name="Marcador de contenido 3"/>
          <p:cNvSpPr>
            <a:spLocks noGrp="1"/>
          </p:cNvSpPr>
          <p:nvPr>
            <p:ph sz="half" idx="2"/>
          </p:nvPr>
        </p:nvSpPr>
        <p:spPr>
          <a:xfrm>
            <a:off x="7271658" y="1066005"/>
            <a:ext cx="3396343" cy="5603354"/>
          </a:xfrm>
        </p:spPr>
        <p:txBody>
          <a:bodyPr>
            <a:normAutofit lnSpcReduction="10000"/>
          </a:bodyPr>
          <a:lstStyle/>
          <a:p>
            <a:pPr marL="0" indent="0">
              <a:buNone/>
            </a:pPr>
            <a:r>
              <a:rPr lang="es-ES"/>
              <a:t>Gracias Madre mía</a:t>
            </a:r>
            <a:br>
              <a:rPr lang="es-ES"/>
            </a:br>
            <a:r>
              <a:rPr lang="es-ES"/>
              <a:t>por llevarnos a Jesús,</a:t>
            </a:r>
            <a:br>
              <a:rPr lang="es-ES"/>
            </a:br>
            <a:r>
              <a:rPr lang="es-ES"/>
              <a:t>haznos más humildes</a:t>
            </a:r>
            <a:br>
              <a:rPr lang="es-ES"/>
            </a:br>
            <a:r>
              <a:rPr lang="es-ES"/>
              <a:t>tan sencillos como Tú.</a:t>
            </a:r>
            <a:br>
              <a:rPr lang="es-ES"/>
            </a:br>
            <a:br>
              <a:rPr lang="es-ES"/>
            </a:br>
            <a:r>
              <a:rPr lang="es-ES"/>
              <a:t>Gracias Madre mía</a:t>
            </a:r>
            <a:br>
              <a:rPr lang="es-ES"/>
            </a:br>
            <a:r>
              <a:rPr lang="es-ES"/>
              <a:t>por abrir tu corazón,</a:t>
            </a:r>
            <a:br>
              <a:rPr lang="es-ES"/>
            </a:br>
            <a:r>
              <a:rPr lang="es-ES"/>
              <a:t>porque nos congregas</a:t>
            </a:r>
            <a:br>
              <a:rPr lang="es-ES"/>
            </a:br>
            <a:r>
              <a:rPr lang="es-ES"/>
              <a:t>y nos das tu amor.</a:t>
            </a:r>
            <a:br>
              <a:rPr lang="es-ES"/>
            </a:br>
            <a:br>
              <a:rPr lang="es-ES"/>
            </a:br>
            <a:r>
              <a:rPr lang="es-ES"/>
              <a:t>Madre, Madre</a:t>
            </a:r>
            <a:br>
              <a:rPr lang="es-ES"/>
            </a:br>
            <a:r>
              <a:rPr lang="es-ES"/>
              <a:t>Madre, Madre,</a:t>
            </a:r>
            <a:br>
              <a:rPr lang="es-ES"/>
            </a:br>
            <a:r>
              <a:rPr lang="es-ES"/>
              <a:t>(Bis)</a:t>
            </a:r>
            <a:endParaRPr lang="es-ES" sz="3200"/>
          </a:p>
        </p:txBody>
      </p:sp>
      <p:pic>
        <p:nvPicPr>
          <p:cNvPr id="5" name="Imagen 4" descr="Una caricatura de una persona&#10;&#10;Descripción generada automáticamente">
            <a:extLst>
              <a:ext uri="{FF2B5EF4-FFF2-40B4-BE49-F238E27FC236}">
                <a16:creationId xmlns:a16="http://schemas.microsoft.com/office/drawing/2014/main" id="{C90A5DC5-57B5-D4F0-D178-7A74F97D6D31}"/>
              </a:ext>
            </a:extLst>
          </p:cNvPr>
          <p:cNvPicPr>
            <a:picLocks noChangeAspect="1"/>
          </p:cNvPicPr>
          <p:nvPr/>
        </p:nvPicPr>
        <p:blipFill>
          <a:blip r:embed="rId2"/>
          <a:srcRect t="10212" r="-2" b="5541"/>
          <a:stretch/>
        </p:blipFill>
        <p:spPr>
          <a:xfrm>
            <a:off x="9752289" y="4556705"/>
            <a:ext cx="2309295" cy="2301294"/>
          </a:xfrm>
          <a:custGeom>
            <a:avLst/>
            <a:gdLst/>
            <a:ahLst/>
            <a:cxnLst/>
            <a:rect l="l" t="t" r="r" b="b"/>
            <a:pathLst>
              <a:path w="6878775" h="6858000">
                <a:moveTo>
                  <a:pt x="1102973" y="0"/>
                </a:moveTo>
                <a:lnTo>
                  <a:pt x="1160688" y="0"/>
                </a:lnTo>
                <a:lnTo>
                  <a:pt x="983189" y="331786"/>
                </a:lnTo>
                <a:cubicBezTo>
                  <a:pt x="914866" y="469145"/>
                  <a:pt x="850355" y="608712"/>
                  <a:pt x="789261" y="750263"/>
                </a:cubicBezTo>
                <a:cubicBezTo>
                  <a:pt x="774307" y="784928"/>
                  <a:pt x="759992" y="819849"/>
                  <a:pt x="745295" y="854514"/>
                </a:cubicBezTo>
                <a:cubicBezTo>
                  <a:pt x="756682" y="845393"/>
                  <a:pt x="765489" y="833492"/>
                  <a:pt x="770857" y="819975"/>
                </a:cubicBezTo>
                <a:cubicBezTo>
                  <a:pt x="879943" y="589569"/>
                  <a:pt x="999605" y="365513"/>
                  <a:pt x="1131329" y="148742"/>
                </a:cubicBezTo>
                <a:lnTo>
                  <a:pt x="1227589" y="0"/>
                </a:lnTo>
                <a:lnTo>
                  <a:pt x="6878775" y="0"/>
                </a:lnTo>
                <a:lnTo>
                  <a:pt x="6878775" y="6858000"/>
                </a:lnTo>
                <a:lnTo>
                  <a:pt x="713521" y="6858000"/>
                </a:lnTo>
                <a:lnTo>
                  <a:pt x="625642" y="6670527"/>
                </a:lnTo>
                <a:cubicBezTo>
                  <a:pt x="507232" y="6398531"/>
                  <a:pt x="403083" y="6118381"/>
                  <a:pt x="312785" y="5830359"/>
                </a:cubicBezTo>
                <a:cubicBezTo>
                  <a:pt x="278149" y="5719759"/>
                  <a:pt x="248879" y="5607635"/>
                  <a:pt x="212198" y="5480401"/>
                </a:cubicBezTo>
                <a:cubicBezTo>
                  <a:pt x="212208" y="5491601"/>
                  <a:pt x="212803" y="5502788"/>
                  <a:pt x="213988" y="5513923"/>
                </a:cubicBezTo>
                <a:cubicBezTo>
                  <a:pt x="264089" y="5723695"/>
                  <a:pt x="307290" y="5935370"/>
                  <a:pt x="365826" y="6142729"/>
                </a:cubicBezTo>
                <a:cubicBezTo>
                  <a:pt x="433152" y="6380817"/>
                  <a:pt x="510068" y="6614016"/>
                  <a:pt x="597975" y="6841549"/>
                </a:cubicBezTo>
                <a:lnTo>
                  <a:pt x="604824" y="6858000"/>
                </a:lnTo>
                <a:lnTo>
                  <a:pt x="552056" y="6858000"/>
                </a:lnTo>
                <a:lnTo>
                  <a:pt x="539576" y="6828295"/>
                </a:lnTo>
                <a:cubicBezTo>
                  <a:pt x="380597" y="6414594"/>
                  <a:pt x="260223" y="5988893"/>
                  <a:pt x="171555" y="5552906"/>
                </a:cubicBezTo>
                <a:cubicBezTo>
                  <a:pt x="91163" y="5157998"/>
                  <a:pt x="43746" y="4758899"/>
                  <a:pt x="12305" y="4357388"/>
                </a:cubicBezTo>
                <a:cubicBezTo>
                  <a:pt x="-14281" y="4013908"/>
                  <a:pt x="4507" y="3672965"/>
                  <a:pt x="46684" y="3331516"/>
                </a:cubicBezTo>
                <a:cubicBezTo>
                  <a:pt x="127203" y="2664286"/>
                  <a:pt x="277819" y="2007265"/>
                  <a:pt x="496065" y="1371196"/>
                </a:cubicBezTo>
                <a:cubicBezTo>
                  <a:pt x="636273" y="966066"/>
                  <a:pt x="800445" y="573253"/>
                  <a:pt x="995723" y="196614"/>
                </a:cubicBezTo>
                <a:close/>
              </a:path>
            </a:pathLst>
          </a:custGeom>
        </p:spPr>
      </p:pic>
      <p:grpSp>
        <p:nvGrpSpPr>
          <p:cNvPr id="6" name="Grupo 5">
            <a:extLst>
              <a:ext uri="{FF2B5EF4-FFF2-40B4-BE49-F238E27FC236}">
                <a16:creationId xmlns:a16="http://schemas.microsoft.com/office/drawing/2014/main" id="{5416080F-1C65-E8A1-9B65-5DD49A70F54D}"/>
              </a:ext>
            </a:extLst>
          </p:cNvPr>
          <p:cNvGrpSpPr/>
          <p:nvPr/>
        </p:nvGrpSpPr>
        <p:grpSpPr>
          <a:xfrm>
            <a:off x="1057" y="-4361"/>
            <a:ext cx="12190282" cy="517822"/>
            <a:chOff x="1057" y="-4361"/>
            <a:chExt cx="12503431" cy="517822"/>
          </a:xfrm>
        </p:grpSpPr>
        <p:sp>
          <p:nvSpPr>
            <p:cNvPr id="8" name="Rectángulo 7">
              <a:extLst>
                <a:ext uri="{FF2B5EF4-FFF2-40B4-BE49-F238E27FC236}">
                  <a16:creationId xmlns:a16="http://schemas.microsoft.com/office/drawing/2014/main" id="{6B75081A-94D8-B51F-8700-9547DD46A396}"/>
                </a:ext>
              </a:extLst>
            </p:cNvPr>
            <p:cNvSpPr/>
            <p:nvPr/>
          </p:nvSpPr>
          <p:spPr>
            <a:xfrm>
              <a:off x="9372455" y="-4360"/>
              <a:ext cx="3132033" cy="517821"/>
            </a:xfrm>
            <a:prstGeom prst="rect">
              <a:avLst/>
            </a:prstGeom>
            <a:solidFill>
              <a:schemeClr val="accent1"/>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r>
                <a:rPr lang="es-ES" sz="2800" b="1">
                  <a:solidFill>
                    <a:srgbClr val="000000"/>
                  </a:solidFill>
                  <a:ea typeface="Calibri"/>
                  <a:cs typeface="Calibri"/>
                </a:rPr>
                <a:t>Rito de Conclusión</a:t>
              </a:r>
              <a:endParaRPr lang="es-ES" sz="2800">
                <a:solidFill>
                  <a:srgbClr val="000000"/>
                </a:solidFill>
                <a:ea typeface="Calibri"/>
                <a:cs typeface="Calibri"/>
              </a:endParaRPr>
            </a:p>
          </p:txBody>
        </p:sp>
        <p:sp>
          <p:nvSpPr>
            <p:cNvPr id="9" name="Rectángulo 8">
              <a:extLst>
                <a:ext uri="{FF2B5EF4-FFF2-40B4-BE49-F238E27FC236}">
                  <a16:creationId xmlns:a16="http://schemas.microsoft.com/office/drawing/2014/main" id="{B643786F-10BD-D8B1-2720-DAD1A15A1260}"/>
                </a:ext>
              </a:extLst>
            </p:cNvPr>
            <p:cNvSpPr/>
            <p:nvPr/>
          </p:nvSpPr>
          <p:spPr>
            <a:xfrm>
              <a:off x="1057" y="-4361"/>
              <a:ext cx="3121596" cy="390807"/>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r>
                <a:rPr lang="es-ES" sz="2400" b="1">
                  <a:solidFill>
                    <a:srgbClr val="7F7F7F"/>
                  </a:solidFill>
                  <a:ea typeface="Calibri"/>
                  <a:cs typeface="Calibri"/>
                </a:rPr>
                <a:t>Ritos Iniciales</a:t>
              </a:r>
              <a:endParaRPr lang="es-ES" sz="2400">
                <a:solidFill>
                  <a:srgbClr val="7F7F7F"/>
                </a:solidFill>
                <a:ea typeface="Calibri"/>
                <a:cs typeface="Calibri"/>
              </a:endParaRPr>
            </a:p>
          </p:txBody>
        </p:sp>
        <p:sp>
          <p:nvSpPr>
            <p:cNvPr id="10" name="Rectángulo 9">
              <a:extLst>
                <a:ext uri="{FF2B5EF4-FFF2-40B4-BE49-F238E27FC236}">
                  <a16:creationId xmlns:a16="http://schemas.microsoft.com/office/drawing/2014/main" id="{1D448ADA-3FB8-A905-6ACF-9D6C8575D4A6}"/>
                </a:ext>
              </a:extLst>
            </p:cNvPr>
            <p:cNvSpPr/>
            <p:nvPr/>
          </p:nvSpPr>
          <p:spPr>
            <a:xfrm>
              <a:off x="3122126" y="-4360"/>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r>
                <a:rPr lang="es-ES" sz="2400" b="1">
                  <a:solidFill>
                    <a:srgbClr val="7F7F7F"/>
                  </a:solidFill>
                  <a:ea typeface="Calibri"/>
                  <a:cs typeface="Calibri"/>
                </a:rPr>
                <a:t>Liturgia de la Palabra</a:t>
              </a:r>
              <a:endParaRPr lang="es-ES" sz="2400">
                <a:solidFill>
                  <a:srgbClr val="7F7F7F"/>
                </a:solidFill>
                <a:ea typeface="Calibri"/>
                <a:cs typeface="Calibri"/>
              </a:endParaRPr>
            </a:p>
          </p:txBody>
        </p:sp>
        <p:sp>
          <p:nvSpPr>
            <p:cNvPr id="11" name="Rectángulo 10">
              <a:extLst>
                <a:ext uri="{FF2B5EF4-FFF2-40B4-BE49-F238E27FC236}">
                  <a16:creationId xmlns:a16="http://schemas.microsoft.com/office/drawing/2014/main" id="{DAF203C6-C681-3EA0-16FE-03EB3079AA1A}"/>
                </a:ext>
              </a:extLst>
            </p:cNvPr>
            <p:cNvSpPr/>
            <p:nvPr/>
          </p:nvSpPr>
          <p:spPr>
            <a:xfrm>
              <a:off x="6247290" y="-4361"/>
              <a:ext cx="3132033" cy="390808"/>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r>
                <a:rPr lang="es-ES" sz="2400" b="1">
                  <a:solidFill>
                    <a:schemeClr val="tx1">
                      <a:lumMod val="49000"/>
                      <a:lumOff val="51000"/>
                    </a:schemeClr>
                  </a:solidFill>
                  <a:ea typeface="Calibri"/>
                  <a:cs typeface="Calibri"/>
                </a:rPr>
                <a:t>Liturgia</a:t>
              </a:r>
              <a:r>
                <a:rPr lang="es-ES" sz="2400" b="1">
                  <a:solidFill>
                    <a:srgbClr val="000000"/>
                  </a:solidFill>
                  <a:ea typeface="Calibri"/>
                  <a:cs typeface="Calibri"/>
                </a:rPr>
                <a:t> </a:t>
              </a:r>
              <a:r>
                <a:rPr lang="es-ES" sz="2400" b="1">
                  <a:solidFill>
                    <a:schemeClr val="tx1">
                      <a:lumMod val="49000"/>
                      <a:lumOff val="51000"/>
                    </a:schemeClr>
                  </a:solidFill>
                  <a:ea typeface="Calibri"/>
                  <a:cs typeface="Calibri"/>
                </a:rPr>
                <a:t>Eucarística</a:t>
              </a:r>
              <a:endParaRPr lang="es-ES" sz="2400">
                <a:solidFill>
                  <a:schemeClr val="tx1">
                    <a:lumMod val="49000"/>
                    <a:lumOff val="51000"/>
                  </a:schemeClr>
                </a:solidFill>
                <a:ea typeface="Calibri"/>
                <a:cs typeface="Calibri"/>
              </a:endParaRPr>
            </a:p>
          </p:txBody>
        </p:sp>
      </p:grpSp>
    </p:spTree>
    <p:extLst>
      <p:ext uri="{BB962C8B-B14F-4D97-AF65-F5344CB8AC3E}">
        <p14:creationId xmlns:p14="http://schemas.microsoft.com/office/powerpoint/2010/main" val="3499893302"/>
      </p:ext>
    </p:extLst>
  </p:cSld>
  <p:clrMapOvr>
    <a:masterClrMapping/>
  </p:clrMapOvr>
  <p:transition spd="med">
    <p:pull/>
  </p:transition>
</p:sld>
</file>

<file path=ppt/slides/slide101.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ítulo 1"/>
          <p:cNvSpPr>
            <a:spLocks noGrp="1"/>
          </p:cNvSpPr>
          <p:nvPr>
            <p:ph type="title"/>
          </p:nvPr>
        </p:nvSpPr>
        <p:spPr>
          <a:xfrm>
            <a:off x="6843196" y="499458"/>
            <a:ext cx="3691120" cy="731089"/>
          </a:xfrm>
        </p:spPr>
        <p:txBody>
          <a:bodyPr>
            <a:normAutofit/>
          </a:bodyPr>
          <a:lstStyle/>
          <a:p>
            <a:r>
              <a:rPr lang="es-ES">
                <a:solidFill>
                  <a:schemeClr val="accent1"/>
                </a:solidFill>
              </a:rPr>
              <a:t>MADRE</a:t>
            </a:r>
            <a:endParaRPr lang="es-ES" sz="2400">
              <a:solidFill>
                <a:schemeClr val="accent1"/>
              </a:solidFill>
            </a:endParaRPr>
          </a:p>
        </p:txBody>
      </p:sp>
      <p:sp>
        <p:nvSpPr>
          <p:cNvPr id="3" name="Marcador de contenido 2"/>
          <p:cNvSpPr>
            <a:spLocks noGrp="1"/>
          </p:cNvSpPr>
          <p:nvPr>
            <p:ph sz="half" idx="1"/>
          </p:nvPr>
        </p:nvSpPr>
        <p:spPr>
          <a:xfrm>
            <a:off x="909574" y="1012055"/>
            <a:ext cx="7376979" cy="5456073"/>
          </a:xfrm>
        </p:spPr>
        <p:txBody>
          <a:bodyPr>
            <a:normAutofit fontScale="92500" lnSpcReduction="20000"/>
          </a:bodyPr>
          <a:lstStyle/>
          <a:p>
            <a:pPr marL="0" indent="0">
              <a:buNone/>
            </a:pPr>
            <a:r>
              <a:rPr lang="es-ES" sz="2400"/>
              <a:t>Llévame contigo a todos lados,</a:t>
            </a:r>
          </a:p>
          <a:p>
            <a:pPr marL="0" indent="0">
              <a:buNone/>
            </a:pPr>
            <a:r>
              <a:rPr lang="es-ES" sz="2400"/>
              <a:t>Que pueda dormir tranquilo bajo tu precioso manto.</a:t>
            </a:r>
          </a:p>
          <a:p>
            <a:pPr marL="0" indent="0">
              <a:buNone/>
            </a:pPr>
            <a:r>
              <a:rPr lang="es-ES" sz="2400"/>
              <a:t>Y llévame contigo y no me sueltes de la mano</a:t>
            </a:r>
          </a:p>
          <a:p>
            <a:pPr marL="0" indent="0">
              <a:buNone/>
            </a:pPr>
            <a:r>
              <a:rPr lang="es-ES" sz="2400"/>
              <a:t>Y que cuando sienta frío, note tu cálido abrazo.</a:t>
            </a:r>
          </a:p>
          <a:p>
            <a:pPr marL="0" indent="0">
              <a:buNone/>
            </a:pPr>
            <a:endParaRPr lang="es-ES" sz="2400"/>
          </a:p>
          <a:p>
            <a:pPr marL="0" indent="0">
              <a:buNone/>
            </a:pPr>
            <a:r>
              <a:rPr lang="es-ES" sz="2400"/>
              <a:t>Y llévame contigo a donde quieras</a:t>
            </a:r>
          </a:p>
          <a:p>
            <a:pPr marL="0" indent="0">
              <a:buNone/>
            </a:pPr>
            <a:r>
              <a:rPr lang="es-ES" sz="2400"/>
              <a:t>Y es que no hay mayor consuelo que una madre que te quiera</a:t>
            </a:r>
          </a:p>
          <a:p>
            <a:pPr marL="0" indent="0">
              <a:buNone/>
            </a:pPr>
            <a:r>
              <a:rPr lang="es-ES" sz="2400"/>
              <a:t>Y que algún día pudiera al cielo ir por tu escalera</a:t>
            </a:r>
          </a:p>
          <a:p>
            <a:pPr marL="0" indent="0">
              <a:buNone/>
            </a:pPr>
            <a:r>
              <a:rPr lang="es-ES" sz="2400"/>
              <a:t>Y entender que contigo, madre querida, valió la pena.</a:t>
            </a:r>
          </a:p>
          <a:p>
            <a:pPr marL="0" indent="0">
              <a:buNone/>
            </a:pPr>
            <a:endParaRPr lang="es-ES" sz="2400"/>
          </a:p>
          <a:p>
            <a:pPr marL="0" indent="0">
              <a:buNone/>
            </a:pPr>
            <a:r>
              <a:rPr lang="es-ES" sz="2400" b="1"/>
              <a:t>Que no me canse nunca de mirarte</a:t>
            </a:r>
          </a:p>
          <a:p>
            <a:pPr marL="0" indent="0">
              <a:buNone/>
            </a:pPr>
            <a:r>
              <a:rPr lang="es-ES" sz="2400" b="1"/>
              <a:t>Y repetir con humilde devoción</a:t>
            </a:r>
          </a:p>
          <a:p>
            <a:pPr marL="0" indent="0">
              <a:buNone/>
            </a:pPr>
            <a:r>
              <a:rPr lang="es-ES" sz="2400" b="1"/>
              <a:t>Te quiero con locura, preciosa madre</a:t>
            </a:r>
          </a:p>
          <a:p>
            <a:pPr marL="0" indent="0">
              <a:buNone/>
            </a:pPr>
            <a:r>
              <a:rPr lang="es-ES" sz="2400" b="1"/>
              <a:t>Tú, el mejor regalo de mi Dios (bis)</a:t>
            </a:r>
          </a:p>
        </p:txBody>
      </p:sp>
      <p:pic>
        <p:nvPicPr>
          <p:cNvPr id="2050" name="Picture 2" descr="http://4.bp.blogspot.com/-KDYK-5pi0aE/TuhpxYLsilI/AAAAAAAACQU/OR6wA0XOB90/s1600/3advcl.jpg"/>
          <p:cNvPicPr>
            <a:picLocks noChangeAspect="1" noChangeArrowheads="1"/>
          </p:cNvPicPr>
          <p:nvPr/>
        </p:nvPicPr>
        <p:blipFill>
          <a:blip r:embed="rId2" cstate="print">
            <a:extLst>
              <a:ext uri="{28A0092B-C50C-407E-A947-70E740481C1C}">
                <a14:useLocalDpi xmlns:a14="http://schemas.microsoft.com/office/drawing/2010/main" val="0"/>
              </a:ext>
            </a:extLst>
          </a:blip>
          <a:srcRect/>
          <a:stretch>
            <a:fillRect/>
          </a:stretch>
        </p:blipFill>
        <p:spPr bwMode="auto">
          <a:xfrm>
            <a:off x="7661770" y="3950250"/>
            <a:ext cx="3005897" cy="2506918"/>
          </a:xfrm>
          <a:prstGeom prst="roundRect">
            <a:avLst>
              <a:gd name="adj" fmla="val 8594"/>
            </a:avLst>
          </a:prstGeom>
          <a:solidFill>
            <a:srgbClr val="FFFFFF">
              <a:shade val="85000"/>
            </a:srgbClr>
          </a:solidFill>
          <a:ln>
            <a:noFill/>
          </a:ln>
          <a:effectLst>
            <a:reflection blurRad="12700" stA="38000" endPos="28000" dist="5000" dir="5400000" sy="-100000" algn="bl" rotWithShape="0"/>
          </a:effectLst>
        </p:spPr>
      </p:pic>
      <p:grpSp>
        <p:nvGrpSpPr>
          <p:cNvPr id="9" name="Grupo 8">
            <a:extLst>
              <a:ext uri="{FF2B5EF4-FFF2-40B4-BE49-F238E27FC236}">
                <a16:creationId xmlns:a16="http://schemas.microsoft.com/office/drawing/2014/main" id="{D005AF5C-0E15-1CCE-76B9-E5F32304A2A1}"/>
              </a:ext>
            </a:extLst>
          </p:cNvPr>
          <p:cNvGrpSpPr/>
          <p:nvPr/>
        </p:nvGrpSpPr>
        <p:grpSpPr>
          <a:xfrm>
            <a:off x="1057" y="-4361"/>
            <a:ext cx="12190282" cy="517822"/>
            <a:chOff x="1057" y="-4361"/>
            <a:chExt cx="12503431" cy="517822"/>
          </a:xfrm>
        </p:grpSpPr>
        <p:sp>
          <p:nvSpPr>
            <p:cNvPr id="5" name="Rectángulo 4">
              <a:extLst>
                <a:ext uri="{FF2B5EF4-FFF2-40B4-BE49-F238E27FC236}">
                  <a16:creationId xmlns:a16="http://schemas.microsoft.com/office/drawing/2014/main" id="{035659E4-EACC-8BFC-062C-5FEA3966E849}"/>
                </a:ext>
              </a:extLst>
            </p:cNvPr>
            <p:cNvSpPr/>
            <p:nvPr/>
          </p:nvSpPr>
          <p:spPr>
            <a:xfrm>
              <a:off x="9372455" y="-4360"/>
              <a:ext cx="3132033" cy="517821"/>
            </a:xfrm>
            <a:prstGeom prst="rect">
              <a:avLst/>
            </a:prstGeom>
            <a:solidFill>
              <a:schemeClr val="accent1"/>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r>
                <a:rPr lang="es-ES" sz="2800" b="1">
                  <a:solidFill>
                    <a:srgbClr val="000000"/>
                  </a:solidFill>
                  <a:ea typeface="Calibri"/>
                  <a:cs typeface="Calibri"/>
                </a:rPr>
                <a:t>Rito de Conclusión</a:t>
              </a:r>
              <a:endParaRPr lang="es-ES" sz="2800">
                <a:solidFill>
                  <a:srgbClr val="000000"/>
                </a:solidFill>
                <a:ea typeface="Calibri"/>
                <a:cs typeface="Calibri"/>
              </a:endParaRPr>
            </a:p>
          </p:txBody>
        </p:sp>
        <p:sp>
          <p:nvSpPr>
            <p:cNvPr id="6" name="Rectángulo 5">
              <a:extLst>
                <a:ext uri="{FF2B5EF4-FFF2-40B4-BE49-F238E27FC236}">
                  <a16:creationId xmlns:a16="http://schemas.microsoft.com/office/drawing/2014/main" id="{864F600D-87F5-BB80-EE2A-7FC62B0F02A0}"/>
                </a:ext>
              </a:extLst>
            </p:cNvPr>
            <p:cNvSpPr/>
            <p:nvPr/>
          </p:nvSpPr>
          <p:spPr>
            <a:xfrm>
              <a:off x="1057" y="-4361"/>
              <a:ext cx="3121596" cy="390807"/>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r>
                <a:rPr lang="es-ES" sz="2400" b="1">
                  <a:solidFill>
                    <a:srgbClr val="7F7F7F"/>
                  </a:solidFill>
                  <a:ea typeface="Calibri"/>
                  <a:cs typeface="Calibri"/>
                </a:rPr>
                <a:t>Ritos Iniciales</a:t>
              </a:r>
              <a:endParaRPr lang="es-ES" sz="2400">
                <a:solidFill>
                  <a:srgbClr val="7F7F7F"/>
                </a:solidFill>
                <a:ea typeface="Calibri"/>
                <a:cs typeface="Calibri"/>
              </a:endParaRPr>
            </a:p>
          </p:txBody>
        </p:sp>
        <p:sp>
          <p:nvSpPr>
            <p:cNvPr id="7" name="Rectángulo 6">
              <a:extLst>
                <a:ext uri="{FF2B5EF4-FFF2-40B4-BE49-F238E27FC236}">
                  <a16:creationId xmlns:a16="http://schemas.microsoft.com/office/drawing/2014/main" id="{61B36A45-1CF0-03F3-E8B8-7BBF26906A02}"/>
                </a:ext>
              </a:extLst>
            </p:cNvPr>
            <p:cNvSpPr/>
            <p:nvPr/>
          </p:nvSpPr>
          <p:spPr>
            <a:xfrm>
              <a:off x="3122126" y="-4360"/>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r>
                <a:rPr lang="es-ES" sz="2400" b="1">
                  <a:solidFill>
                    <a:srgbClr val="7F7F7F"/>
                  </a:solidFill>
                  <a:ea typeface="Calibri"/>
                  <a:cs typeface="Calibri"/>
                </a:rPr>
                <a:t>Liturgia de la Palabra</a:t>
              </a:r>
              <a:endParaRPr lang="es-ES" sz="2400">
                <a:solidFill>
                  <a:srgbClr val="7F7F7F"/>
                </a:solidFill>
                <a:ea typeface="Calibri"/>
                <a:cs typeface="Calibri"/>
              </a:endParaRPr>
            </a:p>
          </p:txBody>
        </p:sp>
        <p:sp>
          <p:nvSpPr>
            <p:cNvPr id="8" name="Rectángulo 7">
              <a:extLst>
                <a:ext uri="{FF2B5EF4-FFF2-40B4-BE49-F238E27FC236}">
                  <a16:creationId xmlns:a16="http://schemas.microsoft.com/office/drawing/2014/main" id="{9C8BC793-AFA9-93B0-175C-B400B7A5007A}"/>
                </a:ext>
              </a:extLst>
            </p:cNvPr>
            <p:cNvSpPr/>
            <p:nvPr/>
          </p:nvSpPr>
          <p:spPr>
            <a:xfrm>
              <a:off x="6247290" y="-4361"/>
              <a:ext cx="3132033" cy="390808"/>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r>
                <a:rPr lang="es-ES" sz="2400" b="1">
                  <a:solidFill>
                    <a:schemeClr val="tx1">
                      <a:lumMod val="49000"/>
                      <a:lumOff val="51000"/>
                    </a:schemeClr>
                  </a:solidFill>
                  <a:ea typeface="Calibri"/>
                  <a:cs typeface="Calibri"/>
                </a:rPr>
                <a:t>Liturgia</a:t>
              </a:r>
              <a:r>
                <a:rPr lang="es-ES" sz="2400" b="1">
                  <a:solidFill>
                    <a:srgbClr val="000000"/>
                  </a:solidFill>
                  <a:ea typeface="Calibri"/>
                  <a:cs typeface="Calibri"/>
                </a:rPr>
                <a:t> </a:t>
              </a:r>
              <a:r>
                <a:rPr lang="es-ES" sz="2400" b="1">
                  <a:solidFill>
                    <a:schemeClr val="tx1">
                      <a:lumMod val="49000"/>
                      <a:lumOff val="51000"/>
                    </a:schemeClr>
                  </a:solidFill>
                  <a:ea typeface="Calibri"/>
                  <a:cs typeface="Calibri"/>
                </a:rPr>
                <a:t>Eucarística</a:t>
              </a:r>
              <a:endParaRPr lang="es-ES" sz="2400">
                <a:solidFill>
                  <a:schemeClr val="tx1">
                    <a:lumMod val="49000"/>
                    <a:lumOff val="51000"/>
                  </a:schemeClr>
                </a:solidFill>
                <a:ea typeface="Calibri"/>
                <a:cs typeface="Calibri"/>
              </a:endParaRPr>
            </a:p>
          </p:txBody>
        </p:sp>
      </p:grpSp>
    </p:spTree>
    <p:extLst>
      <p:ext uri="{BB962C8B-B14F-4D97-AF65-F5344CB8AC3E}">
        <p14:creationId xmlns:p14="http://schemas.microsoft.com/office/powerpoint/2010/main" val="3542650598"/>
      </p:ext>
    </p:extLst>
  </p:cSld>
  <p:clrMapOvr>
    <a:masterClrMapping/>
  </p:clrMapOvr>
  <p:transition/>
</p:sld>
</file>

<file path=ppt/slides/slide102.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5" name="4 Rectángulo"/>
          <p:cNvSpPr/>
          <p:nvPr/>
        </p:nvSpPr>
        <p:spPr>
          <a:xfrm>
            <a:off x="893284" y="1276366"/>
            <a:ext cx="6337402" cy="5324535"/>
          </a:xfrm>
          <a:prstGeom prst="rect">
            <a:avLst/>
          </a:prstGeom>
        </p:spPr>
        <p:txBody>
          <a:bodyPr wrap="square">
            <a:spAutoFit/>
          </a:bodyPr>
          <a:lstStyle/>
          <a:p>
            <a:r>
              <a:rPr lang="es-ES" sz="2000"/>
              <a:t>Hubo un hombre que pasó por esta tierra,</a:t>
            </a:r>
          </a:p>
          <a:p>
            <a:r>
              <a:rPr lang="es-ES" sz="2000"/>
              <a:t>Hubo un hombre que se dio por los demás,</a:t>
            </a:r>
          </a:p>
          <a:p>
            <a:r>
              <a:rPr lang="es-ES" sz="2000"/>
              <a:t>Hubo un hombre que supo ver en los niños</a:t>
            </a:r>
          </a:p>
          <a:p>
            <a:r>
              <a:rPr lang="es-ES" sz="2000"/>
              <a:t>Futuros hombres de una nueva humanidad. (BIS)     </a:t>
            </a:r>
          </a:p>
          <a:p>
            <a:r>
              <a:rPr lang="es-ES" sz="2000"/>
              <a:t>SAN JOSÉ DE CALASANZ, SAN JOSÉ DE CALASANZ,</a:t>
            </a:r>
          </a:p>
          <a:p>
            <a:r>
              <a:rPr lang="es-ES" sz="2000"/>
              <a:t>SUPISTE DAR TU VIDA POR LOS DEMÁS.        </a:t>
            </a:r>
          </a:p>
          <a:p>
            <a:r>
              <a:rPr lang="es-ES" sz="2000"/>
              <a:t>SAN JOSÉ DE CALASANZ, SAN JOSÉ DE CALASANZ,</a:t>
            </a:r>
          </a:p>
          <a:p>
            <a:r>
              <a:rPr lang="es-ES" sz="2000"/>
              <a:t>SUPISTE DAR TU VIDA POR LOS DEMÁS </a:t>
            </a:r>
          </a:p>
          <a:p>
            <a:r>
              <a:rPr lang="es-ES" sz="2000"/>
              <a:t>ENSEÑÁNDOLES A AMAR.</a:t>
            </a:r>
          </a:p>
          <a:p>
            <a:r>
              <a:rPr lang="es-ES" sz="2000"/>
              <a:t>Como un padre, para el que no tuvo padre,</a:t>
            </a:r>
          </a:p>
          <a:p>
            <a:r>
              <a:rPr lang="es-ES" sz="2000"/>
              <a:t>Como hermano, para él que no tuvo hermano,</a:t>
            </a:r>
          </a:p>
          <a:p>
            <a:r>
              <a:rPr lang="es-ES" sz="2000"/>
              <a:t>Como amigo, para aquel que en esta vida no</a:t>
            </a:r>
          </a:p>
          <a:p>
            <a:r>
              <a:rPr lang="es-ES" sz="2000"/>
              <a:t>ha tenido el cariño de un amigo.</a:t>
            </a:r>
          </a:p>
          <a:p>
            <a:r>
              <a:rPr lang="es-ES" sz="2000"/>
              <a:t>Como un padre, para el que no tuvo padre,</a:t>
            </a:r>
          </a:p>
          <a:p>
            <a:r>
              <a:rPr lang="es-ES" sz="2000"/>
              <a:t>Como hermano, para él que no tuvo hermano,</a:t>
            </a:r>
          </a:p>
          <a:p>
            <a:r>
              <a:rPr lang="es-ES" sz="2000"/>
              <a:t>Como amigo, para aquel que en esta vida,</a:t>
            </a:r>
          </a:p>
          <a:p>
            <a:r>
              <a:rPr lang="es-ES" sz="2000"/>
              <a:t>no ha conocido a Jesús su gran amigo …</a:t>
            </a:r>
          </a:p>
        </p:txBody>
      </p:sp>
      <p:sp>
        <p:nvSpPr>
          <p:cNvPr id="6" name="Título 1">
            <a:extLst>
              <a:ext uri="{FF2B5EF4-FFF2-40B4-BE49-F238E27FC236}">
                <a16:creationId xmlns:a16="http://schemas.microsoft.com/office/drawing/2014/main" id="{66FED19B-C76D-4904-9A17-63C74AB35C8C}"/>
              </a:ext>
            </a:extLst>
          </p:cNvPr>
          <p:cNvSpPr txBox="1">
            <a:spLocks/>
          </p:cNvSpPr>
          <p:nvPr/>
        </p:nvSpPr>
        <p:spPr>
          <a:xfrm>
            <a:off x="974021" y="335624"/>
            <a:ext cx="4959994" cy="949373"/>
          </a:xfrm>
          <a:prstGeom prst="rect">
            <a:avLst/>
          </a:prstGeom>
        </p:spPr>
        <p:txBody>
          <a:bodyPr/>
          <a:lstStyle/>
          <a:p>
            <a:pPr defTabSz="914400">
              <a:spcBef>
                <a:spcPct val="0"/>
              </a:spcBef>
              <a:defRPr/>
            </a:pPr>
            <a:r>
              <a:rPr lang="es-ES" sz="4800" b="1" cap="all">
                <a:solidFill>
                  <a:schemeClr val="accent6"/>
                </a:solidFill>
                <a:effectLst>
                  <a:reflection blurRad="12700" stA="48000" endA="300" endPos="55000" dir="5400000" sy="-90000" algn="bl" rotWithShape="0"/>
                </a:effectLst>
                <a:latin typeface="+mj-lt"/>
                <a:ea typeface="+mj-ea"/>
                <a:cs typeface="Calibri" panose="020F0502020204030204" pitchFamily="34" charset="0"/>
              </a:rPr>
              <a:t>HUBO UN HOMBRE</a:t>
            </a:r>
          </a:p>
        </p:txBody>
      </p:sp>
      <p:pic>
        <p:nvPicPr>
          <p:cNvPr id="7" name="Imagen 6" descr="Dibujo animado de un personaje animado&#10;&#10;Descripción generada automáticamente con confianza media">
            <a:extLst>
              <a:ext uri="{FF2B5EF4-FFF2-40B4-BE49-F238E27FC236}">
                <a16:creationId xmlns:a16="http://schemas.microsoft.com/office/drawing/2014/main" id="{64941C64-4AF2-415C-8634-640C1C6DF20C}"/>
              </a:ext>
            </a:extLst>
          </p:cNvPr>
          <p:cNvPicPr/>
          <p:nvPr/>
        </p:nvPicPr>
        <p:blipFill>
          <a:blip r:embed="rId2" cstate="print">
            <a:extLst>
              <a:ext uri="{28A0092B-C50C-407E-A947-70E740481C1C}">
                <a14:useLocalDpi xmlns:a14="http://schemas.microsoft.com/office/drawing/2010/main" val="0"/>
              </a:ext>
            </a:extLst>
          </a:blip>
          <a:stretch>
            <a:fillRect/>
          </a:stretch>
        </p:blipFill>
        <p:spPr>
          <a:xfrm>
            <a:off x="6782121" y="1221740"/>
            <a:ext cx="3711711" cy="5454831"/>
          </a:xfrm>
          <a:prstGeom prst="rect">
            <a:avLst/>
          </a:prstGeom>
        </p:spPr>
      </p:pic>
      <p:grpSp>
        <p:nvGrpSpPr>
          <p:cNvPr id="13" name="Grupo 12">
            <a:extLst>
              <a:ext uri="{FF2B5EF4-FFF2-40B4-BE49-F238E27FC236}">
                <a16:creationId xmlns:a16="http://schemas.microsoft.com/office/drawing/2014/main" id="{332108CE-BB0C-380E-3BA8-C26BCBE14747}"/>
              </a:ext>
            </a:extLst>
          </p:cNvPr>
          <p:cNvGrpSpPr/>
          <p:nvPr/>
        </p:nvGrpSpPr>
        <p:grpSpPr>
          <a:xfrm>
            <a:off x="1057" y="-4361"/>
            <a:ext cx="12190282" cy="517822"/>
            <a:chOff x="1057" y="-4361"/>
            <a:chExt cx="12503431" cy="517822"/>
          </a:xfrm>
        </p:grpSpPr>
        <p:sp>
          <p:nvSpPr>
            <p:cNvPr id="9" name="Rectángulo 8">
              <a:extLst>
                <a:ext uri="{FF2B5EF4-FFF2-40B4-BE49-F238E27FC236}">
                  <a16:creationId xmlns:a16="http://schemas.microsoft.com/office/drawing/2014/main" id="{1504DAD2-EA3B-0EF4-3798-9301086983DF}"/>
                </a:ext>
              </a:extLst>
            </p:cNvPr>
            <p:cNvSpPr/>
            <p:nvPr/>
          </p:nvSpPr>
          <p:spPr>
            <a:xfrm>
              <a:off x="9372455" y="-4360"/>
              <a:ext cx="3132033" cy="517821"/>
            </a:xfrm>
            <a:prstGeom prst="rect">
              <a:avLst/>
            </a:prstGeom>
            <a:solidFill>
              <a:schemeClr val="accent1"/>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800" b="1">
                  <a:solidFill>
                    <a:srgbClr val="000000"/>
                  </a:solidFill>
                  <a:ea typeface="Calibri"/>
                  <a:cs typeface="Calibri"/>
                </a:rPr>
                <a:t>Rito de Conclusión</a:t>
              </a:r>
              <a:endParaRPr lang="es-ES" sz="2800">
                <a:solidFill>
                  <a:srgbClr val="000000"/>
                </a:solidFill>
                <a:ea typeface="Calibri"/>
                <a:cs typeface="Calibri"/>
              </a:endParaRPr>
            </a:p>
          </p:txBody>
        </p:sp>
        <p:sp>
          <p:nvSpPr>
            <p:cNvPr id="10" name="Rectángulo 9">
              <a:extLst>
                <a:ext uri="{FF2B5EF4-FFF2-40B4-BE49-F238E27FC236}">
                  <a16:creationId xmlns:a16="http://schemas.microsoft.com/office/drawing/2014/main" id="{A0176E36-2C37-4447-71E0-01093DDA98CB}"/>
                </a:ext>
              </a:extLst>
            </p:cNvPr>
            <p:cNvSpPr/>
            <p:nvPr/>
          </p:nvSpPr>
          <p:spPr>
            <a:xfrm>
              <a:off x="1057" y="-4361"/>
              <a:ext cx="3121596" cy="390807"/>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rgbClr val="7F7F7F"/>
                  </a:solidFill>
                  <a:ea typeface="Calibri"/>
                  <a:cs typeface="Calibri"/>
                </a:rPr>
                <a:t>Ritos Iniciales</a:t>
              </a:r>
              <a:endParaRPr lang="es-ES" sz="2400">
                <a:solidFill>
                  <a:srgbClr val="7F7F7F"/>
                </a:solidFill>
                <a:ea typeface="Calibri"/>
                <a:cs typeface="Calibri"/>
              </a:endParaRPr>
            </a:p>
          </p:txBody>
        </p:sp>
        <p:sp>
          <p:nvSpPr>
            <p:cNvPr id="11" name="Rectángulo 10">
              <a:extLst>
                <a:ext uri="{FF2B5EF4-FFF2-40B4-BE49-F238E27FC236}">
                  <a16:creationId xmlns:a16="http://schemas.microsoft.com/office/drawing/2014/main" id="{9AE15BE4-44FE-3472-1F71-1CC19078A0E6}"/>
                </a:ext>
              </a:extLst>
            </p:cNvPr>
            <p:cNvSpPr/>
            <p:nvPr/>
          </p:nvSpPr>
          <p:spPr>
            <a:xfrm>
              <a:off x="3122126" y="-4360"/>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rgbClr val="7F7F7F"/>
                  </a:solidFill>
                  <a:ea typeface="Calibri"/>
                  <a:cs typeface="Calibri"/>
                </a:rPr>
                <a:t>Liturgia de la Palabra</a:t>
              </a:r>
              <a:endParaRPr lang="es-ES" sz="2400">
                <a:solidFill>
                  <a:srgbClr val="7F7F7F"/>
                </a:solidFill>
                <a:ea typeface="Calibri"/>
                <a:cs typeface="Calibri"/>
              </a:endParaRPr>
            </a:p>
          </p:txBody>
        </p:sp>
        <p:sp>
          <p:nvSpPr>
            <p:cNvPr id="12" name="Rectángulo 11">
              <a:extLst>
                <a:ext uri="{FF2B5EF4-FFF2-40B4-BE49-F238E27FC236}">
                  <a16:creationId xmlns:a16="http://schemas.microsoft.com/office/drawing/2014/main" id="{C788FDC1-1ED7-F55C-7440-1B989B1C7C01}"/>
                </a:ext>
              </a:extLst>
            </p:cNvPr>
            <p:cNvSpPr/>
            <p:nvPr/>
          </p:nvSpPr>
          <p:spPr>
            <a:xfrm>
              <a:off x="6247290" y="-4361"/>
              <a:ext cx="3132033" cy="390808"/>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Liturgia</a:t>
              </a:r>
              <a:r>
                <a:rPr lang="es-ES" sz="2400" b="1">
                  <a:solidFill>
                    <a:srgbClr val="000000"/>
                  </a:solidFill>
                  <a:ea typeface="Calibri"/>
                  <a:cs typeface="Calibri"/>
                </a:rPr>
                <a:t> </a:t>
              </a:r>
              <a:r>
                <a:rPr lang="es-ES" sz="2400" b="1">
                  <a:solidFill>
                    <a:schemeClr val="tx1">
                      <a:lumMod val="49000"/>
                      <a:lumOff val="51000"/>
                    </a:schemeClr>
                  </a:solidFill>
                  <a:ea typeface="Calibri"/>
                  <a:cs typeface="Calibri"/>
                </a:rPr>
                <a:t>Eucarística</a:t>
              </a:r>
              <a:endParaRPr lang="es-ES" sz="2400">
                <a:solidFill>
                  <a:schemeClr val="tx1">
                    <a:lumMod val="49000"/>
                    <a:lumOff val="51000"/>
                  </a:schemeClr>
                </a:solidFill>
                <a:ea typeface="Calibri"/>
                <a:cs typeface="Calibri"/>
              </a:endParaRPr>
            </a:p>
          </p:txBody>
        </p:sp>
      </p:grpSp>
    </p:spTree>
    <p:extLst>
      <p:ext uri="{BB962C8B-B14F-4D97-AF65-F5344CB8AC3E}">
        <p14:creationId xmlns:p14="http://schemas.microsoft.com/office/powerpoint/2010/main" val="3517318882"/>
      </p:ext>
    </p:extLst>
  </p:cSld>
  <p:clrMapOvr>
    <a:masterClrMapping/>
  </p:clrMapOvr>
  <mc:AlternateContent xmlns:mc="http://schemas.openxmlformats.org/markup-compatibility/2006" xmlns:p14="http://schemas.microsoft.com/office/powerpoint/2010/main">
    <mc:Choice Requires="p14">
      <p:transition spd="slow" p14:dur="1500">
        <p:random/>
      </p:transition>
    </mc:Choice>
    <mc:Fallback xmlns="">
      <p:transition spd="slow">
        <p:random/>
      </p:transition>
    </mc:Fallback>
  </mc:AlternateContent>
</p:sld>
</file>

<file path=ppt/slides/slide103.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42F1DED-EF7D-40CC-8F55-DADDD52A5815}"/>
              </a:ext>
            </a:extLst>
          </p:cNvPr>
          <p:cNvSpPr>
            <a:spLocks noGrp="1"/>
          </p:cNvSpPr>
          <p:nvPr>
            <p:ph type="title"/>
          </p:nvPr>
        </p:nvSpPr>
        <p:spPr>
          <a:xfrm>
            <a:off x="2207568" y="391396"/>
            <a:ext cx="3716982" cy="794468"/>
          </a:xfrm>
        </p:spPr>
        <p:txBody>
          <a:bodyPr/>
          <a:lstStyle/>
          <a:p>
            <a:r>
              <a:rPr lang="es-ES" sz="4000">
                <a:solidFill>
                  <a:schemeClr val="accent6"/>
                </a:solidFill>
                <a:effectLst>
                  <a:outerShdw blurRad="38100" dist="38100" dir="2700000" algn="tl">
                    <a:srgbClr val="000000">
                      <a:alpha val="43137"/>
                    </a:srgbClr>
                  </a:outerShdw>
                </a:effectLst>
              </a:rPr>
              <a:t>SALVE</a:t>
            </a:r>
            <a:r>
              <a:rPr lang="es-ES">
                <a:solidFill>
                  <a:schemeClr val="accent6"/>
                </a:solidFill>
                <a:effectLst>
                  <a:outerShdw blurRad="38100" dist="38100" dir="2700000" algn="tl">
                    <a:srgbClr val="000000">
                      <a:alpha val="43137"/>
                    </a:srgbClr>
                  </a:outerShdw>
                </a:effectLst>
              </a:rPr>
              <a:t> </a:t>
            </a:r>
            <a:r>
              <a:rPr lang="es-ES" sz="1600">
                <a:solidFill>
                  <a:schemeClr val="accent6"/>
                </a:solidFill>
                <a:effectLst>
                  <a:outerShdw blurRad="38100" dist="38100" dir="2700000" algn="tl">
                    <a:srgbClr val="000000">
                      <a:alpha val="43137"/>
                    </a:srgbClr>
                  </a:outerShdw>
                </a:effectLst>
              </a:rPr>
              <a:t>(P. JUAN JOSE GALVIN)</a:t>
            </a:r>
            <a:endParaRPr lang="es-ES">
              <a:solidFill>
                <a:schemeClr val="accent6"/>
              </a:solidFill>
              <a:effectLst>
                <a:outerShdw blurRad="38100" dist="38100" dir="2700000" algn="tl">
                  <a:srgbClr val="000000">
                    <a:alpha val="43137"/>
                  </a:srgbClr>
                </a:outerShdw>
              </a:effectLst>
            </a:endParaRPr>
          </a:p>
        </p:txBody>
      </p:sp>
      <p:sp>
        <p:nvSpPr>
          <p:cNvPr id="3" name="Marcador de contenido 2">
            <a:extLst>
              <a:ext uri="{FF2B5EF4-FFF2-40B4-BE49-F238E27FC236}">
                <a16:creationId xmlns:a16="http://schemas.microsoft.com/office/drawing/2014/main" id="{29F17094-883B-4CB1-8D9E-1E2C79B5B263}"/>
              </a:ext>
            </a:extLst>
          </p:cNvPr>
          <p:cNvSpPr>
            <a:spLocks noGrp="1"/>
          </p:cNvSpPr>
          <p:nvPr>
            <p:ph sz="half" idx="1"/>
          </p:nvPr>
        </p:nvSpPr>
        <p:spPr>
          <a:xfrm>
            <a:off x="1864656" y="1185865"/>
            <a:ext cx="4502795" cy="4991099"/>
          </a:xfrm>
        </p:spPr>
        <p:txBody>
          <a:bodyPr>
            <a:normAutofit/>
          </a:bodyPr>
          <a:lstStyle/>
          <a:p>
            <a:pPr marL="0" indent="0">
              <a:buNone/>
            </a:pPr>
            <a:r>
              <a:rPr lang="es-ES"/>
              <a:t>Dios te salve María</a:t>
            </a:r>
          </a:p>
          <a:p>
            <a:pPr marL="0" indent="0">
              <a:buNone/>
            </a:pPr>
            <a:r>
              <a:rPr lang="es-ES"/>
              <a:t>Llena eres de gracia</a:t>
            </a:r>
          </a:p>
          <a:p>
            <a:pPr marL="0" indent="0">
              <a:buNone/>
            </a:pPr>
            <a:r>
              <a:rPr lang="es-ES"/>
              <a:t>El Señor es contigo</a:t>
            </a:r>
          </a:p>
          <a:p>
            <a:pPr marL="0" indent="0">
              <a:buNone/>
            </a:pPr>
            <a:r>
              <a:rPr lang="es-ES"/>
              <a:t>Y bendita Tú eres</a:t>
            </a:r>
          </a:p>
          <a:p>
            <a:pPr marL="0" indent="0">
              <a:buNone/>
            </a:pPr>
            <a:endParaRPr lang="es-ES"/>
          </a:p>
          <a:p>
            <a:pPr marL="0" indent="0">
              <a:buNone/>
            </a:pPr>
            <a:r>
              <a:rPr lang="es-ES"/>
              <a:t>Y BENDITO EL FRUTO </a:t>
            </a:r>
          </a:p>
          <a:p>
            <a:pPr marL="0" indent="0">
              <a:buNone/>
            </a:pPr>
            <a:r>
              <a:rPr lang="es-ES"/>
              <a:t>DE TU VIENTRE</a:t>
            </a:r>
          </a:p>
          <a:p>
            <a:pPr marL="0" indent="0">
              <a:buNone/>
            </a:pPr>
            <a:r>
              <a:rPr lang="es-ES"/>
              <a:t>BENDITO SEA JESUS (bis)</a:t>
            </a:r>
          </a:p>
          <a:p>
            <a:pPr marL="0" indent="0">
              <a:buNone/>
            </a:pPr>
            <a:endParaRPr lang="es-ES"/>
          </a:p>
          <a:p>
            <a:pPr marL="0" indent="0">
              <a:buNone/>
            </a:pPr>
            <a:r>
              <a:rPr lang="es-ES"/>
              <a:t>Santa María, madre de Dios</a:t>
            </a:r>
          </a:p>
          <a:p>
            <a:pPr marL="0" indent="0">
              <a:buNone/>
            </a:pPr>
            <a:r>
              <a:rPr lang="es-ES"/>
              <a:t>Ruega por nosotros</a:t>
            </a:r>
          </a:p>
          <a:p>
            <a:pPr marL="0" indent="0">
              <a:buNone/>
            </a:pPr>
            <a:r>
              <a:rPr lang="es-ES"/>
              <a:t>Ahora y en la hora de nuestra muerte.</a:t>
            </a:r>
          </a:p>
        </p:txBody>
      </p:sp>
      <p:pic>
        <p:nvPicPr>
          <p:cNvPr id="6" name="Imagen 5">
            <a:extLst>
              <a:ext uri="{FF2B5EF4-FFF2-40B4-BE49-F238E27FC236}">
                <a16:creationId xmlns:a16="http://schemas.microsoft.com/office/drawing/2014/main" id="{CFF86FB9-52B6-4E10-BE19-331BC024857C}"/>
              </a:ext>
            </a:extLst>
          </p:cNvPr>
          <p:cNvPicPr>
            <a:picLocks noChangeAspect="1"/>
          </p:cNvPicPr>
          <p:nvPr/>
        </p:nvPicPr>
        <p:blipFill>
          <a:blip r:embed="rId2"/>
          <a:stretch>
            <a:fillRect/>
          </a:stretch>
        </p:blipFill>
        <p:spPr>
          <a:xfrm>
            <a:off x="6710363" y="0"/>
            <a:ext cx="3957637" cy="6858000"/>
          </a:xfrm>
          <a:prstGeom prst="rect">
            <a:avLst/>
          </a:prstGeom>
        </p:spPr>
      </p:pic>
      <p:sp>
        <p:nvSpPr>
          <p:cNvPr id="8" name="Rectángulo 7">
            <a:extLst>
              <a:ext uri="{FF2B5EF4-FFF2-40B4-BE49-F238E27FC236}">
                <a16:creationId xmlns:a16="http://schemas.microsoft.com/office/drawing/2014/main" id="{AF4C2198-C644-2751-EF67-097F1A43F5F9}"/>
              </a:ext>
            </a:extLst>
          </p:cNvPr>
          <p:cNvSpPr/>
          <p:nvPr/>
        </p:nvSpPr>
        <p:spPr>
          <a:xfrm>
            <a:off x="-3038" y="-4359"/>
            <a:ext cx="12198868" cy="392561"/>
          </a:xfrm>
          <a:prstGeom prst="rect">
            <a:avLst/>
          </a:prstGeom>
          <a:solidFill>
            <a:schemeClr val="accent5">
              <a:lumMod val="40000"/>
              <a:lumOff val="60000"/>
            </a:schemeClr>
          </a:solidFill>
          <a:ln>
            <a:solidFill>
              <a:schemeClr val="accent5">
                <a:lumMod val="40000"/>
                <a:lumOff val="6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s-ES" sz="2800" b="1">
                <a:solidFill>
                  <a:schemeClr val="tx1"/>
                </a:solidFill>
                <a:ea typeface="Calibri"/>
                <a:cs typeface="Calibri"/>
              </a:rPr>
              <a:t>Rito Conclusión</a:t>
            </a:r>
          </a:p>
        </p:txBody>
      </p:sp>
    </p:spTree>
    <p:extLst>
      <p:ext uri="{BB962C8B-B14F-4D97-AF65-F5344CB8AC3E}">
        <p14:creationId xmlns:p14="http://schemas.microsoft.com/office/powerpoint/2010/main" val="1032018208"/>
      </p:ext>
    </p:extLst>
  </p:cSld>
  <p:clrMapOvr>
    <a:masterClrMapping/>
  </p:clrMapOvr>
</p:sld>
</file>

<file path=ppt/slides/slide104.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4" name="Marcador de contenido 3"/>
          <p:cNvSpPr>
            <a:spLocks noGrp="1"/>
          </p:cNvSpPr>
          <p:nvPr>
            <p:ph sz="half" idx="2"/>
          </p:nvPr>
        </p:nvSpPr>
        <p:spPr>
          <a:xfrm>
            <a:off x="6351748" y="2291508"/>
            <a:ext cx="4153359" cy="4377851"/>
          </a:xfrm>
        </p:spPr>
        <p:txBody>
          <a:bodyPr>
            <a:noAutofit/>
          </a:bodyPr>
          <a:lstStyle/>
          <a:p>
            <a:pPr marL="0" indent="0">
              <a:buNone/>
            </a:pPr>
            <a:r>
              <a:rPr lang="es-ES" sz="2000">
                <a:solidFill>
                  <a:schemeClr val="bg1"/>
                </a:solidFill>
                <a:latin typeface="Noto Sans" panose="020B0502040504020204" pitchFamily="34" charset="0"/>
              </a:rPr>
              <a:t>Madre consuélame de mis penas</a:t>
            </a:r>
            <a:br>
              <a:rPr lang="es-ES" sz="2000">
                <a:solidFill>
                  <a:schemeClr val="bg1"/>
                </a:solidFill>
                <a:latin typeface="Noto Sans" panose="020B0502040504020204" pitchFamily="34" charset="0"/>
              </a:rPr>
            </a:br>
            <a:r>
              <a:rPr lang="es-ES" sz="2000">
                <a:solidFill>
                  <a:schemeClr val="bg1"/>
                </a:solidFill>
                <a:latin typeface="Noto Sans" panose="020B0502040504020204" pitchFamily="34" charset="0"/>
              </a:rPr>
              <a:t>Es que no quiero ofenderte mas</a:t>
            </a:r>
            <a:br>
              <a:rPr lang="es-ES" sz="2000">
                <a:solidFill>
                  <a:schemeClr val="bg1"/>
                </a:solidFill>
                <a:latin typeface="Noto Sans" panose="020B0502040504020204" pitchFamily="34" charset="0"/>
              </a:rPr>
            </a:br>
            <a:r>
              <a:rPr lang="es-ES" sz="2000">
                <a:solidFill>
                  <a:schemeClr val="bg1"/>
                </a:solidFill>
                <a:latin typeface="Noto Sans" panose="020B0502040504020204" pitchFamily="34" charset="0"/>
              </a:rPr>
              <a:t>Que por tus ojos misericordiosos</a:t>
            </a:r>
            <a:br>
              <a:rPr lang="es-ES" sz="2000">
                <a:solidFill>
                  <a:schemeClr val="bg1"/>
                </a:solidFill>
                <a:latin typeface="Noto Sans" panose="020B0502040504020204" pitchFamily="34" charset="0"/>
              </a:rPr>
            </a:br>
            <a:r>
              <a:rPr lang="es-ES" sz="2000">
                <a:solidFill>
                  <a:schemeClr val="bg1"/>
                </a:solidFill>
                <a:latin typeface="Noto Sans" panose="020B0502040504020204" pitchFamily="34" charset="0"/>
              </a:rPr>
              <a:t>Quiero ir al cielo y verlos ya</a:t>
            </a:r>
          </a:p>
          <a:p>
            <a:pPr marL="0" indent="0">
              <a:buNone/>
            </a:pPr>
            <a:endParaRPr lang="es-ES" sz="2000">
              <a:solidFill>
                <a:schemeClr val="bg1"/>
              </a:solidFill>
              <a:latin typeface="Noto Sans" panose="020B0502040504020204" pitchFamily="34" charset="0"/>
            </a:endParaRPr>
          </a:p>
          <a:p>
            <a:pPr marL="0" indent="0">
              <a:buNone/>
            </a:pPr>
            <a:r>
              <a:rPr lang="es-ES" sz="2000" b="1">
                <a:solidFill>
                  <a:schemeClr val="bg1"/>
                </a:solidFill>
                <a:latin typeface="Noto Sans" panose="020B0502040504020204" pitchFamily="34" charset="0"/>
              </a:rPr>
              <a:t>ESTRIBILLO</a:t>
            </a:r>
          </a:p>
          <a:p>
            <a:pPr marL="0" indent="0">
              <a:buNone/>
            </a:pPr>
            <a:endParaRPr lang="es-ES" sz="2000">
              <a:solidFill>
                <a:schemeClr val="bg1"/>
              </a:solidFill>
              <a:latin typeface="Noto Sans" panose="020B0502040504020204" pitchFamily="34" charset="0"/>
            </a:endParaRPr>
          </a:p>
          <a:p>
            <a:pPr marL="0" indent="0">
              <a:buNone/>
            </a:pPr>
            <a:r>
              <a:rPr lang="es-ES" sz="2000">
                <a:solidFill>
                  <a:schemeClr val="bg1"/>
                </a:solidFill>
                <a:latin typeface="Noto Sans" panose="020B0502040504020204" pitchFamily="34" charset="0"/>
              </a:rPr>
              <a:t>Madre acógeme en el pesebre</a:t>
            </a:r>
            <a:br>
              <a:rPr lang="es-ES" sz="2000">
                <a:solidFill>
                  <a:schemeClr val="bg1"/>
                </a:solidFill>
                <a:latin typeface="Noto Sans" panose="020B0502040504020204" pitchFamily="34" charset="0"/>
              </a:rPr>
            </a:br>
            <a:r>
              <a:rPr lang="es-ES" sz="2000">
                <a:solidFill>
                  <a:schemeClr val="bg1"/>
                </a:solidFill>
                <a:latin typeface="Noto Sans" panose="020B0502040504020204" pitchFamily="34" charset="0"/>
              </a:rPr>
              <a:t>Junto a tu niño y a san José</a:t>
            </a:r>
            <a:br>
              <a:rPr lang="es-ES" sz="2000">
                <a:solidFill>
                  <a:schemeClr val="bg1"/>
                </a:solidFill>
                <a:latin typeface="Noto Sans" panose="020B0502040504020204" pitchFamily="34" charset="0"/>
              </a:rPr>
            </a:br>
            <a:r>
              <a:rPr lang="es-ES" sz="2000">
                <a:solidFill>
                  <a:schemeClr val="bg1"/>
                </a:solidFill>
                <a:latin typeface="Noto Sans" panose="020B0502040504020204" pitchFamily="34" charset="0"/>
              </a:rPr>
              <a:t>Que por tus ojos misericordiosos</a:t>
            </a:r>
            <a:br>
              <a:rPr lang="es-ES" sz="2000">
                <a:solidFill>
                  <a:schemeClr val="bg1"/>
                </a:solidFill>
                <a:latin typeface="Noto Sans" panose="020B0502040504020204" pitchFamily="34" charset="0"/>
              </a:rPr>
            </a:br>
            <a:r>
              <a:rPr lang="es-ES" sz="2000">
                <a:solidFill>
                  <a:schemeClr val="bg1"/>
                </a:solidFill>
                <a:latin typeface="Noto Sans" panose="020B0502040504020204" pitchFamily="34" charset="0"/>
              </a:rPr>
              <a:t>Toda mi vida sea un belén</a:t>
            </a:r>
          </a:p>
          <a:p>
            <a:pPr marL="0" indent="0">
              <a:buNone/>
            </a:pPr>
            <a:endParaRPr lang="es-ES" sz="2000">
              <a:solidFill>
                <a:schemeClr val="bg1"/>
              </a:solidFill>
              <a:latin typeface="Noto Sans" panose="020B0502040504020204" pitchFamily="34" charset="0"/>
            </a:endParaRPr>
          </a:p>
          <a:p>
            <a:pPr marL="0" indent="0">
              <a:buNone/>
            </a:pPr>
            <a:r>
              <a:rPr lang="es-ES" sz="2000" b="1">
                <a:solidFill>
                  <a:schemeClr val="bg1"/>
                </a:solidFill>
                <a:latin typeface="Noto Sans" panose="020B0502040504020204" pitchFamily="34" charset="0"/>
              </a:rPr>
              <a:t>ESTRIBILLO</a:t>
            </a:r>
          </a:p>
        </p:txBody>
      </p:sp>
      <p:pic>
        <p:nvPicPr>
          <p:cNvPr id="5" name="Imagen 4" descr="Una caricatura de una persona&#10;&#10;Descripción generada automáticamente">
            <a:extLst>
              <a:ext uri="{FF2B5EF4-FFF2-40B4-BE49-F238E27FC236}">
                <a16:creationId xmlns:a16="http://schemas.microsoft.com/office/drawing/2014/main" id="{F2B7E17F-95D2-82E9-41B2-CFBF8280EDF2}"/>
              </a:ext>
            </a:extLst>
          </p:cNvPr>
          <p:cNvPicPr>
            <a:picLocks noChangeAspect="1"/>
          </p:cNvPicPr>
          <p:nvPr/>
        </p:nvPicPr>
        <p:blipFill>
          <a:blip r:embed="rId2"/>
          <a:srcRect t="10212" r="-2" b="5541"/>
          <a:stretch/>
        </p:blipFill>
        <p:spPr>
          <a:xfrm>
            <a:off x="5311702" y="10"/>
            <a:ext cx="6878775" cy="6857990"/>
          </a:xfrm>
          <a:custGeom>
            <a:avLst/>
            <a:gdLst/>
            <a:ahLst/>
            <a:cxnLst/>
            <a:rect l="l" t="t" r="r" b="b"/>
            <a:pathLst>
              <a:path w="6878775" h="6858000">
                <a:moveTo>
                  <a:pt x="1102973" y="0"/>
                </a:moveTo>
                <a:lnTo>
                  <a:pt x="1160688" y="0"/>
                </a:lnTo>
                <a:lnTo>
                  <a:pt x="983189" y="331786"/>
                </a:lnTo>
                <a:cubicBezTo>
                  <a:pt x="914866" y="469145"/>
                  <a:pt x="850355" y="608712"/>
                  <a:pt x="789261" y="750263"/>
                </a:cubicBezTo>
                <a:cubicBezTo>
                  <a:pt x="774307" y="784928"/>
                  <a:pt x="759992" y="819849"/>
                  <a:pt x="745295" y="854514"/>
                </a:cubicBezTo>
                <a:cubicBezTo>
                  <a:pt x="756682" y="845393"/>
                  <a:pt x="765489" y="833492"/>
                  <a:pt x="770857" y="819975"/>
                </a:cubicBezTo>
                <a:cubicBezTo>
                  <a:pt x="879943" y="589569"/>
                  <a:pt x="999605" y="365513"/>
                  <a:pt x="1131329" y="148742"/>
                </a:cubicBezTo>
                <a:lnTo>
                  <a:pt x="1227589" y="0"/>
                </a:lnTo>
                <a:lnTo>
                  <a:pt x="6878775" y="0"/>
                </a:lnTo>
                <a:lnTo>
                  <a:pt x="6878775" y="6858000"/>
                </a:lnTo>
                <a:lnTo>
                  <a:pt x="713521" y="6858000"/>
                </a:lnTo>
                <a:lnTo>
                  <a:pt x="625642" y="6670527"/>
                </a:lnTo>
                <a:cubicBezTo>
                  <a:pt x="507232" y="6398531"/>
                  <a:pt x="403083" y="6118381"/>
                  <a:pt x="312785" y="5830359"/>
                </a:cubicBezTo>
                <a:cubicBezTo>
                  <a:pt x="278149" y="5719759"/>
                  <a:pt x="248879" y="5607635"/>
                  <a:pt x="212198" y="5480401"/>
                </a:cubicBezTo>
                <a:cubicBezTo>
                  <a:pt x="212208" y="5491601"/>
                  <a:pt x="212803" y="5502788"/>
                  <a:pt x="213988" y="5513923"/>
                </a:cubicBezTo>
                <a:cubicBezTo>
                  <a:pt x="264089" y="5723695"/>
                  <a:pt x="307290" y="5935370"/>
                  <a:pt x="365826" y="6142729"/>
                </a:cubicBezTo>
                <a:cubicBezTo>
                  <a:pt x="433152" y="6380817"/>
                  <a:pt x="510068" y="6614016"/>
                  <a:pt x="597975" y="6841549"/>
                </a:cubicBezTo>
                <a:lnTo>
                  <a:pt x="604824" y="6858000"/>
                </a:lnTo>
                <a:lnTo>
                  <a:pt x="552056" y="6858000"/>
                </a:lnTo>
                <a:lnTo>
                  <a:pt x="539576" y="6828295"/>
                </a:lnTo>
                <a:cubicBezTo>
                  <a:pt x="380597" y="6414594"/>
                  <a:pt x="260223" y="5988893"/>
                  <a:pt x="171555" y="5552906"/>
                </a:cubicBezTo>
                <a:cubicBezTo>
                  <a:pt x="91163" y="5157998"/>
                  <a:pt x="43746" y="4758899"/>
                  <a:pt x="12305" y="4357388"/>
                </a:cubicBezTo>
                <a:cubicBezTo>
                  <a:pt x="-14281" y="4013908"/>
                  <a:pt x="4507" y="3672965"/>
                  <a:pt x="46684" y="3331516"/>
                </a:cubicBezTo>
                <a:cubicBezTo>
                  <a:pt x="127203" y="2664286"/>
                  <a:pt x="277819" y="2007265"/>
                  <a:pt x="496065" y="1371196"/>
                </a:cubicBezTo>
                <a:cubicBezTo>
                  <a:pt x="636273" y="966066"/>
                  <a:pt x="800445" y="573253"/>
                  <a:pt x="995723" y="196614"/>
                </a:cubicBezTo>
                <a:close/>
              </a:path>
            </a:pathLst>
          </a:custGeom>
        </p:spPr>
      </p:pic>
      <p:sp>
        <p:nvSpPr>
          <p:cNvPr id="3" name="Marcador de contenido 2"/>
          <p:cNvSpPr>
            <a:spLocks noGrp="1"/>
          </p:cNvSpPr>
          <p:nvPr>
            <p:ph sz="half" idx="1"/>
          </p:nvPr>
        </p:nvSpPr>
        <p:spPr>
          <a:xfrm>
            <a:off x="1141348" y="1196017"/>
            <a:ext cx="4703259" cy="5603355"/>
          </a:xfrm>
        </p:spPr>
        <p:txBody>
          <a:bodyPr>
            <a:normAutofit lnSpcReduction="10000"/>
          </a:bodyPr>
          <a:lstStyle/>
          <a:p>
            <a:pPr marL="0" indent="0">
              <a:buNone/>
            </a:pPr>
            <a:r>
              <a:rPr lang="es-ES" sz="2400" b="1">
                <a:solidFill>
                  <a:srgbClr val="2A2A2A"/>
                </a:solidFill>
                <a:latin typeface="Noto Sans" panose="020B0502040504020204" pitchFamily="34" charset="0"/>
              </a:rPr>
              <a:t>María mírame</a:t>
            </a:r>
            <a:br>
              <a:rPr lang="es-ES" sz="2400" b="1">
                <a:solidFill>
                  <a:srgbClr val="2A2A2A"/>
                </a:solidFill>
                <a:latin typeface="Noto Sans" panose="020B0502040504020204" pitchFamily="34" charset="0"/>
              </a:rPr>
            </a:br>
            <a:r>
              <a:rPr lang="es-ES" sz="2400" b="1">
                <a:solidFill>
                  <a:srgbClr val="2A2A2A"/>
                </a:solidFill>
                <a:latin typeface="Noto Sans" panose="020B0502040504020204" pitchFamily="34" charset="0"/>
              </a:rPr>
              <a:t>María mírame</a:t>
            </a:r>
            <a:br>
              <a:rPr lang="es-ES" sz="2400" b="1">
                <a:solidFill>
                  <a:srgbClr val="2A2A2A"/>
                </a:solidFill>
                <a:latin typeface="Noto Sans" panose="020B0502040504020204" pitchFamily="34" charset="0"/>
              </a:rPr>
            </a:br>
            <a:r>
              <a:rPr lang="es-ES" sz="2400" b="1">
                <a:solidFill>
                  <a:srgbClr val="2A2A2A"/>
                </a:solidFill>
                <a:latin typeface="Noto Sans" panose="020B0502040504020204" pitchFamily="34" charset="0"/>
              </a:rPr>
              <a:t>Si tu me miras el también me mirará</a:t>
            </a:r>
            <a:br>
              <a:rPr lang="es-ES" sz="2400" b="1">
                <a:solidFill>
                  <a:srgbClr val="2A2A2A"/>
                </a:solidFill>
                <a:latin typeface="Noto Sans" panose="020B0502040504020204" pitchFamily="34" charset="0"/>
              </a:rPr>
            </a:br>
            <a:r>
              <a:rPr lang="es-ES" sz="2400" b="1">
                <a:solidFill>
                  <a:srgbClr val="2A2A2A"/>
                </a:solidFill>
                <a:latin typeface="Noto Sans" panose="020B0502040504020204" pitchFamily="34" charset="0"/>
              </a:rPr>
              <a:t>Madre mía mírame</a:t>
            </a:r>
            <a:br>
              <a:rPr lang="es-ES" sz="2400" b="1">
                <a:solidFill>
                  <a:srgbClr val="2A2A2A"/>
                </a:solidFill>
                <a:latin typeface="Noto Sans" panose="020B0502040504020204" pitchFamily="34" charset="0"/>
              </a:rPr>
            </a:br>
            <a:r>
              <a:rPr lang="es-ES" sz="2400" b="1">
                <a:solidFill>
                  <a:srgbClr val="2A2A2A"/>
                </a:solidFill>
                <a:latin typeface="Noto Sans" panose="020B0502040504020204" pitchFamily="34" charset="0"/>
              </a:rPr>
              <a:t>De la mano llévame</a:t>
            </a:r>
            <a:br>
              <a:rPr lang="es-ES" sz="2400" b="1">
                <a:solidFill>
                  <a:srgbClr val="2A2A2A"/>
                </a:solidFill>
                <a:latin typeface="Noto Sans" panose="020B0502040504020204" pitchFamily="34" charset="0"/>
              </a:rPr>
            </a:br>
            <a:r>
              <a:rPr lang="es-ES" sz="2400" b="1">
                <a:solidFill>
                  <a:srgbClr val="2A2A2A"/>
                </a:solidFill>
                <a:latin typeface="Noto Sans" panose="020B0502040504020204" pitchFamily="34" charset="0"/>
              </a:rPr>
              <a:t>Muy cerca de el</a:t>
            </a:r>
            <a:br>
              <a:rPr lang="es-ES" sz="2400" b="1">
                <a:solidFill>
                  <a:srgbClr val="2A2A2A"/>
                </a:solidFill>
                <a:latin typeface="Noto Sans" panose="020B0502040504020204" pitchFamily="34" charset="0"/>
              </a:rPr>
            </a:br>
            <a:r>
              <a:rPr lang="es-ES" sz="2400" b="1">
                <a:solidFill>
                  <a:srgbClr val="2A2A2A"/>
                </a:solidFill>
                <a:latin typeface="Noto Sans" panose="020B0502040504020204" pitchFamily="34" charset="0"/>
              </a:rPr>
              <a:t>Que ahí me quiero quedar</a:t>
            </a:r>
          </a:p>
          <a:p>
            <a:pPr marL="0" indent="0">
              <a:buNone/>
            </a:pPr>
            <a:endParaRPr lang="es-ES" sz="2400">
              <a:solidFill>
                <a:srgbClr val="2A2A2A"/>
              </a:solidFill>
              <a:latin typeface="Noto Sans" panose="020B0502040504020204" pitchFamily="34" charset="0"/>
            </a:endParaRPr>
          </a:p>
          <a:p>
            <a:pPr marL="0" indent="0">
              <a:buNone/>
            </a:pPr>
            <a:r>
              <a:rPr lang="es-ES" sz="2400">
                <a:solidFill>
                  <a:srgbClr val="2A2A2A"/>
                </a:solidFill>
                <a:latin typeface="Noto Sans" panose="020B0502040504020204" pitchFamily="34" charset="0"/>
              </a:rPr>
              <a:t>María cúbreme con tu manto</a:t>
            </a:r>
            <a:br>
              <a:rPr lang="es-ES" sz="2400">
                <a:solidFill>
                  <a:srgbClr val="2A2A2A"/>
                </a:solidFill>
                <a:latin typeface="Noto Sans" panose="020B0502040504020204" pitchFamily="34" charset="0"/>
              </a:rPr>
            </a:br>
            <a:r>
              <a:rPr lang="es-ES" sz="2400">
                <a:solidFill>
                  <a:srgbClr val="2A2A2A"/>
                </a:solidFill>
                <a:latin typeface="Noto Sans" panose="020B0502040504020204" pitchFamily="34" charset="0"/>
              </a:rPr>
              <a:t>Que tengo miedo y no se rezar</a:t>
            </a:r>
            <a:br>
              <a:rPr lang="es-ES" sz="2400">
                <a:solidFill>
                  <a:srgbClr val="2A2A2A"/>
                </a:solidFill>
                <a:latin typeface="Noto Sans" panose="020B0502040504020204" pitchFamily="34" charset="0"/>
              </a:rPr>
            </a:br>
            <a:r>
              <a:rPr lang="es-ES" sz="2400">
                <a:solidFill>
                  <a:srgbClr val="2A2A2A"/>
                </a:solidFill>
                <a:latin typeface="Noto Sans" panose="020B0502040504020204" pitchFamily="34" charset="0"/>
              </a:rPr>
              <a:t>Que por tus ojos misericordiosos</a:t>
            </a:r>
            <a:br>
              <a:rPr lang="es-ES" sz="2400">
                <a:solidFill>
                  <a:srgbClr val="2A2A2A"/>
                </a:solidFill>
                <a:latin typeface="Noto Sans" panose="020B0502040504020204" pitchFamily="34" charset="0"/>
              </a:rPr>
            </a:br>
            <a:r>
              <a:rPr lang="es-ES" sz="2400">
                <a:solidFill>
                  <a:srgbClr val="2A2A2A"/>
                </a:solidFill>
                <a:latin typeface="Noto Sans" panose="020B0502040504020204" pitchFamily="34" charset="0"/>
              </a:rPr>
              <a:t>Tendré la fuerza tendré la paz</a:t>
            </a:r>
          </a:p>
          <a:p>
            <a:pPr marL="0" indent="0">
              <a:buNone/>
            </a:pPr>
            <a:endParaRPr lang="es-ES" sz="2400">
              <a:solidFill>
                <a:srgbClr val="2A2A2A"/>
              </a:solidFill>
              <a:latin typeface="Noto Sans" panose="020B0502040504020204" pitchFamily="34" charset="0"/>
            </a:endParaRPr>
          </a:p>
          <a:p>
            <a:pPr marL="0" indent="0">
              <a:buNone/>
            </a:pPr>
            <a:r>
              <a:rPr lang="es-ES" sz="2400" b="1">
                <a:solidFill>
                  <a:srgbClr val="2A2A2A"/>
                </a:solidFill>
                <a:latin typeface="Noto Sans" panose="020B0502040504020204" pitchFamily="34" charset="0"/>
              </a:rPr>
              <a:t>ESTRIBILLO</a:t>
            </a:r>
            <a:br>
              <a:rPr lang="es-ES"/>
            </a:br>
            <a:endParaRPr lang="es-ES" sz="2400"/>
          </a:p>
        </p:txBody>
      </p:sp>
      <p:sp>
        <p:nvSpPr>
          <p:cNvPr id="2" name="Título 1"/>
          <p:cNvSpPr>
            <a:spLocks noGrp="1"/>
          </p:cNvSpPr>
          <p:nvPr>
            <p:ph type="title"/>
          </p:nvPr>
        </p:nvSpPr>
        <p:spPr>
          <a:xfrm>
            <a:off x="2872891" y="368955"/>
            <a:ext cx="4624253" cy="805357"/>
          </a:xfrm>
        </p:spPr>
        <p:txBody>
          <a:bodyPr>
            <a:normAutofit fontScale="90000"/>
          </a:bodyPr>
          <a:lstStyle/>
          <a:p>
            <a:pPr algn="ctr"/>
            <a:r>
              <a:rPr lang="es-ES" sz="5400">
                <a:solidFill>
                  <a:schemeClr val="accent6"/>
                </a:solidFill>
                <a:effectLst>
                  <a:outerShdw blurRad="38100" dist="38100" dir="2700000" algn="tl">
                    <a:srgbClr val="000000">
                      <a:alpha val="43137"/>
                    </a:srgbClr>
                  </a:outerShdw>
                </a:effectLst>
              </a:rPr>
              <a:t>María Mírame</a:t>
            </a:r>
          </a:p>
        </p:txBody>
      </p:sp>
      <p:grpSp>
        <p:nvGrpSpPr>
          <p:cNvPr id="12" name="Grupo 11">
            <a:extLst>
              <a:ext uri="{FF2B5EF4-FFF2-40B4-BE49-F238E27FC236}">
                <a16:creationId xmlns:a16="http://schemas.microsoft.com/office/drawing/2014/main" id="{7635C762-56B5-9B60-AE66-340AD43BB9A0}"/>
              </a:ext>
            </a:extLst>
          </p:cNvPr>
          <p:cNvGrpSpPr/>
          <p:nvPr/>
        </p:nvGrpSpPr>
        <p:grpSpPr>
          <a:xfrm>
            <a:off x="1057" y="-4361"/>
            <a:ext cx="12190282" cy="517822"/>
            <a:chOff x="1057" y="-4361"/>
            <a:chExt cx="12503431" cy="517822"/>
          </a:xfrm>
        </p:grpSpPr>
        <p:sp>
          <p:nvSpPr>
            <p:cNvPr id="13" name="Rectángulo 12">
              <a:extLst>
                <a:ext uri="{FF2B5EF4-FFF2-40B4-BE49-F238E27FC236}">
                  <a16:creationId xmlns:a16="http://schemas.microsoft.com/office/drawing/2014/main" id="{7EDC661B-4CA3-D589-4DEA-37594DC794BF}"/>
                </a:ext>
              </a:extLst>
            </p:cNvPr>
            <p:cNvSpPr/>
            <p:nvPr/>
          </p:nvSpPr>
          <p:spPr>
            <a:xfrm>
              <a:off x="9372455" y="-4360"/>
              <a:ext cx="3132033" cy="517821"/>
            </a:xfrm>
            <a:prstGeom prst="rect">
              <a:avLst/>
            </a:prstGeom>
            <a:solidFill>
              <a:schemeClr val="accent1"/>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r>
                <a:rPr lang="es-ES" sz="2800" b="1">
                  <a:solidFill>
                    <a:srgbClr val="000000"/>
                  </a:solidFill>
                  <a:ea typeface="Calibri"/>
                  <a:cs typeface="Calibri"/>
                </a:rPr>
                <a:t>Rito de Conclusión</a:t>
              </a:r>
              <a:endParaRPr lang="es-ES" sz="2800">
                <a:solidFill>
                  <a:srgbClr val="000000"/>
                </a:solidFill>
                <a:ea typeface="Calibri"/>
                <a:cs typeface="Calibri"/>
              </a:endParaRPr>
            </a:p>
          </p:txBody>
        </p:sp>
        <p:sp>
          <p:nvSpPr>
            <p:cNvPr id="14" name="Rectángulo 13">
              <a:extLst>
                <a:ext uri="{FF2B5EF4-FFF2-40B4-BE49-F238E27FC236}">
                  <a16:creationId xmlns:a16="http://schemas.microsoft.com/office/drawing/2014/main" id="{456C51FD-6A38-4BE9-0C5B-1DB64263FAF3}"/>
                </a:ext>
              </a:extLst>
            </p:cNvPr>
            <p:cNvSpPr/>
            <p:nvPr/>
          </p:nvSpPr>
          <p:spPr>
            <a:xfrm>
              <a:off x="1057" y="-4361"/>
              <a:ext cx="3121596" cy="390807"/>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r>
                <a:rPr lang="es-ES" sz="2400" b="1">
                  <a:solidFill>
                    <a:srgbClr val="7F7F7F"/>
                  </a:solidFill>
                  <a:ea typeface="Calibri"/>
                  <a:cs typeface="Calibri"/>
                </a:rPr>
                <a:t>Ritos Iniciales</a:t>
              </a:r>
              <a:endParaRPr lang="es-ES" sz="2400">
                <a:solidFill>
                  <a:srgbClr val="7F7F7F"/>
                </a:solidFill>
                <a:ea typeface="Calibri"/>
                <a:cs typeface="Calibri"/>
              </a:endParaRPr>
            </a:p>
          </p:txBody>
        </p:sp>
        <p:sp>
          <p:nvSpPr>
            <p:cNvPr id="15" name="Rectángulo 14">
              <a:extLst>
                <a:ext uri="{FF2B5EF4-FFF2-40B4-BE49-F238E27FC236}">
                  <a16:creationId xmlns:a16="http://schemas.microsoft.com/office/drawing/2014/main" id="{494C0967-D976-7334-2F43-EB62CBB89DB3}"/>
                </a:ext>
              </a:extLst>
            </p:cNvPr>
            <p:cNvSpPr/>
            <p:nvPr/>
          </p:nvSpPr>
          <p:spPr>
            <a:xfrm>
              <a:off x="3122126" y="-4360"/>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r>
                <a:rPr lang="es-ES" sz="2400" b="1">
                  <a:solidFill>
                    <a:srgbClr val="7F7F7F"/>
                  </a:solidFill>
                  <a:ea typeface="Calibri"/>
                  <a:cs typeface="Calibri"/>
                </a:rPr>
                <a:t>Liturgia de la Palabra</a:t>
              </a:r>
              <a:endParaRPr lang="es-ES" sz="2400">
                <a:solidFill>
                  <a:srgbClr val="7F7F7F"/>
                </a:solidFill>
                <a:ea typeface="Calibri"/>
                <a:cs typeface="Calibri"/>
              </a:endParaRPr>
            </a:p>
          </p:txBody>
        </p:sp>
        <p:sp>
          <p:nvSpPr>
            <p:cNvPr id="16" name="Rectángulo 15">
              <a:extLst>
                <a:ext uri="{FF2B5EF4-FFF2-40B4-BE49-F238E27FC236}">
                  <a16:creationId xmlns:a16="http://schemas.microsoft.com/office/drawing/2014/main" id="{DFCEEFC3-BABD-4203-DF3B-CC5D8AD35ACB}"/>
                </a:ext>
              </a:extLst>
            </p:cNvPr>
            <p:cNvSpPr/>
            <p:nvPr/>
          </p:nvSpPr>
          <p:spPr>
            <a:xfrm>
              <a:off x="6247290" y="-4361"/>
              <a:ext cx="3132033" cy="390808"/>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defPPr>
                <a:defRPr lang="en-US"/>
              </a:defPPr>
              <a:lvl1pPr marL="0" algn="l" defTabSz="457200" rtl="0" eaLnBrk="1" latinLnBrk="0" hangingPunct="1">
                <a:defRPr sz="1800" kern="1200">
                  <a:solidFill>
                    <a:schemeClr val="lt1"/>
                  </a:solidFill>
                  <a:latin typeface="+mn-lt"/>
                  <a:ea typeface="+mn-ea"/>
                  <a:cs typeface="+mn-cs"/>
                </a:defRPr>
              </a:lvl1pPr>
              <a:lvl2pPr marL="457200" algn="l" defTabSz="457200" rtl="0" eaLnBrk="1" latinLnBrk="0" hangingPunct="1">
                <a:defRPr sz="1800" kern="1200">
                  <a:solidFill>
                    <a:schemeClr val="lt1"/>
                  </a:solidFill>
                  <a:latin typeface="+mn-lt"/>
                  <a:ea typeface="+mn-ea"/>
                  <a:cs typeface="+mn-cs"/>
                </a:defRPr>
              </a:lvl2pPr>
              <a:lvl3pPr marL="914400" algn="l" defTabSz="457200" rtl="0" eaLnBrk="1" latinLnBrk="0" hangingPunct="1">
                <a:defRPr sz="1800" kern="1200">
                  <a:solidFill>
                    <a:schemeClr val="lt1"/>
                  </a:solidFill>
                  <a:latin typeface="+mn-lt"/>
                  <a:ea typeface="+mn-ea"/>
                  <a:cs typeface="+mn-cs"/>
                </a:defRPr>
              </a:lvl3pPr>
              <a:lvl4pPr marL="1371600" algn="l" defTabSz="457200" rtl="0" eaLnBrk="1" latinLnBrk="0" hangingPunct="1">
                <a:defRPr sz="1800" kern="1200">
                  <a:solidFill>
                    <a:schemeClr val="lt1"/>
                  </a:solidFill>
                  <a:latin typeface="+mn-lt"/>
                  <a:ea typeface="+mn-ea"/>
                  <a:cs typeface="+mn-cs"/>
                </a:defRPr>
              </a:lvl4pPr>
              <a:lvl5pPr marL="1828800" algn="l" defTabSz="457200" rtl="0" eaLnBrk="1" latinLnBrk="0" hangingPunct="1">
                <a:defRPr sz="1800" kern="1200">
                  <a:solidFill>
                    <a:schemeClr val="lt1"/>
                  </a:solidFill>
                  <a:latin typeface="+mn-lt"/>
                  <a:ea typeface="+mn-ea"/>
                  <a:cs typeface="+mn-cs"/>
                </a:defRPr>
              </a:lvl5pPr>
              <a:lvl6pPr marL="2286000" algn="l" defTabSz="457200" rtl="0" eaLnBrk="1" latinLnBrk="0" hangingPunct="1">
                <a:defRPr sz="1800" kern="1200">
                  <a:solidFill>
                    <a:schemeClr val="lt1"/>
                  </a:solidFill>
                  <a:latin typeface="+mn-lt"/>
                  <a:ea typeface="+mn-ea"/>
                  <a:cs typeface="+mn-cs"/>
                </a:defRPr>
              </a:lvl6pPr>
              <a:lvl7pPr marL="2743200" algn="l" defTabSz="457200" rtl="0" eaLnBrk="1" latinLnBrk="0" hangingPunct="1">
                <a:defRPr sz="1800" kern="1200">
                  <a:solidFill>
                    <a:schemeClr val="lt1"/>
                  </a:solidFill>
                  <a:latin typeface="+mn-lt"/>
                  <a:ea typeface="+mn-ea"/>
                  <a:cs typeface="+mn-cs"/>
                </a:defRPr>
              </a:lvl7pPr>
              <a:lvl8pPr marL="3200400" algn="l" defTabSz="457200" rtl="0" eaLnBrk="1" latinLnBrk="0" hangingPunct="1">
                <a:defRPr sz="1800" kern="1200">
                  <a:solidFill>
                    <a:schemeClr val="lt1"/>
                  </a:solidFill>
                  <a:latin typeface="+mn-lt"/>
                  <a:ea typeface="+mn-ea"/>
                  <a:cs typeface="+mn-cs"/>
                </a:defRPr>
              </a:lvl8pPr>
              <a:lvl9pPr marL="3657600" algn="l" defTabSz="457200" rtl="0" eaLnBrk="1" latinLnBrk="0" hangingPunct="1">
                <a:defRPr sz="1800" kern="1200">
                  <a:solidFill>
                    <a:schemeClr val="lt1"/>
                  </a:solidFill>
                  <a:latin typeface="+mn-lt"/>
                  <a:ea typeface="+mn-ea"/>
                  <a:cs typeface="+mn-cs"/>
                </a:defRPr>
              </a:lvl9pPr>
            </a:lstStyle>
            <a:p>
              <a:pPr algn="ctr"/>
              <a:r>
                <a:rPr lang="es-ES" sz="2400" b="1">
                  <a:solidFill>
                    <a:schemeClr val="tx1">
                      <a:lumMod val="49000"/>
                      <a:lumOff val="51000"/>
                    </a:schemeClr>
                  </a:solidFill>
                  <a:ea typeface="Calibri"/>
                  <a:cs typeface="Calibri"/>
                </a:rPr>
                <a:t>Liturgia</a:t>
              </a:r>
              <a:r>
                <a:rPr lang="es-ES" sz="2400" b="1">
                  <a:solidFill>
                    <a:srgbClr val="000000"/>
                  </a:solidFill>
                  <a:ea typeface="Calibri"/>
                  <a:cs typeface="Calibri"/>
                </a:rPr>
                <a:t> </a:t>
              </a:r>
              <a:r>
                <a:rPr lang="es-ES" sz="2400" b="1">
                  <a:solidFill>
                    <a:schemeClr val="tx1">
                      <a:lumMod val="49000"/>
                      <a:lumOff val="51000"/>
                    </a:schemeClr>
                  </a:solidFill>
                  <a:ea typeface="Calibri"/>
                  <a:cs typeface="Calibri"/>
                </a:rPr>
                <a:t>Eucarística</a:t>
              </a:r>
              <a:endParaRPr lang="es-ES" sz="2400">
                <a:solidFill>
                  <a:schemeClr val="tx1">
                    <a:lumMod val="49000"/>
                    <a:lumOff val="51000"/>
                  </a:schemeClr>
                </a:solidFill>
                <a:ea typeface="Calibri"/>
                <a:cs typeface="Calibri"/>
              </a:endParaRPr>
            </a:p>
          </p:txBody>
        </p:sp>
      </p:grpSp>
    </p:spTree>
    <p:extLst>
      <p:ext uri="{BB962C8B-B14F-4D97-AF65-F5344CB8AC3E}">
        <p14:creationId xmlns:p14="http://schemas.microsoft.com/office/powerpoint/2010/main" val="1075882333"/>
      </p:ext>
    </p:extLst>
  </p:cSld>
  <p:clrMapOvr>
    <a:masterClrMapping/>
  </p:clrMapOvr>
  <p:transition spd="med">
    <p:pull/>
  </p:transition>
</p:sld>
</file>

<file path=ppt/slides/slide105.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3" name="Marcador de contenido 2"/>
          <p:cNvSpPr>
            <a:spLocks noGrp="1"/>
          </p:cNvSpPr>
          <p:nvPr>
            <p:ph idx="1"/>
          </p:nvPr>
        </p:nvSpPr>
        <p:spPr>
          <a:xfrm>
            <a:off x="822961" y="1265198"/>
            <a:ext cx="9144000" cy="5072061"/>
          </a:xfrm>
        </p:spPr>
        <p:txBody>
          <a:bodyPr numCol="2" spcCol="360000" anchor="ctr">
            <a:normAutofit fontScale="70000" lnSpcReduction="20000"/>
          </a:bodyPr>
          <a:lstStyle/>
          <a:p>
            <a:pPr marL="0" indent="0">
              <a:buNone/>
            </a:pPr>
            <a:r>
              <a:rPr lang="es-ES" sz="2400"/>
              <a:t>Hoy quiero señor, ponerlo todo en tu presencia</a:t>
            </a:r>
          </a:p>
          <a:p>
            <a:pPr marL="0" indent="0">
              <a:buNone/>
            </a:pPr>
            <a:r>
              <a:rPr lang="es-ES" sz="2400"/>
              <a:t>Darme hasta gastarme contigo y por ti</a:t>
            </a:r>
          </a:p>
          <a:p>
            <a:pPr marL="0" indent="0">
              <a:buNone/>
            </a:pPr>
            <a:r>
              <a:rPr lang="es-ES" sz="2400"/>
              <a:t>Hoy quiero, señor, ponerlo todo ante tu puerta</a:t>
            </a:r>
          </a:p>
          <a:p>
            <a:pPr marL="0" indent="0">
              <a:buNone/>
            </a:pPr>
            <a:r>
              <a:rPr lang="es-ES" sz="2400"/>
              <a:t>Para en todo amarte y servir</a:t>
            </a:r>
          </a:p>
          <a:p>
            <a:pPr marL="0" indent="0">
              <a:buNone/>
            </a:pPr>
            <a:endParaRPr lang="es-ES" sz="2400"/>
          </a:p>
          <a:p>
            <a:pPr marL="0" indent="0">
              <a:buNone/>
            </a:pPr>
            <a:r>
              <a:rPr lang="es-ES" sz="2400" b="1"/>
              <a:t>Enciéndeme y deja arder donde haga falta</a:t>
            </a:r>
          </a:p>
          <a:p>
            <a:pPr marL="0" indent="0">
              <a:buNone/>
            </a:pPr>
            <a:r>
              <a:rPr lang="es-ES" sz="2400" b="1"/>
              <a:t>Enciéndeme y déjame ser tu luz</a:t>
            </a:r>
          </a:p>
          <a:p>
            <a:pPr marL="0" indent="0">
              <a:buNone/>
            </a:pPr>
            <a:r>
              <a:rPr lang="es-ES" sz="2400" b="1"/>
              <a:t>Y así poder llevarte hasta todas las almas</a:t>
            </a:r>
          </a:p>
          <a:p>
            <a:pPr marL="0" indent="0">
              <a:buNone/>
            </a:pPr>
            <a:r>
              <a:rPr lang="es-ES" sz="2400" b="1"/>
              <a:t>Saciar la sed que tienes tú, desde la cruz.</a:t>
            </a:r>
          </a:p>
          <a:p>
            <a:pPr marL="0" indent="0">
              <a:buNone/>
            </a:pPr>
            <a:endParaRPr lang="es-ES" sz="2400" b="1"/>
          </a:p>
          <a:p>
            <a:pPr marL="0" indent="0">
              <a:buNone/>
            </a:pPr>
            <a:r>
              <a:rPr lang="es-ES" sz="2400"/>
              <a:t>Hoy quisiera, madre poner todo en tu presencia</a:t>
            </a:r>
          </a:p>
          <a:p>
            <a:pPr marL="0" indent="0">
              <a:buNone/>
            </a:pPr>
            <a:r>
              <a:rPr lang="es-ES" sz="2400"/>
              <a:t>Darme hasta gastarme, decirle que si</a:t>
            </a:r>
          </a:p>
          <a:p>
            <a:pPr marL="0" indent="0">
              <a:buNone/>
            </a:pPr>
            <a:r>
              <a:rPr lang="es-ES" sz="2400"/>
              <a:t>Hoy te pido madre, que dejes mi puerta abierta</a:t>
            </a:r>
          </a:p>
          <a:p>
            <a:pPr marL="0" indent="0">
              <a:buNone/>
            </a:pPr>
            <a:r>
              <a:rPr lang="es-ES" sz="2400"/>
              <a:t>Para en todo amarle y servir</a:t>
            </a:r>
          </a:p>
          <a:p>
            <a:pPr marL="0" indent="0">
              <a:buNone/>
            </a:pPr>
            <a:endParaRPr lang="es-ES" sz="2400"/>
          </a:p>
          <a:p>
            <a:pPr marL="0" indent="0">
              <a:buNone/>
            </a:pPr>
            <a:endParaRPr lang="es-ES" sz="2400"/>
          </a:p>
          <a:p>
            <a:pPr marL="0" indent="0">
              <a:buNone/>
            </a:pPr>
            <a:endParaRPr lang="es-ES" sz="2400"/>
          </a:p>
          <a:p>
            <a:pPr marL="0" indent="0">
              <a:buNone/>
            </a:pPr>
            <a:endParaRPr lang="es-ES" sz="2400"/>
          </a:p>
          <a:p>
            <a:pPr marL="0" indent="0">
              <a:buNone/>
            </a:pPr>
            <a:endParaRPr lang="es-ES" sz="2400"/>
          </a:p>
          <a:p>
            <a:pPr marL="0" indent="0">
              <a:buNone/>
            </a:pPr>
            <a:endParaRPr lang="es-ES" sz="2400"/>
          </a:p>
          <a:p>
            <a:pPr marL="0" indent="0">
              <a:buNone/>
            </a:pPr>
            <a:r>
              <a:rPr lang="es-ES" sz="2400" b="1"/>
              <a:t>Enciéndeme y déjame arder donde haga falta</a:t>
            </a:r>
          </a:p>
          <a:p>
            <a:pPr marL="0" indent="0">
              <a:buNone/>
            </a:pPr>
            <a:r>
              <a:rPr lang="es-ES" sz="2400" b="1"/>
              <a:t>Enciéndeme y déjame ser tu luz</a:t>
            </a:r>
          </a:p>
          <a:p>
            <a:pPr marL="0" indent="0">
              <a:buNone/>
            </a:pPr>
            <a:r>
              <a:rPr lang="es-ES" sz="2400" b="1"/>
              <a:t>Y así poder llevarte hasta todas las almas</a:t>
            </a:r>
          </a:p>
          <a:p>
            <a:pPr marL="0" indent="0">
              <a:buNone/>
            </a:pPr>
            <a:r>
              <a:rPr lang="es-ES" sz="2400" b="1"/>
              <a:t>Saciar la sed que tienes tu, desde la cruz</a:t>
            </a:r>
          </a:p>
          <a:p>
            <a:pPr marL="0" indent="0">
              <a:buNone/>
            </a:pPr>
            <a:endParaRPr lang="es-ES" sz="2400" b="1"/>
          </a:p>
          <a:p>
            <a:pPr marL="0" indent="0">
              <a:buNone/>
            </a:pPr>
            <a:r>
              <a:rPr lang="es-ES" sz="2400"/>
              <a:t>Enciéndeme y déjame arder donde haga falta</a:t>
            </a:r>
          </a:p>
          <a:p>
            <a:pPr marL="0" indent="0">
              <a:buNone/>
            </a:pPr>
            <a:r>
              <a:rPr lang="es-ES" sz="2400"/>
              <a:t>Enciéndeme y déjame ser tu luz</a:t>
            </a:r>
          </a:p>
          <a:p>
            <a:pPr marL="0" indent="0">
              <a:buNone/>
            </a:pPr>
            <a:r>
              <a:rPr lang="es-ES" sz="2400"/>
              <a:t>Y así poder llevarte hasta todas las almas</a:t>
            </a:r>
          </a:p>
          <a:p>
            <a:pPr marL="0" indent="0">
              <a:buNone/>
            </a:pPr>
            <a:r>
              <a:rPr lang="es-ES" sz="2400"/>
              <a:t>Saciar la sed que tienes Tu desde la cruz</a:t>
            </a:r>
          </a:p>
          <a:p>
            <a:pPr marL="0" indent="0">
              <a:buNone/>
            </a:pPr>
            <a:br>
              <a:rPr lang="es-ES" sz="4600">
                <a:solidFill>
                  <a:schemeClr val="accent1">
                    <a:lumMod val="75000"/>
                  </a:schemeClr>
                </a:solidFill>
              </a:rPr>
            </a:br>
            <a:r>
              <a:rPr lang="es-ES" sz="4600">
                <a:solidFill>
                  <a:schemeClr val="accent1">
                    <a:lumMod val="75000"/>
                  </a:schemeClr>
                </a:solidFill>
              </a:rPr>
              <a:t>     </a:t>
            </a:r>
          </a:p>
        </p:txBody>
      </p:sp>
      <p:sp>
        <p:nvSpPr>
          <p:cNvPr id="4" name="CuadroTexto 3">
            <a:extLst>
              <a:ext uri="{FF2B5EF4-FFF2-40B4-BE49-F238E27FC236}">
                <a16:creationId xmlns:a16="http://schemas.microsoft.com/office/drawing/2014/main" id="{DD0FFF5C-B897-8A1F-73F6-34A9D5498E82}"/>
              </a:ext>
            </a:extLst>
          </p:cNvPr>
          <p:cNvSpPr txBox="1"/>
          <p:nvPr/>
        </p:nvSpPr>
        <p:spPr>
          <a:xfrm>
            <a:off x="1524001" y="336875"/>
            <a:ext cx="6096000" cy="584775"/>
          </a:xfrm>
          <a:prstGeom prst="rect">
            <a:avLst/>
          </a:prstGeom>
          <a:noFill/>
        </p:spPr>
        <p:txBody>
          <a:bodyPr wrap="square">
            <a:spAutoFit/>
          </a:bodyPr>
          <a:lstStyle/>
          <a:p>
            <a:r>
              <a:rPr lang="es-ES" sz="3200"/>
              <a:t>ENCIÉNDEME</a:t>
            </a:r>
          </a:p>
        </p:txBody>
      </p:sp>
      <p:pic>
        <p:nvPicPr>
          <p:cNvPr id="3074" name="Picture 2" descr="FICARIBE: SER LUZ">
            <a:extLst>
              <a:ext uri="{FF2B5EF4-FFF2-40B4-BE49-F238E27FC236}">
                <a16:creationId xmlns:a16="http://schemas.microsoft.com/office/drawing/2014/main" id="{6653C3FD-F236-8900-2A81-E0981785C627}"/>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497190" y="167918"/>
            <a:ext cx="2719323" cy="2194560"/>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3115979507"/>
      </p:ext>
    </p:extLst>
  </p:cSld>
  <p:clrMapOvr>
    <a:masterClrMapping/>
  </p:clrMapOvr>
  <p:transition spd="slow">
    <p:wipe/>
  </p:transition>
</p:sld>
</file>

<file path=ppt/slides/slide106.xml><?xml version="1.0" encoding="utf-8"?>
<p:sld xmlns:a="http://schemas.openxmlformats.org/drawingml/2006/main" xmlns:r="http://schemas.openxmlformats.org/officeDocument/2006/relationships" xmlns:p="http://schemas.openxmlformats.org/presentationml/2006/main">
  <p:cSld>
    <p:spTree>
      <p:nvGrpSpPr>
        <p:cNvPr id="1" name="Shape 862"/>
        <p:cNvGrpSpPr/>
        <p:nvPr/>
      </p:nvGrpSpPr>
      <p:grpSpPr>
        <a:xfrm>
          <a:off x="0" y="0"/>
          <a:ext cx="0" cy="0"/>
          <a:chOff x="0" y="0"/>
          <a:chExt cx="0" cy="0"/>
        </a:xfrm>
      </p:grpSpPr>
      <p:pic>
        <p:nvPicPr>
          <p:cNvPr id="2" name="Imagen 1">
            <a:extLst>
              <a:ext uri="{FF2B5EF4-FFF2-40B4-BE49-F238E27FC236}">
                <a16:creationId xmlns:a16="http://schemas.microsoft.com/office/drawing/2014/main" id="{7B4DF592-BDB2-39B2-A73B-EA6DBC8BFA6A}"/>
              </a:ext>
            </a:extLst>
          </p:cNvPr>
          <p:cNvPicPr>
            <a:picLocks noChangeAspect="1"/>
          </p:cNvPicPr>
          <p:nvPr/>
        </p:nvPicPr>
        <p:blipFill>
          <a:blip r:embed="rId3"/>
          <a:srcRect l="30381" r="30317"/>
          <a:stretch/>
        </p:blipFill>
        <p:spPr>
          <a:xfrm>
            <a:off x="7888822" y="331516"/>
            <a:ext cx="4303178" cy="5720944"/>
          </a:xfrm>
          <a:prstGeom prst="rect">
            <a:avLst/>
          </a:prstGeom>
        </p:spPr>
      </p:pic>
      <p:sp>
        <p:nvSpPr>
          <p:cNvPr id="864" name="Google Shape;864;p104"/>
          <p:cNvSpPr txBox="1">
            <a:spLocks noGrp="1"/>
          </p:cNvSpPr>
          <p:nvPr>
            <p:ph type="body" idx="1"/>
          </p:nvPr>
        </p:nvSpPr>
        <p:spPr>
          <a:xfrm>
            <a:off x="1092222" y="1411615"/>
            <a:ext cx="7964692" cy="5642553"/>
          </a:xfrm>
          <a:prstGeom prst="rect">
            <a:avLst/>
          </a:prstGeom>
          <a:noFill/>
          <a:ln>
            <a:noFill/>
          </a:ln>
        </p:spPr>
        <p:txBody>
          <a:bodyPr spcFirstLastPara="1" vert="horz" wrap="square" lIns="91425" tIns="45700" rIns="91425" bIns="45700" rtlCol="0" anchor="t" anchorCtr="0">
            <a:normAutofit/>
          </a:bodyPr>
          <a:lstStyle/>
          <a:p>
            <a:pPr marL="0" indent="0">
              <a:spcBef>
                <a:spcPts val="0"/>
              </a:spcBef>
              <a:buClr>
                <a:schemeClr val="lt1"/>
              </a:buClr>
              <a:buSzPts val="2100"/>
              <a:buNone/>
            </a:pPr>
            <a:r>
              <a:rPr lang="es-ES" sz="3200" b="1"/>
              <a:t>¡Estoy alegre! ¿Por qué estás alegre?</a:t>
            </a:r>
          </a:p>
          <a:p>
            <a:pPr marL="0" indent="0">
              <a:spcBef>
                <a:spcPts val="0"/>
              </a:spcBef>
              <a:buClr>
                <a:schemeClr val="lt1"/>
              </a:buClr>
              <a:buSzPts val="2100"/>
              <a:buNone/>
            </a:pPr>
            <a:r>
              <a:rPr lang="es-ES" sz="3200" b="1"/>
              <a:t>¡Estoy alegre! ¡Cuéntame por qué!</a:t>
            </a:r>
          </a:p>
          <a:p>
            <a:pPr marL="0" indent="0">
              <a:spcBef>
                <a:spcPts val="0"/>
              </a:spcBef>
              <a:buClr>
                <a:schemeClr val="lt1"/>
              </a:buClr>
              <a:buSzPts val="2100"/>
              <a:buNone/>
            </a:pPr>
            <a:r>
              <a:rPr lang="es-ES" sz="3200" b="1"/>
              <a:t>¡Estoy alegre! ¿Por qué estás alegre?</a:t>
            </a:r>
          </a:p>
          <a:p>
            <a:pPr marL="0" indent="0">
              <a:spcBef>
                <a:spcPts val="0"/>
              </a:spcBef>
              <a:buClr>
                <a:schemeClr val="lt1"/>
              </a:buClr>
              <a:buSzPts val="2100"/>
              <a:buNone/>
            </a:pPr>
            <a:r>
              <a:rPr lang="es-ES" sz="3200" b="1"/>
              <a:t>Eso quiero yo saber.</a:t>
            </a:r>
          </a:p>
          <a:p>
            <a:pPr marL="0" indent="0">
              <a:spcBef>
                <a:spcPts val="0"/>
              </a:spcBef>
              <a:buClr>
                <a:schemeClr val="lt1"/>
              </a:buClr>
              <a:buSzPts val="2100"/>
              <a:buNone/>
            </a:pPr>
            <a:endParaRPr lang="es-ES" sz="3200"/>
          </a:p>
          <a:p>
            <a:pPr marL="0" indent="0">
              <a:spcBef>
                <a:spcPts val="0"/>
              </a:spcBef>
              <a:buClr>
                <a:schemeClr val="lt1"/>
              </a:buClr>
              <a:buSzPts val="2100"/>
              <a:buNone/>
            </a:pPr>
            <a:r>
              <a:rPr lang="es-ES" sz="3200"/>
              <a:t>¡Voy a contarte! ¿Puedes contarme?</a:t>
            </a:r>
          </a:p>
          <a:p>
            <a:pPr marL="0" indent="0">
              <a:spcBef>
                <a:spcPts val="0"/>
              </a:spcBef>
              <a:buClr>
                <a:schemeClr val="lt1"/>
              </a:buClr>
              <a:buSzPts val="2100"/>
              <a:buNone/>
            </a:pPr>
            <a:r>
              <a:rPr lang="es-ES" sz="3200"/>
              <a:t>¿La razón de estar alegre así? </a:t>
            </a:r>
            <a:r>
              <a:rPr lang="es-ES" sz="3200" err="1"/>
              <a:t>Paparapapapá</a:t>
            </a:r>
            <a:r>
              <a:rPr lang="es-ES" sz="3200"/>
              <a:t>…</a:t>
            </a:r>
          </a:p>
          <a:p>
            <a:pPr marL="0" indent="0">
              <a:spcBef>
                <a:spcPts val="0"/>
              </a:spcBef>
              <a:buClr>
                <a:schemeClr val="lt1"/>
              </a:buClr>
              <a:buSzPts val="2100"/>
              <a:buNone/>
            </a:pPr>
            <a:r>
              <a:rPr lang="es-ES" sz="3200"/>
              <a:t>Cristo un día me salvó, y también me transformó.</a:t>
            </a:r>
          </a:p>
          <a:p>
            <a:pPr marL="0" indent="0">
              <a:spcBef>
                <a:spcPts val="0"/>
              </a:spcBef>
              <a:buClr>
                <a:schemeClr val="lt1"/>
              </a:buClr>
              <a:buSzPts val="2100"/>
              <a:buNone/>
            </a:pPr>
            <a:r>
              <a:rPr lang="es-ES" sz="3200"/>
              <a:t>Y por eso alegre estoy.</a:t>
            </a:r>
          </a:p>
        </p:txBody>
      </p:sp>
      <p:sp>
        <p:nvSpPr>
          <p:cNvPr id="4" name="Título 3">
            <a:extLst>
              <a:ext uri="{FF2B5EF4-FFF2-40B4-BE49-F238E27FC236}">
                <a16:creationId xmlns:a16="http://schemas.microsoft.com/office/drawing/2014/main" id="{621D5C1E-3FC7-8CE0-F12F-41D8D8237F3A}"/>
              </a:ext>
            </a:extLst>
          </p:cNvPr>
          <p:cNvSpPr>
            <a:spLocks noGrp="1"/>
          </p:cNvSpPr>
          <p:nvPr>
            <p:ph type="title"/>
          </p:nvPr>
        </p:nvSpPr>
        <p:spPr>
          <a:xfrm>
            <a:off x="838200" y="-16830"/>
            <a:ext cx="10515600" cy="1325563"/>
          </a:xfrm>
        </p:spPr>
        <p:txBody>
          <a:bodyPr/>
          <a:lstStyle/>
          <a:p>
            <a:r>
              <a:rPr lang="es-ES" b="1"/>
              <a:t>Estoy alegre</a:t>
            </a:r>
          </a:p>
        </p:txBody>
      </p:sp>
    </p:spTree>
    <p:extLst>
      <p:ext uri="{BB962C8B-B14F-4D97-AF65-F5344CB8AC3E}">
        <p14:creationId xmlns:p14="http://schemas.microsoft.com/office/powerpoint/2010/main" val="4224251247"/>
      </p:ext>
    </p:extLst>
  </p:cSld>
  <p:clrMapOvr>
    <a:masterClrMapping/>
  </p:clrMapOvr>
  <mc:AlternateContent xmlns:mc="http://schemas.openxmlformats.org/markup-compatibility/2006">
    <mc:Choice xmlns:p14="http://schemas.microsoft.com/office/powerpoint/2010/main" Requires="p14">
      <p:transition spd="med" p14:dur="700">
        <p:fade/>
      </p:transition>
    </mc:Choice>
    <mc:Fallback>
      <p:transition spd="med">
        <p:fade/>
      </p:transition>
    </mc:Fallback>
  </mc:AlternateContent>
</p:sld>
</file>

<file path=ppt/slides/slide107.xml><?xml version="1.0" encoding="utf-8"?>
<p:sld xmlns:a="http://schemas.openxmlformats.org/drawingml/2006/main" xmlns:r="http://schemas.openxmlformats.org/officeDocument/2006/relationships" xmlns:p="http://schemas.openxmlformats.org/presentationml/2006/main" show="0">
  <p:cSld>
    <p:spTree>
      <p:nvGrpSpPr>
        <p:cNvPr id="1" name="Shape 862"/>
        <p:cNvGrpSpPr/>
        <p:nvPr/>
      </p:nvGrpSpPr>
      <p:grpSpPr>
        <a:xfrm>
          <a:off x="0" y="0"/>
          <a:ext cx="0" cy="0"/>
          <a:chOff x="0" y="0"/>
          <a:chExt cx="0" cy="0"/>
        </a:xfrm>
      </p:grpSpPr>
      <p:sp>
        <p:nvSpPr>
          <p:cNvPr id="864" name="Google Shape;864;p104"/>
          <p:cNvSpPr txBox="1">
            <a:spLocks noGrp="1"/>
          </p:cNvSpPr>
          <p:nvPr>
            <p:ph type="body" idx="1"/>
          </p:nvPr>
        </p:nvSpPr>
        <p:spPr>
          <a:xfrm>
            <a:off x="1092222" y="1063270"/>
            <a:ext cx="6120680" cy="5642553"/>
          </a:xfrm>
          <a:prstGeom prst="rect">
            <a:avLst/>
          </a:prstGeom>
          <a:noFill/>
          <a:ln>
            <a:noFill/>
          </a:ln>
        </p:spPr>
        <p:txBody>
          <a:bodyPr spcFirstLastPara="1" vert="horz" wrap="square" lIns="91425" tIns="45700" rIns="91425" bIns="45700" rtlCol="0" anchor="t" anchorCtr="0">
            <a:normAutofit fontScale="92500" lnSpcReduction="20000"/>
          </a:bodyPr>
          <a:lstStyle/>
          <a:p>
            <a:pPr marL="0" indent="0">
              <a:spcBef>
                <a:spcPts val="0"/>
              </a:spcBef>
              <a:buClr>
                <a:schemeClr val="lt1"/>
              </a:buClr>
              <a:buSzPts val="2100"/>
              <a:buNone/>
            </a:pPr>
            <a:r>
              <a:rPr lang="es-ES"/>
              <a:t>Como corre un río dentro de mi ser (x2)</a:t>
            </a:r>
            <a:endParaRPr/>
          </a:p>
          <a:p>
            <a:pPr marL="0" indent="0">
              <a:spcBef>
                <a:spcPts val="750"/>
              </a:spcBef>
              <a:buClr>
                <a:schemeClr val="lt1"/>
              </a:buClr>
              <a:buSzPts val="2100"/>
              <a:buNone/>
            </a:pPr>
            <a:r>
              <a:rPr lang="es-ES"/>
              <a:t>así yo confío en Cristo, mi Rey (x2)</a:t>
            </a:r>
            <a:endParaRPr/>
          </a:p>
          <a:p>
            <a:pPr marL="0" indent="0">
              <a:spcBef>
                <a:spcPts val="750"/>
              </a:spcBef>
              <a:buClr>
                <a:schemeClr val="lt1"/>
              </a:buClr>
              <a:buSzPts val="2100"/>
              <a:buNone/>
            </a:pPr>
            <a:endParaRPr/>
          </a:p>
          <a:p>
            <a:pPr marL="0" indent="0">
              <a:spcBef>
                <a:spcPts val="750"/>
              </a:spcBef>
              <a:buClr>
                <a:schemeClr val="lt1"/>
              </a:buClr>
              <a:buSzPts val="2100"/>
              <a:buNone/>
            </a:pPr>
            <a:r>
              <a:rPr lang="es-ES"/>
              <a:t>COMO UN RÍO DE AGUA VIVA,</a:t>
            </a:r>
            <a:endParaRPr/>
          </a:p>
          <a:p>
            <a:pPr marL="0" indent="0">
              <a:spcBef>
                <a:spcPts val="750"/>
              </a:spcBef>
              <a:buClr>
                <a:schemeClr val="lt1"/>
              </a:buClr>
              <a:buSzPts val="2100"/>
              <a:buNone/>
            </a:pPr>
            <a:r>
              <a:rPr lang="es-ES"/>
              <a:t>QUE SALTA P’ARRIBA, QUE LLEVO DENTRO</a:t>
            </a:r>
            <a:endParaRPr/>
          </a:p>
          <a:p>
            <a:pPr marL="0" indent="0">
              <a:spcBef>
                <a:spcPts val="750"/>
              </a:spcBef>
              <a:buClr>
                <a:schemeClr val="lt1"/>
              </a:buClr>
              <a:buSzPts val="2100"/>
              <a:buNone/>
            </a:pPr>
            <a:r>
              <a:rPr lang="es-ES"/>
              <a:t>QUE AFIRMA Y CONFIRMA EN ESTE MOMENTO</a:t>
            </a:r>
            <a:endParaRPr/>
          </a:p>
          <a:p>
            <a:pPr marL="0" indent="0">
              <a:spcBef>
                <a:spcPts val="750"/>
              </a:spcBef>
              <a:buClr>
                <a:schemeClr val="lt1"/>
              </a:buClr>
              <a:buSzPts val="2100"/>
              <a:buNone/>
            </a:pPr>
            <a:r>
              <a:rPr lang="es-ES"/>
              <a:t>EL ESPÍRITU SANTO ESTÁ VINIENDO (X2)</a:t>
            </a:r>
            <a:endParaRPr/>
          </a:p>
          <a:p>
            <a:pPr marL="0" indent="0">
              <a:spcBef>
                <a:spcPts val="750"/>
              </a:spcBef>
              <a:buClr>
                <a:schemeClr val="lt1"/>
              </a:buClr>
              <a:buSzPts val="2100"/>
              <a:buNone/>
            </a:pPr>
            <a:endParaRPr/>
          </a:p>
          <a:p>
            <a:pPr marL="0" indent="0">
              <a:spcBef>
                <a:spcPts val="750"/>
              </a:spcBef>
              <a:buClr>
                <a:schemeClr val="lt1"/>
              </a:buClr>
              <a:buSzPts val="2100"/>
              <a:buNone/>
            </a:pPr>
            <a:r>
              <a:rPr lang="es-ES"/>
              <a:t>Jesús está pasando por ahí</a:t>
            </a:r>
            <a:endParaRPr/>
          </a:p>
          <a:p>
            <a:pPr marL="0" indent="0">
              <a:spcBef>
                <a:spcPts val="750"/>
              </a:spcBef>
              <a:buClr>
                <a:schemeClr val="lt1"/>
              </a:buClr>
              <a:buSzPts val="2100"/>
              <a:buNone/>
            </a:pPr>
            <a:r>
              <a:rPr lang="es-ES"/>
              <a:t>Jesús está pasando por ahí</a:t>
            </a:r>
            <a:endParaRPr/>
          </a:p>
          <a:p>
            <a:pPr marL="0" indent="0">
              <a:spcBef>
                <a:spcPts val="750"/>
              </a:spcBef>
              <a:buClr>
                <a:schemeClr val="lt1"/>
              </a:buClr>
              <a:buSzPts val="2100"/>
              <a:buNone/>
            </a:pPr>
            <a:r>
              <a:rPr lang="es-ES"/>
              <a:t>Y cuando pasa todo lo transforma</a:t>
            </a:r>
            <a:endParaRPr/>
          </a:p>
          <a:p>
            <a:pPr marL="0" indent="0">
              <a:spcBef>
                <a:spcPts val="750"/>
              </a:spcBef>
              <a:buClr>
                <a:schemeClr val="lt1"/>
              </a:buClr>
              <a:buSzPts val="2100"/>
              <a:buNone/>
            </a:pPr>
            <a:r>
              <a:rPr lang="es-ES"/>
              <a:t>Se va la tristeza, viene la alegría</a:t>
            </a:r>
            <a:endParaRPr/>
          </a:p>
          <a:p>
            <a:pPr marL="0" indent="0">
              <a:spcBef>
                <a:spcPts val="750"/>
              </a:spcBef>
              <a:buClr>
                <a:schemeClr val="lt1"/>
              </a:buClr>
              <a:buSzPts val="2100"/>
              <a:buNone/>
            </a:pPr>
            <a:r>
              <a:rPr lang="es-ES"/>
              <a:t>Y cuando pasa todo lo transforma</a:t>
            </a:r>
            <a:endParaRPr/>
          </a:p>
          <a:p>
            <a:pPr marL="0" indent="0">
              <a:spcBef>
                <a:spcPts val="750"/>
              </a:spcBef>
              <a:buClr>
                <a:schemeClr val="lt1"/>
              </a:buClr>
              <a:buSzPts val="2100"/>
              <a:buNone/>
            </a:pPr>
            <a:r>
              <a:rPr lang="es-ES"/>
              <a:t>Viene la alegría para ti y para mí</a:t>
            </a:r>
            <a:endParaRPr/>
          </a:p>
        </p:txBody>
      </p:sp>
      <p:pic>
        <p:nvPicPr>
          <p:cNvPr id="865" name="Google Shape;865;p104" descr="Resultado de imagen de fano de pie"/>
          <p:cNvPicPr preferRelativeResize="0">
            <a:picLocks noChangeAspect="1"/>
          </p:cNvPicPr>
          <p:nvPr/>
        </p:nvPicPr>
        <p:blipFill rotWithShape="1">
          <a:blip r:embed="rId3">
            <a:alphaModFix/>
          </a:blip>
          <a:srcRect/>
          <a:stretch/>
        </p:blipFill>
        <p:spPr>
          <a:xfrm>
            <a:off x="6907358" y="-9514"/>
            <a:ext cx="5284642" cy="6849582"/>
          </a:xfrm>
          <a:prstGeom prst="rect">
            <a:avLst/>
          </a:prstGeom>
          <a:noFill/>
          <a:ln>
            <a:noFill/>
          </a:ln>
          <a:effectLst>
            <a:outerShdw blurRad="292100" dist="139700" dir="2700000" algn="tl" rotWithShape="0">
              <a:srgbClr val="333333">
                <a:alpha val="64705"/>
              </a:srgbClr>
            </a:outerShdw>
          </a:effectLst>
        </p:spPr>
      </p:pic>
      <p:sp>
        <p:nvSpPr>
          <p:cNvPr id="4" name="Título 3">
            <a:extLst>
              <a:ext uri="{FF2B5EF4-FFF2-40B4-BE49-F238E27FC236}">
                <a16:creationId xmlns:a16="http://schemas.microsoft.com/office/drawing/2014/main" id="{621D5C1E-3FC7-8CE0-F12F-41D8D8237F3A}"/>
              </a:ext>
            </a:extLst>
          </p:cNvPr>
          <p:cNvSpPr>
            <a:spLocks noGrp="1"/>
          </p:cNvSpPr>
          <p:nvPr>
            <p:ph type="title"/>
          </p:nvPr>
        </p:nvSpPr>
        <p:spPr>
          <a:xfrm>
            <a:off x="838200" y="-16830"/>
            <a:ext cx="10515600" cy="1325563"/>
          </a:xfrm>
        </p:spPr>
        <p:txBody>
          <a:bodyPr/>
          <a:lstStyle/>
          <a:p>
            <a:r>
              <a:rPr lang="es-ES" b="1"/>
              <a:t>Como Corre un Río</a:t>
            </a:r>
          </a:p>
        </p:txBody>
      </p:sp>
    </p:spTree>
  </p:cSld>
  <p:clrMapOvr>
    <a:masterClrMapping/>
  </p:clrMapOvr>
  <mc:AlternateContent xmlns:mc="http://schemas.openxmlformats.org/markup-compatibility/2006" xmlns:p14="http://schemas.microsoft.com/office/powerpoint/2010/main">
    <mc:Choice Requires="p14">
      <p:transition spd="med" p14:dur="700">
        <p:fade/>
      </p:transition>
    </mc:Choice>
    <mc:Fallback xmlns="">
      <p:transition spd="med">
        <p:fade/>
      </p:transition>
    </mc:Fallback>
  </mc:AlternateContent>
</p:sld>
</file>

<file path=ppt/slides/slide108.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pic>
        <p:nvPicPr>
          <p:cNvPr id="1026" name="Picture 2" descr="Dibujos Pati Trigo on Instagram: &quot;Madre amable #RuegaPorNosotros  #OctubreConMaría #MesDelRosario #OCM 💐 Mother Most Amiable #PrayForUs  #OctoberWithMary #MonthOfTheRosary #OWM 💐&quot;">
            <a:extLst>
              <a:ext uri="{FF2B5EF4-FFF2-40B4-BE49-F238E27FC236}">
                <a16:creationId xmlns:a16="http://schemas.microsoft.com/office/drawing/2014/main" id="{7EAE09CA-3677-AA8A-1F04-68AE17D42690}"/>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6858000" y="762000"/>
            <a:ext cx="5334000" cy="6096000"/>
          </a:xfrm>
          <a:prstGeom prst="rect">
            <a:avLst/>
          </a:prstGeom>
          <a:noFill/>
          <a:extLst>
            <a:ext uri="{909E8E84-426E-40DD-AFC4-6F175D3DCCD1}">
              <a14:hiddenFill xmlns:a14="http://schemas.microsoft.com/office/drawing/2010/main">
                <a:solidFill>
                  <a:srgbClr val="FFFFFF"/>
                </a:solidFill>
              </a14:hiddenFill>
            </a:ext>
          </a:extLst>
        </p:spPr>
      </p:pic>
      <p:sp>
        <p:nvSpPr>
          <p:cNvPr id="2" name="Título 1"/>
          <p:cNvSpPr>
            <a:spLocks noGrp="1"/>
          </p:cNvSpPr>
          <p:nvPr>
            <p:ph type="title"/>
          </p:nvPr>
        </p:nvSpPr>
        <p:spPr>
          <a:xfrm>
            <a:off x="1904548" y="114302"/>
            <a:ext cx="8066766" cy="731089"/>
          </a:xfrm>
        </p:spPr>
        <p:txBody>
          <a:bodyPr>
            <a:noAutofit/>
          </a:bodyPr>
          <a:lstStyle/>
          <a:p>
            <a:r>
              <a:rPr lang="es-ES" sz="3600">
                <a:solidFill>
                  <a:schemeClr val="accent1"/>
                </a:solidFill>
              </a:rPr>
              <a:t>SANTA MARÍA DEL CAMINO</a:t>
            </a:r>
          </a:p>
        </p:txBody>
      </p:sp>
      <p:sp>
        <p:nvSpPr>
          <p:cNvPr id="3" name="Marcador de contenido 2"/>
          <p:cNvSpPr>
            <a:spLocks noGrp="1"/>
          </p:cNvSpPr>
          <p:nvPr>
            <p:ph sz="half" idx="1"/>
          </p:nvPr>
        </p:nvSpPr>
        <p:spPr>
          <a:xfrm>
            <a:off x="172693" y="763711"/>
            <a:ext cx="8960422" cy="5898310"/>
          </a:xfrm>
        </p:spPr>
        <p:txBody>
          <a:bodyPr numCol="2">
            <a:normAutofit/>
          </a:bodyPr>
          <a:lstStyle/>
          <a:p>
            <a:pPr marL="0" indent="0">
              <a:buNone/>
            </a:pPr>
            <a:r>
              <a:rPr lang="es-ES"/>
              <a:t>Mientras recorres la vida</a:t>
            </a:r>
          </a:p>
          <a:p>
            <a:pPr marL="0" indent="0">
              <a:buNone/>
            </a:pPr>
            <a:r>
              <a:rPr lang="es-ES"/>
              <a:t>Tú nunca solo estás</a:t>
            </a:r>
          </a:p>
          <a:p>
            <a:pPr marL="0" indent="0">
              <a:buNone/>
            </a:pPr>
            <a:r>
              <a:rPr lang="es-ES"/>
              <a:t>Contigo por el camino</a:t>
            </a:r>
          </a:p>
          <a:p>
            <a:pPr marL="0" indent="0">
              <a:buNone/>
            </a:pPr>
            <a:r>
              <a:rPr lang="es-ES"/>
              <a:t>Santa María, va</a:t>
            </a:r>
          </a:p>
          <a:p>
            <a:pPr marL="0" indent="0">
              <a:buNone/>
            </a:pPr>
            <a:endParaRPr lang="es-ES"/>
          </a:p>
          <a:p>
            <a:pPr marL="0" indent="0">
              <a:buNone/>
            </a:pPr>
            <a:r>
              <a:rPr lang="es-ES" b="1"/>
              <a:t>Ven con nosotros al caminar</a:t>
            </a:r>
          </a:p>
          <a:p>
            <a:pPr marL="0" indent="0">
              <a:buNone/>
            </a:pPr>
            <a:r>
              <a:rPr lang="es-ES" b="1"/>
              <a:t>Santa María, ven</a:t>
            </a:r>
          </a:p>
          <a:p>
            <a:pPr marL="0" indent="0">
              <a:buNone/>
            </a:pPr>
            <a:r>
              <a:rPr lang="es-ES" b="1"/>
              <a:t>Ven con nosotros al caminar</a:t>
            </a:r>
          </a:p>
          <a:p>
            <a:pPr marL="0" indent="0">
              <a:buNone/>
            </a:pPr>
            <a:r>
              <a:rPr lang="es-ES" b="1"/>
              <a:t>Santa María, ven</a:t>
            </a:r>
          </a:p>
          <a:p>
            <a:pPr marL="0" indent="0">
              <a:buNone/>
            </a:pPr>
            <a:endParaRPr lang="es-ES"/>
          </a:p>
          <a:p>
            <a:pPr marL="0" indent="0">
              <a:buNone/>
            </a:pPr>
            <a:endParaRPr lang="es-ES"/>
          </a:p>
          <a:p>
            <a:pPr marL="0" indent="0">
              <a:buNone/>
            </a:pPr>
            <a:r>
              <a:rPr lang="es-ES"/>
              <a:t>Aunque te digan algunos</a:t>
            </a:r>
          </a:p>
          <a:p>
            <a:pPr marL="0" indent="0">
              <a:buNone/>
            </a:pPr>
            <a:r>
              <a:rPr lang="es-ES"/>
              <a:t>Que nada puede cambiar</a:t>
            </a:r>
          </a:p>
          <a:p>
            <a:pPr marL="0" indent="0">
              <a:buNone/>
            </a:pPr>
            <a:r>
              <a:rPr lang="es-ES"/>
              <a:t>Lucha por un mundo nuevo</a:t>
            </a:r>
          </a:p>
          <a:p>
            <a:pPr marL="0" indent="0">
              <a:buNone/>
            </a:pPr>
            <a:r>
              <a:rPr lang="es-ES"/>
              <a:t>Lucha por la verdad</a:t>
            </a:r>
          </a:p>
        </p:txBody>
      </p:sp>
    </p:spTree>
    <p:extLst>
      <p:ext uri="{BB962C8B-B14F-4D97-AF65-F5344CB8AC3E}">
        <p14:creationId xmlns:p14="http://schemas.microsoft.com/office/powerpoint/2010/main" val="4285694468"/>
      </p:ext>
    </p:extLst>
  </p:cSld>
  <p:clrMapOvr>
    <a:masterClrMapping/>
  </p:clrMapOvr>
</p:sld>
</file>

<file path=ppt/slides/slide10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2A65B4B-0D0B-A2CC-DDBE-741625FDC5E1}"/>
            </a:ext>
          </a:extLst>
        </p:cNvPr>
        <p:cNvGrpSpPr/>
        <p:nvPr/>
      </p:nvGrpSpPr>
      <p:grpSpPr>
        <a:xfrm>
          <a:off x="0" y="0"/>
          <a:ext cx="0" cy="0"/>
          <a:chOff x="0" y="0"/>
          <a:chExt cx="0" cy="0"/>
        </a:xfrm>
      </p:grpSpPr>
      <p:pic>
        <p:nvPicPr>
          <p:cNvPr id="9" name="Imagen 8" descr="Imagen de la pantalla de un video juego&#10;&#10;Descripción generada automáticamente con confianza media">
            <a:extLst>
              <a:ext uri="{FF2B5EF4-FFF2-40B4-BE49-F238E27FC236}">
                <a16:creationId xmlns:a16="http://schemas.microsoft.com/office/drawing/2014/main" id="{FD83646D-1C64-1FB0-2141-AF109060EC5C}"/>
              </a:ext>
            </a:extLst>
          </p:cNvPr>
          <p:cNvPicPr>
            <a:picLocks noChangeAspect="1"/>
          </p:cNvPicPr>
          <p:nvPr/>
        </p:nvPicPr>
        <p:blipFill rotWithShape="1">
          <a:blip r:embed="rId2"/>
          <a:srcRect l="26283" t="-1" r="26846" b="3309"/>
          <a:stretch/>
        </p:blipFill>
        <p:spPr>
          <a:xfrm>
            <a:off x="5012891" y="0"/>
            <a:ext cx="8634855" cy="6858000"/>
          </a:xfrm>
          <a:prstGeom prst="rect">
            <a:avLst/>
          </a:prstGeom>
        </p:spPr>
      </p:pic>
      <p:sp>
        <p:nvSpPr>
          <p:cNvPr id="12" name="Llamada de nube 11">
            <a:extLst>
              <a:ext uri="{FF2B5EF4-FFF2-40B4-BE49-F238E27FC236}">
                <a16:creationId xmlns:a16="http://schemas.microsoft.com/office/drawing/2014/main" id="{ADCBC132-8B16-7DF0-EDB8-5E4F22C2B133}"/>
              </a:ext>
            </a:extLst>
          </p:cNvPr>
          <p:cNvSpPr/>
          <p:nvPr/>
        </p:nvSpPr>
        <p:spPr>
          <a:xfrm>
            <a:off x="3088371" y="0"/>
            <a:ext cx="3423754" cy="6858000"/>
          </a:xfrm>
          <a:prstGeom prst="cloudCallou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s-ES"/>
          </a:p>
        </p:txBody>
      </p:sp>
      <p:pic>
        <p:nvPicPr>
          <p:cNvPr id="3" name="Imagen 2" descr="Un dibujo de un perro&#10;&#10;Descripción generada automáticamente con confianza media">
            <a:extLst>
              <a:ext uri="{FF2B5EF4-FFF2-40B4-BE49-F238E27FC236}">
                <a16:creationId xmlns:a16="http://schemas.microsoft.com/office/drawing/2014/main" id="{944B5AC6-95D7-8405-71BB-FAFE72619BA8}"/>
              </a:ext>
            </a:extLst>
          </p:cNvPr>
          <p:cNvPicPr>
            <a:picLocks noChangeAspect="1"/>
          </p:cNvPicPr>
          <p:nvPr/>
        </p:nvPicPr>
        <p:blipFill>
          <a:blip r:embed="rId3">
            <a:clrChange>
              <a:clrFrom>
                <a:srgbClr val="FFFFFF"/>
              </a:clrFrom>
              <a:clrTo>
                <a:srgbClr val="FFFFFF">
                  <a:alpha val="0"/>
                </a:srgbClr>
              </a:clrTo>
            </a:clrChange>
          </a:blip>
          <a:stretch>
            <a:fillRect/>
          </a:stretch>
        </p:blipFill>
        <p:spPr>
          <a:xfrm>
            <a:off x="3089" y="2356243"/>
            <a:ext cx="6232014" cy="2782120"/>
          </a:xfrm>
          <a:prstGeom prst="rect">
            <a:avLst/>
          </a:prstGeom>
        </p:spPr>
      </p:pic>
      <p:pic>
        <p:nvPicPr>
          <p:cNvPr id="2" name="Imagen 1" descr="Imagen que contiene Escala de tiempo&#10;&#10;El contenido generado por IA puede ser incorrecto.">
            <a:extLst>
              <a:ext uri="{FF2B5EF4-FFF2-40B4-BE49-F238E27FC236}">
                <a16:creationId xmlns:a16="http://schemas.microsoft.com/office/drawing/2014/main" id="{573C83E4-B380-7841-3CC5-A6347B086295}"/>
              </a:ext>
            </a:extLst>
          </p:cNvPr>
          <p:cNvPicPr>
            <a:picLocks noChangeAspect="1"/>
          </p:cNvPicPr>
          <p:nvPr/>
        </p:nvPicPr>
        <p:blipFill>
          <a:blip r:embed="rId4"/>
          <a:stretch>
            <a:fillRect/>
          </a:stretch>
        </p:blipFill>
        <p:spPr>
          <a:xfrm>
            <a:off x="169297" y="598240"/>
            <a:ext cx="1541821" cy="1487436"/>
          </a:xfrm>
          <a:prstGeom prst="rect">
            <a:avLst/>
          </a:prstGeom>
        </p:spPr>
      </p:pic>
      <p:grpSp>
        <p:nvGrpSpPr>
          <p:cNvPr id="10" name="Grupo 9">
            <a:extLst>
              <a:ext uri="{FF2B5EF4-FFF2-40B4-BE49-F238E27FC236}">
                <a16:creationId xmlns:a16="http://schemas.microsoft.com/office/drawing/2014/main" id="{0D26E861-7A77-D5B5-A283-706F1E5F3D77}"/>
              </a:ext>
            </a:extLst>
          </p:cNvPr>
          <p:cNvGrpSpPr/>
          <p:nvPr/>
        </p:nvGrpSpPr>
        <p:grpSpPr>
          <a:xfrm>
            <a:off x="1057" y="-4361"/>
            <a:ext cx="12190282" cy="517822"/>
            <a:chOff x="1057" y="-4361"/>
            <a:chExt cx="12503431" cy="517822"/>
          </a:xfrm>
        </p:grpSpPr>
        <p:sp>
          <p:nvSpPr>
            <p:cNvPr id="5" name="Rectángulo 4">
              <a:extLst>
                <a:ext uri="{FF2B5EF4-FFF2-40B4-BE49-F238E27FC236}">
                  <a16:creationId xmlns:a16="http://schemas.microsoft.com/office/drawing/2014/main" id="{6429724F-C78C-CFD6-98A5-3620F68E53F9}"/>
                </a:ext>
              </a:extLst>
            </p:cNvPr>
            <p:cNvSpPr/>
            <p:nvPr/>
          </p:nvSpPr>
          <p:spPr>
            <a:xfrm>
              <a:off x="9372455" y="-4360"/>
              <a:ext cx="3132033" cy="517821"/>
            </a:xfrm>
            <a:prstGeom prst="rect">
              <a:avLst/>
            </a:prstGeom>
            <a:solidFill>
              <a:schemeClr val="accent1"/>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800" b="1">
                  <a:solidFill>
                    <a:srgbClr val="000000"/>
                  </a:solidFill>
                  <a:ea typeface="Calibri"/>
                  <a:cs typeface="Calibri"/>
                </a:rPr>
                <a:t>Rito de Conclusión</a:t>
              </a:r>
              <a:endParaRPr lang="es-ES" sz="2800">
                <a:solidFill>
                  <a:srgbClr val="000000"/>
                </a:solidFill>
                <a:ea typeface="Calibri"/>
                <a:cs typeface="Calibri"/>
              </a:endParaRPr>
            </a:p>
          </p:txBody>
        </p:sp>
        <p:sp>
          <p:nvSpPr>
            <p:cNvPr id="6" name="Rectángulo 5">
              <a:extLst>
                <a:ext uri="{FF2B5EF4-FFF2-40B4-BE49-F238E27FC236}">
                  <a16:creationId xmlns:a16="http://schemas.microsoft.com/office/drawing/2014/main" id="{A9868D95-6B5B-5A57-DAAB-E02B9651AECA}"/>
                </a:ext>
              </a:extLst>
            </p:cNvPr>
            <p:cNvSpPr/>
            <p:nvPr/>
          </p:nvSpPr>
          <p:spPr>
            <a:xfrm>
              <a:off x="1057" y="-4361"/>
              <a:ext cx="3121596" cy="390807"/>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rgbClr val="7F7F7F"/>
                  </a:solidFill>
                  <a:ea typeface="Calibri"/>
                  <a:cs typeface="Calibri"/>
                </a:rPr>
                <a:t>Ritos Iniciales</a:t>
              </a:r>
              <a:endParaRPr lang="es-ES" sz="2400">
                <a:solidFill>
                  <a:srgbClr val="7F7F7F"/>
                </a:solidFill>
                <a:ea typeface="Calibri"/>
                <a:cs typeface="Calibri"/>
              </a:endParaRPr>
            </a:p>
          </p:txBody>
        </p:sp>
        <p:sp>
          <p:nvSpPr>
            <p:cNvPr id="7" name="Rectángulo 6">
              <a:extLst>
                <a:ext uri="{FF2B5EF4-FFF2-40B4-BE49-F238E27FC236}">
                  <a16:creationId xmlns:a16="http://schemas.microsoft.com/office/drawing/2014/main" id="{755C1A38-D1E3-2982-899D-C7348B955D19}"/>
                </a:ext>
              </a:extLst>
            </p:cNvPr>
            <p:cNvSpPr/>
            <p:nvPr/>
          </p:nvSpPr>
          <p:spPr>
            <a:xfrm>
              <a:off x="3122126" y="-4360"/>
              <a:ext cx="3132033" cy="392561"/>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rgbClr val="7F7F7F"/>
                  </a:solidFill>
                  <a:ea typeface="Calibri"/>
                  <a:cs typeface="Calibri"/>
                </a:rPr>
                <a:t>Liturgia de la Palabra</a:t>
              </a:r>
              <a:endParaRPr lang="es-ES" sz="2400">
                <a:solidFill>
                  <a:srgbClr val="7F7F7F"/>
                </a:solidFill>
                <a:ea typeface="Calibri"/>
                <a:cs typeface="Calibri"/>
              </a:endParaRPr>
            </a:p>
          </p:txBody>
        </p:sp>
        <p:sp>
          <p:nvSpPr>
            <p:cNvPr id="8" name="Rectángulo 7">
              <a:extLst>
                <a:ext uri="{FF2B5EF4-FFF2-40B4-BE49-F238E27FC236}">
                  <a16:creationId xmlns:a16="http://schemas.microsoft.com/office/drawing/2014/main" id="{F93D6CE3-2F7E-37C2-802E-2177DD1C39D8}"/>
                </a:ext>
              </a:extLst>
            </p:cNvPr>
            <p:cNvSpPr/>
            <p:nvPr/>
          </p:nvSpPr>
          <p:spPr>
            <a:xfrm>
              <a:off x="6247290" y="-4361"/>
              <a:ext cx="3132033" cy="390808"/>
            </a:xfrm>
            <a:prstGeom prst="rect">
              <a:avLst/>
            </a:prstGeom>
            <a:solidFill>
              <a:schemeClr val="accent1">
                <a:lumMod val="20000"/>
                <a:lumOff val="80000"/>
              </a:schemeClr>
            </a:solidFill>
            <a:ln>
              <a:solidFill>
                <a:schemeClr val="accent1">
                  <a:lumMod val="20000"/>
                  <a:lumOff val="80000"/>
                </a:schemeClr>
              </a:solidFill>
            </a:ln>
            <a:effectLst>
              <a:outerShdw blurRad="63500" dist="38100" dir="2700000">
                <a:srgbClr val="000000">
                  <a:alpha val="0"/>
                </a:srgbClr>
              </a:outerShdw>
            </a:effectLst>
          </p:spPr>
          <p:style>
            <a:lnRef idx="2">
              <a:schemeClr val="accent1">
                <a:shade val="15000"/>
              </a:schemeClr>
            </a:lnRef>
            <a:fillRef idx="1">
              <a:schemeClr val="accent1"/>
            </a:fillRef>
            <a:effectRef idx="0">
              <a:schemeClr val="accent1"/>
            </a:effectRef>
            <a:fontRef idx="minor">
              <a:schemeClr val="lt1"/>
            </a:fontRef>
          </p:style>
          <p:txBody>
            <a:bodyPr lIns="91440" tIns="45720" rIns="91440" bIns="45720" rtlCol="0" anchor="ctr"/>
            <a:lstStyle/>
            <a:p>
              <a:pPr algn="ctr"/>
              <a:r>
                <a:rPr lang="es-ES" sz="2400" b="1">
                  <a:solidFill>
                    <a:schemeClr val="tx1">
                      <a:lumMod val="49000"/>
                      <a:lumOff val="51000"/>
                    </a:schemeClr>
                  </a:solidFill>
                  <a:ea typeface="Calibri"/>
                  <a:cs typeface="Calibri"/>
                </a:rPr>
                <a:t>Liturgia</a:t>
              </a:r>
              <a:r>
                <a:rPr lang="es-ES" sz="2400" b="1">
                  <a:solidFill>
                    <a:srgbClr val="000000"/>
                  </a:solidFill>
                  <a:ea typeface="Calibri"/>
                  <a:cs typeface="Calibri"/>
                </a:rPr>
                <a:t> </a:t>
              </a:r>
              <a:r>
                <a:rPr lang="es-ES" sz="2400" b="1">
                  <a:solidFill>
                    <a:schemeClr val="tx1">
                      <a:lumMod val="49000"/>
                      <a:lumOff val="51000"/>
                    </a:schemeClr>
                  </a:solidFill>
                  <a:ea typeface="Calibri"/>
                  <a:cs typeface="Calibri"/>
                </a:rPr>
                <a:t>Eucarística</a:t>
              </a:r>
              <a:endParaRPr lang="es-ES" sz="2400">
                <a:solidFill>
                  <a:schemeClr val="tx1">
                    <a:lumMod val="49000"/>
                    <a:lumOff val="51000"/>
                  </a:schemeClr>
                </a:solidFill>
                <a:ea typeface="Calibri"/>
                <a:cs typeface="Calibri"/>
              </a:endParaRPr>
            </a:p>
          </p:txBody>
        </p:sp>
      </p:grpSp>
    </p:spTree>
    <p:extLst>
      <p:ext uri="{BB962C8B-B14F-4D97-AF65-F5344CB8AC3E}">
        <p14:creationId xmlns:p14="http://schemas.microsoft.com/office/powerpoint/2010/main" val="3380584832"/>
      </p:ext>
    </p:extLst>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bg>
      <p:bgPr>
        <a:solidFill>
          <a:srgbClr val="4CAF50"/>
        </a:solidFill>
        <a:effectLst/>
      </p:bgPr>
    </p:bg>
    <p:spTree>
      <p:nvGrpSpPr>
        <p:cNvPr id="1" name=""/>
        <p:cNvGrpSpPr/>
        <p:nvPr/>
      </p:nvGrpSpPr>
      <p:grpSpPr/>
      <p:sp>
        <p:nvSpPr>
          <p:cNvPr id="2" name="TextBox 1"/>
          <p:cNvSpPr txBox="1"/>
          <p:nvPr/>
        </p:nvSpPr>
        <p:spPr>
          <a:xfrm>
            <a:off x="914400" y="2286000"/>
            <a:ext cx="10362895" cy="1371600"/>
          </a:xfrm>
          <a:prstGeom prst="rect">
            <a:avLst/>
          </a:prstGeom>
          <a:noFill/>
        </p:spPr>
        <p:txBody>
          <a:bodyPr wrap="square">
            <a:spAutoFit/>
          </a:bodyPr>
          <a:lstStyle/>
          <a:p>
            <a:pPr algn="ctr">
              <a:defRPr sz="5400" b="1" i="0">
                <a:solidFill>
                  <a:srgbClr val="333333"/>
                </a:solidFill>
                <a:latin typeface="Calibri"/>
              </a:defRPr>
            </a:pPr>
            <a:r>
              <a:t>Domingo XXIV del Tiempo Ordinario</a:t>
            </a:r>
          </a:p>
        </p:txBody>
      </p:sp>
      <p:sp>
        <p:nvSpPr>
          <p:cNvPr id="3" name="TextBox 2"/>
          <p:cNvSpPr txBox="1"/>
          <p:nvPr/>
        </p:nvSpPr>
        <p:spPr>
          <a:xfrm>
            <a:off x="914400" y="3840480"/>
            <a:ext cx="10362895" cy="1371600"/>
          </a:xfrm>
          <a:prstGeom prst="rect">
            <a:avLst/>
          </a:prstGeom>
          <a:noFill/>
        </p:spPr>
        <p:txBody>
          <a:bodyPr wrap="square">
            <a:spAutoFit/>
          </a:bodyPr>
          <a:lstStyle/>
          <a:p>
            <a:pPr algn="ctr">
              <a:defRPr sz="2800" b="0" i="0">
                <a:solidFill>
                  <a:srgbClr val="333333"/>
                </a:solidFill>
                <a:latin typeface="Calibri"/>
              </a:defRPr>
            </a:pPr>
            <a:r>
              <a:t>2026-09-13</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bg>
      <p:bgPr>
        <a:solidFill>
          <a:srgbClr val="4CAF50"/>
        </a:solidFill>
        <a:effectLst/>
      </p:bgPr>
    </p:bg>
    <p:spTree>
      <p:nvGrpSpPr>
        <p:cNvPr id="1" name=""/>
        <p:cNvGrpSpPr/>
        <p:nvPr/>
      </p:nvGrpSpPr>
      <p:grpSpPr/>
      <p:sp>
        <p:nvSpPr>
          <p:cNvPr id="2" name="TextBox 1"/>
          <p:cNvSpPr txBox="1"/>
          <p:nvPr/>
        </p:nvSpPr>
        <p:spPr>
          <a:xfrm>
            <a:off x="457200" y="274320"/>
            <a:ext cx="11277295" cy="548640"/>
          </a:xfrm>
          <a:prstGeom prst="rect">
            <a:avLst/>
          </a:prstGeom>
          <a:noFill/>
        </p:spPr>
        <p:txBody>
          <a:bodyPr wrap="square">
            <a:spAutoFit/>
          </a:bodyPr>
          <a:lstStyle/>
          <a:p>
            <a:pPr algn="l">
              <a:defRPr sz="3200" b="1" i="0">
                <a:solidFill>
                  <a:srgbClr val="333333"/>
                </a:solidFill>
                <a:latin typeface="Calibri"/>
              </a:defRPr>
            </a:pPr>
            <a:r>
              <a:t>Primera Lectura</a:t>
            </a:r>
          </a:p>
        </p:txBody>
      </p:sp>
      <p:sp>
        <p:nvSpPr>
          <p:cNvPr id="3" name="TextBox 2"/>
          <p:cNvSpPr txBox="1"/>
          <p:nvPr/>
        </p:nvSpPr>
        <p:spPr>
          <a:xfrm>
            <a:off x="457200" y="914400"/>
            <a:ext cx="11277295" cy="548640"/>
          </a:xfrm>
          <a:prstGeom prst="rect">
            <a:avLst/>
          </a:prstGeom>
          <a:noFill/>
        </p:spPr>
        <p:txBody>
          <a:bodyPr wrap="square">
            <a:spAutoFit/>
          </a:bodyPr>
          <a:lstStyle/>
          <a:p>
            <a:pPr algn="l">
              <a:defRPr sz="2000" b="0" i="1">
                <a:solidFill>
                  <a:srgbClr val="333333"/>
                </a:solidFill>
                <a:latin typeface="Calibri"/>
              </a:defRPr>
            </a:pPr>
            <a:r>
              <a:t>Gn 1, 1-10</a:t>
            </a:r>
          </a:p>
        </p:txBody>
      </p:sp>
      <p:sp>
        <p:nvSpPr>
          <p:cNvPr id="4" name="TextBox 3"/>
          <p:cNvSpPr txBox="1"/>
          <p:nvPr/>
        </p:nvSpPr>
        <p:spPr>
          <a:xfrm>
            <a:off x="457200" y="1645920"/>
            <a:ext cx="11277295" cy="4572000"/>
          </a:xfrm>
          <a:prstGeom prst="rect">
            <a:avLst/>
          </a:prstGeom>
          <a:noFill/>
        </p:spPr>
        <p:txBody>
          <a:bodyPr wrap="square">
            <a:spAutoFit/>
          </a:bodyPr>
          <a:lstStyle/>
          <a:p>
            <a:pPr algn="l">
              <a:lnSpc>
                <a:spcPct val="150000"/>
              </a:lnSpc>
              <a:defRPr sz="1800" b="0" i="0">
                <a:solidFill>
                  <a:srgbClr val="333333"/>
                </a:solidFill>
                <a:latin typeface="Calibri"/>
              </a:defRPr>
            </a:pPr>
            <a:r>
              <a:t>En el principio creó Dios el cielo y la tierra...</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bg>
      <p:bgPr>
        <a:solidFill>
          <a:srgbClr val="4CAF50"/>
        </a:solidFill>
        <a:effectLst/>
      </p:bgPr>
    </p:bg>
    <p:spTree>
      <p:nvGrpSpPr>
        <p:cNvPr id="1" name=""/>
        <p:cNvGrpSpPr/>
        <p:nvPr/>
      </p:nvGrpSpPr>
      <p:grpSpPr/>
      <p:sp>
        <p:nvSpPr>
          <p:cNvPr id="2" name="TextBox 1"/>
          <p:cNvSpPr txBox="1"/>
          <p:nvPr/>
        </p:nvSpPr>
        <p:spPr>
          <a:xfrm>
            <a:off x="457200" y="274320"/>
            <a:ext cx="11277295" cy="548640"/>
          </a:xfrm>
          <a:prstGeom prst="rect">
            <a:avLst/>
          </a:prstGeom>
          <a:noFill/>
        </p:spPr>
        <p:txBody>
          <a:bodyPr wrap="square">
            <a:spAutoFit/>
          </a:bodyPr>
          <a:lstStyle/>
          <a:p>
            <a:pPr algn="l">
              <a:defRPr sz="3200" b="1" i="0">
                <a:solidFill>
                  <a:srgbClr val="333333"/>
                </a:solidFill>
                <a:latin typeface="Calibri"/>
              </a:defRPr>
            </a:pPr>
            <a:r>
              <a:t>Salmo Responsorial</a:t>
            </a:r>
          </a:p>
        </p:txBody>
      </p:sp>
      <p:sp>
        <p:nvSpPr>
          <p:cNvPr id="3" name="TextBox 2"/>
          <p:cNvSpPr txBox="1"/>
          <p:nvPr/>
        </p:nvSpPr>
        <p:spPr>
          <a:xfrm>
            <a:off x="457200" y="914400"/>
            <a:ext cx="11277295" cy="548640"/>
          </a:xfrm>
          <a:prstGeom prst="rect">
            <a:avLst/>
          </a:prstGeom>
          <a:noFill/>
        </p:spPr>
        <p:txBody>
          <a:bodyPr wrap="square">
            <a:spAutoFit/>
          </a:bodyPr>
          <a:lstStyle/>
          <a:p>
            <a:pPr algn="l">
              <a:defRPr sz="2000" b="0" i="1">
                <a:solidFill>
                  <a:srgbClr val="333333"/>
                </a:solidFill>
                <a:latin typeface="Calibri"/>
              </a:defRPr>
            </a:pPr>
            <a:r>
              <a:t>Sal 23 (24)</a:t>
            </a:r>
          </a:p>
        </p:txBody>
      </p:sp>
      <p:sp>
        <p:nvSpPr>
          <p:cNvPr id="4" name="TextBox 3"/>
          <p:cNvSpPr txBox="1"/>
          <p:nvPr/>
        </p:nvSpPr>
        <p:spPr>
          <a:xfrm>
            <a:off x="457200" y="1645920"/>
            <a:ext cx="11277295" cy="4572000"/>
          </a:xfrm>
          <a:prstGeom prst="rect">
            <a:avLst/>
          </a:prstGeom>
          <a:noFill/>
        </p:spPr>
        <p:txBody>
          <a:bodyPr wrap="square">
            <a:spAutoFit/>
          </a:bodyPr>
          <a:lstStyle/>
          <a:p>
            <a:pPr algn="l">
              <a:lnSpc>
                <a:spcPct val="150000"/>
              </a:lnSpc>
              <a:defRPr sz="1800" b="0" i="0">
                <a:solidFill>
                  <a:srgbClr val="333333"/>
                </a:solidFill>
                <a:latin typeface="Calibri"/>
              </a:defRPr>
            </a:pPr>
            <a:r>
              <a:t>Antífona: El Señor es mi pastor.</a:t>
            </a:r>
            <a:br/>
            <a:br/>
            <a:r>
              <a:t>El Señor es mi pastor, nada me falta...</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bg>
      <p:bgPr>
        <a:solidFill>
          <a:srgbClr val="4CAF50"/>
        </a:solidFill>
        <a:effectLst/>
      </p:bgPr>
    </p:bg>
    <p:spTree>
      <p:nvGrpSpPr>
        <p:cNvPr id="1" name=""/>
        <p:cNvGrpSpPr/>
        <p:nvPr/>
      </p:nvGrpSpPr>
      <p:grpSpPr/>
      <p:sp>
        <p:nvSpPr>
          <p:cNvPr id="2" name="TextBox 1"/>
          <p:cNvSpPr txBox="1"/>
          <p:nvPr/>
        </p:nvSpPr>
        <p:spPr>
          <a:xfrm>
            <a:off x="457200" y="274320"/>
            <a:ext cx="11277295" cy="548640"/>
          </a:xfrm>
          <a:prstGeom prst="rect">
            <a:avLst/>
          </a:prstGeom>
          <a:noFill/>
        </p:spPr>
        <p:txBody>
          <a:bodyPr wrap="square">
            <a:spAutoFit/>
          </a:bodyPr>
          <a:lstStyle/>
          <a:p>
            <a:pPr algn="l">
              <a:defRPr sz="3200" b="1" i="0">
                <a:solidFill>
                  <a:srgbClr val="333333"/>
                </a:solidFill>
                <a:latin typeface="Calibri"/>
              </a:defRPr>
            </a:pPr>
            <a:r>
              <a:t>Segunda Lectura</a:t>
            </a:r>
          </a:p>
        </p:txBody>
      </p:sp>
      <p:sp>
        <p:nvSpPr>
          <p:cNvPr id="3" name="TextBox 2"/>
          <p:cNvSpPr txBox="1"/>
          <p:nvPr/>
        </p:nvSpPr>
        <p:spPr>
          <a:xfrm>
            <a:off x="457200" y="914400"/>
            <a:ext cx="11277295" cy="548640"/>
          </a:xfrm>
          <a:prstGeom prst="rect">
            <a:avLst/>
          </a:prstGeom>
          <a:noFill/>
        </p:spPr>
        <p:txBody>
          <a:bodyPr wrap="square">
            <a:spAutoFit/>
          </a:bodyPr>
          <a:lstStyle/>
          <a:p>
            <a:pPr algn="l">
              <a:defRPr sz="2000" b="0" i="1">
                <a:solidFill>
                  <a:srgbClr val="333333"/>
                </a:solidFill>
                <a:latin typeface="Calibri"/>
              </a:defRPr>
            </a:pPr>
            <a:r>
              <a:t>Fil 4, 4-9</a:t>
            </a:r>
          </a:p>
        </p:txBody>
      </p:sp>
      <p:sp>
        <p:nvSpPr>
          <p:cNvPr id="4" name="TextBox 3"/>
          <p:cNvSpPr txBox="1"/>
          <p:nvPr/>
        </p:nvSpPr>
        <p:spPr>
          <a:xfrm>
            <a:off x="457200" y="1645920"/>
            <a:ext cx="11277295" cy="4572000"/>
          </a:xfrm>
          <a:prstGeom prst="rect">
            <a:avLst/>
          </a:prstGeom>
          <a:noFill/>
        </p:spPr>
        <p:txBody>
          <a:bodyPr wrap="square">
            <a:spAutoFit/>
          </a:bodyPr>
          <a:lstStyle/>
          <a:p>
            <a:pPr algn="l">
              <a:lnSpc>
                <a:spcPct val="150000"/>
              </a:lnSpc>
              <a:defRPr sz="1800" b="0" i="0">
                <a:solidFill>
                  <a:srgbClr val="333333"/>
                </a:solidFill>
                <a:latin typeface="Calibri"/>
              </a:defRPr>
            </a:pPr>
            <a:r>
              <a:t>Estad siempre alegres en el Señor...</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bg>
      <p:bgPr>
        <a:solidFill>
          <a:srgbClr val="4CAF50"/>
        </a:solidFill>
        <a:effectLst/>
      </p:bgPr>
    </p:bg>
    <p:spTree>
      <p:nvGrpSpPr>
        <p:cNvPr id="1" name=""/>
        <p:cNvGrpSpPr/>
        <p:nvPr/>
      </p:nvGrpSpPr>
      <p:grpSpPr/>
      <p:sp>
        <p:nvSpPr>
          <p:cNvPr id="2" name="TextBox 1"/>
          <p:cNvSpPr txBox="1"/>
          <p:nvPr/>
        </p:nvSpPr>
        <p:spPr>
          <a:xfrm>
            <a:off x="457200" y="274320"/>
            <a:ext cx="11277295" cy="548640"/>
          </a:xfrm>
          <a:prstGeom prst="rect">
            <a:avLst/>
          </a:prstGeom>
          <a:noFill/>
        </p:spPr>
        <p:txBody>
          <a:bodyPr wrap="square">
            <a:spAutoFit/>
          </a:bodyPr>
          <a:lstStyle/>
          <a:p>
            <a:pPr algn="l">
              <a:defRPr sz="3200" b="1" i="0">
                <a:solidFill>
                  <a:srgbClr val="333333"/>
                </a:solidFill>
                <a:latin typeface="Calibri"/>
              </a:defRPr>
            </a:pPr>
            <a:r>
              <a:t>Evangelio</a:t>
            </a:r>
          </a:p>
        </p:txBody>
      </p:sp>
      <p:sp>
        <p:nvSpPr>
          <p:cNvPr id="3" name="TextBox 2"/>
          <p:cNvSpPr txBox="1"/>
          <p:nvPr/>
        </p:nvSpPr>
        <p:spPr>
          <a:xfrm>
            <a:off x="457200" y="914400"/>
            <a:ext cx="11277295" cy="548640"/>
          </a:xfrm>
          <a:prstGeom prst="rect">
            <a:avLst/>
          </a:prstGeom>
          <a:noFill/>
        </p:spPr>
        <p:txBody>
          <a:bodyPr wrap="square">
            <a:spAutoFit/>
          </a:bodyPr>
          <a:lstStyle/>
          <a:p>
            <a:pPr algn="l">
              <a:defRPr sz="2000" b="0" i="1">
                <a:solidFill>
                  <a:srgbClr val="333333"/>
                </a:solidFill>
                <a:latin typeface="Calibri"/>
              </a:defRPr>
            </a:pPr>
            <a:r>
              <a:t>Mt 5, 1-12</a:t>
            </a:r>
          </a:p>
        </p:txBody>
      </p:sp>
      <p:sp>
        <p:nvSpPr>
          <p:cNvPr id="4" name="TextBox 3"/>
          <p:cNvSpPr txBox="1"/>
          <p:nvPr/>
        </p:nvSpPr>
        <p:spPr>
          <a:xfrm>
            <a:off x="457200" y="1645920"/>
            <a:ext cx="11277295" cy="4572000"/>
          </a:xfrm>
          <a:prstGeom prst="rect">
            <a:avLst/>
          </a:prstGeom>
          <a:noFill/>
        </p:spPr>
        <p:txBody>
          <a:bodyPr wrap="square">
            <a:spAutoFit/>
          </a:bodyPr>
          <a:lstStyle/>
          <a:p>
            <a:pPr algn="l">
              <a:lnSpc>
                <a:spcPct val="150000"/>
              </a:lnSpc>
              <a:defRPr sz="1800" b="0" i="0">
                <a:solidFill>
                  <a:srgbClr val="333333"/>
                </a:solidFill>
                <a:latin typeface="Calibri"/>
              </a:defRPr>
            </a:pPr>
            <a:r>
              <a:t>Viendo Jesús a la multitud, subió al monte...</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274320"/>
            <a:ext cx="11277295" cy="457200"/>
          </a:xfrm>
          <a:prstGeom prst="rect">
            <a:avLst/>
          </a:prstGeom>
          <a:noFill/>
        </p:spPr>
        <p:txBody>
          <a:bodyPr wrap="square">
            <a:spAutoFit/>
          </a:bodyPr>
          <a:lstStyle/>
          <a:p>
            <a:pPr algn="l">
              <a:defRPr sz="2400" b="1" i="0">
                <a:solidFill>
                  <a:srgbClr val="999999"/>
                </a:solidFill>
                <a:latin typeface="Calibri"/>
              </a:defRPr>
            </a:pPr>
            <a:r>
              <a:t>ENTRADA</a:t>
            </a:r>
          </a:p>
        </p:txBody>
      </p:sp>
      <p:sp>
        <p:nvSpPr>
          <p:cNvPr id="3" name="TextBox 2"/>
          <p:cNvSpPr txBox="1"/>
          <p:nvPr/>
        </p:nvSpPr>
        <p:spPr>
          <a:xfrm>
            <a:off x="457200" y="822960"/>
            <a:ext cx="11277295" cy="457200"/>
          </a:xfrm>
          <a:prstGeom prst="rect">
            <a:avLst/>
          </a:prstGeom>
          <a:noFill/>
        </p:spPr>
        <p:txBody>
          <a:bodyPr wrap="square">
            <a:spAutoFit/>
          </a:bodyPr>
          <a:lstStyle/>
          <a:p>
            <a:pPr algn="l">
              <a:defRPr sz="3600" b="1" i="0">
                <a:solidFill>
                  <a:srgbClr val="333333"/>
                </a:solidFill>
                <a:latin typeface="Calibri"/>
              </a:defRPr>
            </a:pPr>
            <a:r>
              <a:t>PREPARAD EL CAMINO</a:t>
            </a:r>
          </a:p>
        </p:txBody>
      </p:sp>
      <p:sp>
        <p:nvSpPr>
          <p:cNvPr id="4" name="TextBox 3"/>
          <p:cNvSpPr txBox="1"/>
          <p:nvPr/>
        </p:nvSpPr>
        <p:spPr>
          <a:xfrm>
            <a:off x="457200" y="1645920"/>
            <a:ext cx="11277295" cy="4754880"/>
          </a:xfrm>
          <a:prstGeom prst="rect">
            <a:avLst/>
          </a:prstGeom>
          <a:noFill/>
        </p:spPr>
        <p:txBody>
          <a:bodyPr wrap="square">
            <a:spAutoFit/>
          </a:bodyPr>
          <a:lstStyle/>
          <a:p>
            <a:pPr algn="ctr">
              <a:lnSpc>
                <a:spcPct val="150000"/>
              </a:lnSpc>
              <a:defRPr sz="2000" b="0" i="0">
                <a:solidFill>
                  <a:srgbClr val="333333"/>
                </a:solidFill>
                <a:latin typeface="Calibri"/>
              </a:defRPr>
            </a:pPr>
            <a:r>
              <a:t>PREPARAD EL CAMINO</a:t>
            </a:r>
            <a:br/>
            <a:r>
              <a:t>PREPARAD EL CAMINO AL SEÑOR</a:t>
            </a:r>
            <a:br/>
            <a:r>
              <a:t>Y ESCUCHAD PALABRA DE DIOS.(Bis)</a:t>
            </a:r>
            <a:br/>
            <a:r>
              <a:t>Voz que clama en el desierto:</a:t>
            </a:r>
            <a:br/>
            <a:r>
              <a:t>preparad los caminos de Dios,</a:t>
            </a:r>
            <a:br/>
            <a:r>
              <a:t>desterrad mentira por siempre,</a:t>
            </a:r>
            <a:br/>
            <a:r>
              <a:t>preparad los caminos de Dios(Bis)</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274320"/>
            <a:ext cx="11277295" cy="457200"/>
          </a:xfrm>
          <a:prstGeom prst="rect">
            <a:avLst/>
          </a:prstGeom>
          <a:noFill/>
        </p:spPr>
        <p:txBody>
          <a:bodyPr wrap="square">
            <a:spAutoFit/>
          </a:bodyPr>
          <a:lstStyle/>
          <a:p>
            <a:pPr algn="l">
              <a:defRPr sz="2400" b="1" i="0">
                <a:solidFill>
                  <a:srgbClr val="999999"/>
                </a:solidFill>
                <a:latin typeface="Calibri"/>
              </a:defRPr>
            </a:pPr>
            <a:r>
              <a:t>PERDON</a:t>
            </a:r>
          </a:p>
        </p:txBody>
      </p:sp>
      <p:sp>
        <p:nvSpPr>
          <p:cNvPr id="3" name="TextBox 2"/>
          <p:cNvSpPr txBox="1"/>
          <p:nvPr/>
        </p:nvSpPr>
        <p:spPr>
          <a:xfrm>
            <a:off x="457200" y="822960"/>
            <a:ext cx="11277295" cy="457200"/>
          </a:xfrm>
          <a:prstGeom prst="rect">
            <a:avLst/>
          </a:prstGeom>
          <a:noFill/>
        </p:spPr>
        <p:txBody>
          <a:bodyPr wrap="square">
            <a:spAutoFit/>
          </a:bodyPr>
          <a:lstStyle/>
          <a:p>
            <a:pPr algn="l">
              <a:defRPr sz="3600" b="1" i="0">
                <a:solidFill>
                  <a:srgbClr val="333333"/>
                </a:solidFill>
                <a:latin typeface="Calibri"/>
              </a:defRPr>
            </a:pPr>
            <a:r>
              <a:t>A TU AMPARO Y PROTECCIÓN</a:t>
            </a:r>
          </a:p>
        </p:txBody>
      </p:sp>
      <p:sp>
        <p:nvSpPr>
          <p:cNvPr id="4" name="TextBox 3"/>
          <p:cNvSpPr txBox="1"/>
          <p:nvPr/>
        </p:nvSpPr>
        <p:spPr>
          <a:xfrm>
            <a:off x="457200" y="1645920"/>
            <a:ext cx="11277295" cy="4754880"/>
          </a:xfrm>
          <a:prstGeom prst="rect">
            <a:avLst/>
          </a:prstGeom>
          <a:noFill/>
        </p:spPr>
        <p:txBody>
          <a:bodyPr wrap="square">
            <a:spAutoFit/>
          </a:bodyPr>
          <a:lstStyle/>
          <a:p>
            <a:pPr algn="ctr">
              <a:lnSpc>
                <a:spcPct val="150000"/>
              </a:lnSpc>
              <a:defRPr sz="2000" b="0" i="0">
                <a:solidFill>
                  <a:srgbClr val="333333"/>
                </a:solidFill>
                <a:latin typeface="Calibri"/>
              </a:defRPr>
            </a:pPr>
            <a:r>
              <a:t>TU AMPARO Y PROTECCIÓN</a:t>
            </a:r>
            <a:br/>
            <a:r>
              <a:t>TU AMPARO Y PROTECCIÓN,</a:t>
            </a:r>
            <a:br/>
            <a:r>
              <a:t>MADRE DE DIOS, ACUDIMOS.</a:t>
            </a:r>
            <a:br/>
            <a:r>
              <a:t>NO DESOIGAS NUESTROS RUEGOS</a:t>
            </a:r>
            <a:br/>
            <a:r>
              <a:t>Y DE TODOS LOS PELIGROS,</a:t>
            </a:r>
            <a:br/>
            <a:r>
              <a:t>VIRGEN GLORIOSA Y BENDITA,</a:t>
            </a:r>
            <a:br/>
            <a:r>
              <a:t>( BIS)</a:t>
            </a:r>
            <a:br/>
            <a:r>
              <a:t>DEFIENDE SIEMPRE TUS HIJOS</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274320"/>
            <a:ext cx="11277295" cy="457200"/>
          </a:xfrm>
          <a:prstGeom prst="rect">
            <a:avLst/>
          </a:prstGeom>
          <a:noFill/>
        </p:spPr>
        <p:txBody>
          <a:bodyPr wrap="square">
            <a:spAutoFit/>
          </a:bodyPr>
          <a:lstStyle/>
          <a:p>
            <a:pPr algn="l">
              <a:defRPr sz="2400" b="1" i="0">
                <a:solidFill>
                  <a:srgbClr val="999999"/>
                </a:solidFill>
                <a:latin typeface="Calibri"/>
              </a:defRPr>
            </a:pPr>
            <a:r>
              <a:t>GLORIA</a:t>
            </a:r>
          </a:p>
        </p:txBody>
      </p:sp>
      <p:sp>
        <p:nvSpPr>
          <p:cNvPr id="3" name="TextBox 2"/>
          <p:cNvSpPr txBox="1"/>
          <p:nvPr/>
        </p:nvSpPr>
        <p:spPr>
          <a:xfrm>
            <a:off x="457200" y="822960"/>
            <a:ext cx="11277295" cy="457200"/>
          </a:xfrm>
          <a:prstGeom prst="rect">
            <a:avLst/>
          </a:prstGeom>
          <a:noFill/>
        </p:spPr>
        <p:txBody>
          <a:bodyPr wrap="square">
            <a:spAutoFit/>
          </a:bodyPr>
          <a:lstStyle/>
          <a:p>
            <a:pPr algn="l">
              <a:defRPr sz="3600" b="1" i="0">
                <a:solidFill>
                  <a:srgbClr val="333333"/>
                </a:solidFill>
                <a:latin typeface="Calibri"/>
              </a:defRPr>
            </a:pPr>
            <a:r>
              <a:t>GLORIA TE DAMOS GRACIAS, SEÑOR (R. CARISMÁTICA)</a:t>
            </a:r>
          </a:p>
        </p:txBody>
      </p:sp>
      <p:sp>
        <p:nvSpPr>
          <p:cNvPr id="4" name="TextBox 3"/>
          <p:cNvSpPr txBox="1"/>
          <p:nvPr/>
        </p:nvSpPr>
        <p:spPr>
          <a:xfrm>
            <a:off x="457200" y="1645920"/>
            <a:ext cx="11277295" cy="4754880"/>
          </a:xfrm>
          <a:prstGeom prst="rect">
            <a:avLst/>
          </a:prstGeom>
          <a:noFill/>
        </p:spPr>
        <p:txBody>
          <a:bodyPr wrap="square">
            <a:spAutoFit/>
          </a:bodyPr>
          <a:lstStyle/>
          <a:p>
            <a:pPr algn="ctr">
              <a:lnSpc>
                <a:spcPct val="150000"/>
              </a:lnSpc>
              <a:defRPr sz="2000" b="0" i="0">
                <a:solidFill>
                  <a:srgbClr val="333333"/>
                </a:solidFill>
                <a:latin typeface="Calibri"/>
              </a:defRPr>
            </a:pPr>
            <a:r>
              <a:t>GLORIA TE DAMOS GRACIAS SEÑOR (R. CARISMÁTICA)</a:t>
            </a:r>
            <a:br/>
            <a:r>
              <a:t>Te damos gracias, Señor,</a:t>
            </a:r>
            <a:br/>
            <a:r>
              <a:t>por tierra y el</a:t>
            </a:r>
            <a:br/>
            <a:r>
              <a:t>por luna y las estrellas;</a:t>
            </a:r>
            <a:br/>
            <a:r>
              <a:t>bendecimos tu nombre</a:t>
            </a:r>
            <a:br/>
            <a:r>
              <a:t>alzando las manos,</a:t>
            </a:r>
            <a:br/>
            <a:r>
              <a:t>cantando para Ti, Señor.</a:t>
            </a:r>
            <a:br/>
            <a:r>
              <a:t>Te damos gracias, Jesús,</a:t>
            </a:r>
            <a:br/>
            <a:r>
              <a:t>por el fuego y luz,</a:t>
            </a:r>
            <a:br/>
            <a:r>
              <a:t>por noche y por el día;</a:t>
            </a:r>
            <a:br/>
            <a:r>
              <a:t>bendecimos tu nombre</a:t>
            </a:r>
            <a:br/>
            <a:r>
              <a:t>alzando las manos,</a:t>
            </a:r>
            <a:br/>
            <a:r>
              <a:t>cantando para Ti, Señor.</a:t>
            </a:r>
            <a:br/>
            <a:r>
              <a:t>¡GLORIA DIOS!</a:t>
            </a:r>
            <a:br/>
            <a:r>
              <a:t>( él sea el poder),</a:t>
            </a:r>
            <a:br/>
            <a:r>
              <a:t>¡GLORIA DIOS!</a:t>
            </a:r>
            <a:br/>
            <a:r>
              <a:t>( él sea el honor).</a:t>
            </a:r>
            <a:br/>
            <a:r>
              <a:t>¡GLORIA DIOS POR SIEMPRE,</a:t>
            </a:r>
            <a:br/>
            <a:r>
              <a:t>GLORIA TODO EL CIELO!,</a:t>
            </a:r>
            <a:br/>
            <a:r>
              <a:t>¡GLORIA PARA NUESTRO DIOS! (Bis)</a:t>
            </a:r>
            <a:br/>
            <a:r>
              <a:t>Te damos gracias, Señor,</a:t>
            </a:r>
            <a:br/>
            <a:r>
              <a:t>por los campos en flor,</a:t>
            </a:r>
            <a:br/>
            <a:r>
              <a:t>por nieve de los montes;</a:t>
            </a:r>
            <a:br/>
            <a:r>
              <a:t>bendecimos tu nombre</a:t>
            </a:r>
            <a:br/>
            <a:r>
              <a:t>alzando las manos,</a:t>
            </a:r>
            <a:br/>
            <a:r>
              <a:t>cantando para Ti, Señor.</a:t>
            </a:r>
            <a:br/>
            <a:r>
              <a:t>Te damos gracias, Jesús,</a:t>
            </a:r>
            <a:br/>
            <a:r>
              <a:t>por las olas del mar,</a:t>
            </a:r>
            <a:br/>
            <a:r>
              <a:t>por el canto de las aves;</a:t>
            </a:r>
            <a:br/>
            <a:r>
              <a:t>bendecimos tu nombre</a:t>
            </a:r>
            <a:br/>
            <a:r>
              <a:t>alzando las manos,</a:t>
            </a:r>
            <a:br/>
            <a:r>
              <a:t>cantando para Ti, Señor.</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274320"/>
            <a:ext cx="11277295" cy="457200"/>
          </a:xfrm>
          <a:prstGeom prst="rect">
            <a:avLst/>
          </a:prstGeom>
          <a:noFill/>
        </p:spPr>
        <p:txBody>
          <a:bodyPr wrap="square">
            <a:spAutoFit/>
          </a:bodyPr>
          <a:lstStyle/>
          <a:p>
            <a:pPr algn="l">
              <a:defRPr sz="2400" b="1" i="0">
                <a:solidFill>
                  <a:srgbClr val="999999"/>
                </a:solidFill>
                <a:latin typeface="Calibri"/>
              </a:defRPr>
            </a:pPr>
            <a:r>
              <a:t>SALMO</a:t>
            </a:r>
          </a:p>
        </p:txBody>
      </p:sp>
      <p:sp>
        <p:nvSpPr>
          <p:cNvPr id="3" name="TextBox 2"/>
          <p:cNvSpPr txBox="1"/>
          <p:nvPr/>
        </p:nvSpPr>
        <p:spPr>
          <a:xfrm>
            <a:off x="457200" y="822960"/>
            <a:ext cx="11277295" cy="457200"/>
          </a:xfrm>
          <a:prstGeom prst="rect">
            <a:avLst/>
          </a:prstGeom>
          <a:noFill/>
        </p:spPr>
        <p:txBody>
          <a:bodyPr wrap="square">
            <a:spAutoFit/>
          </a:bodyPr>
          <a:lstStyle/>
          <a:p>
            <a:pPr algn="l">
              <a:defRPr sz="3600" b="1" i="0">
                <a:solidFill>
                  <a:srgbClr val="333333"/>
                </a:solidFill>
                <a:latin typeface="Calibri"/>
              </a:defRPr>
            </a:pPr>
            <a:r>
              <a:t>AQUÍ ESTOY, SEÑOR (SALMO 39)</a:t>
            </a:r>
          </a:p>
        </p:txBody>
      </p:sp>
      <p:sp>
        <p:nvSpPr>
          <p:cNvPr id="4" name="TextBox 3"/>
          <p:cNvSpPr txBox="1"/>
          <p:nvPr/>
        </p:nvSpPr>
        <p:spPr>
          <a:xfrm>
            <a:off x="457200" y="1645920"/>
            <a:ext cx="11277295" cy="4754880"/>
          </a:xfrm>
          <a:prstGeom prst="rect">
            <a:avLst/>
          </a:prstGeom>
          <a:noFill/>
        </p:spPr>
        <p:txBody>
          <a:bodyPr wrap="square">
            <a:spAutoFit/>
          </a:bodyPr>
          <a:lstStyle/>
          <a:p>
            <a:pPr algn="ctr">
              <a:lnSpc>
                <a:spcPct val="150000"/>
              </a:lnSpc>
              <a:defRPr sz="2000" b="0" i="0">
                <a:solidFill>
                  <a:srgbClr val="333333"/>
                </a:solidFill>
                <a:latin typeface="Calibri"/>
              </a:defRPr>
            </a:pPr>
            <a:r>
              <a:t>AQUÍ ESTOY, SEÑOR (SALMO 39)</a:t>
            </a:r>
            <a:br/>
            <a:r>
              <a:t>Aquí estoy, Señor, para hacer tu voluntad;</a:t>
            </a:r>
            <a:br/>
            <a:r>
              <a:t>para llevar en mis entrañas tu Ley.</a:t>
            </a:r>
            <a:br/>
            <a:r>
              <a:t>(Todos)</a:t>
            </a:r>
            <a:br/>
            <a:r>
              <a:t>Aquí estoy, Señor, para hacer tu voluntad;</a:t>
            </a:r>
            <a:br/>
            <a:r>
              <a:t>para llevar en mis entrañas tu Ley.</a:t>
            </a:r>
            <a:br/>
            <a:r>
              <a:t>Yo esperaba con ansia al Señor;</a:t>
            </a:r>
            <a:br/>
            <a:r>
              <a:t>él se inclinó y escuchó grito;</a:t>
            </a:r>
            <a:br/>
            <a:r>
              <a:t>me puso en boca un cántico nuevo,</a:t>
            </a:r>
            <a:br/>
            <a:r>
              <a:t>un himno nuestro Dios.</a:t>
            </a:r>
            <a:br/>
            <a:r>
              <a:t>(Todos)</a:t>
            </a:r>
            <a:br/>
            <a:r>
              <a:t>Aquí estoy, Señor, para hacer tu voluntad;</a:t>
            </a:r>
            <a:br/>
            <a:r>
              <a:t>para llevar en mis entrañas tu Ley.</a:t>
            </a:r>
            <a:br/>
            <a:r>
              <a:t>Tú no quieres sacrificios ni ofrendas,</a:t>
            </a:r>
            <a:br/>
            <a:r>
              <a:t>y, en cambio, me abriste el oído;</a:t>
            </a:r>
            <a:br/>
            <a:r>
              <a:t>no pides sacrificio expiatorio,</a:t>
            </a:r>
            <a:br/>
            <a:r>
              <a:t>entonces yo digo: “Aquí estoy.”</a:t>
            </a:r>
            <a:br/>
            <a:r>
              <a:t>Aquí estoy, Señor, para hacer tu voluntad;</a:t>
            </a:r>
            <a:br/>
            <a:r>
              <a:t>para llevar en mis entrañas tu Ley.</a:t>
            </a:r>
            <a:br/>
            <a:r>
              <a:t>Como está escrito en libro</a:t>
            </a:r>
            <a:br/>
            <a:r>
              <a:t>para hacer tu voluntad”.</a:t>
            </a:r>
            <a:br/>
            <a:r>
              <a:t>Dios mío, lo quiero,</a:t>
            </a:r>
            <a:br/>
            <a:r>
              <a:t>y llevo tu ley en las entrañas.</a:t>
            </a:r>
            <a:br/>
            <a:r>
              <a:t>Aquí estoy, Señor, para hacer tu voluntad;</a:t>
            </a:r>
            <a:br/>
            <a:r>
              <a:t>para llevar en mis entrañas tu Ley.</a:t>
            </a:r>
            <a:br/>
            <a:r>
              <a:t>Ante gran asamblea</a:t>
            </a:r>
            <a:br/>
            <a:r>
              <a:t>he proclamado tu salvación;</a:t>
            </a:r>
            <a:br/>
            <a:r>
              <a:t>Señor, tú lo sabes:</a:t>
            </a:r>
            <a:br/>
            <a:r>
              <a:t>No he cerrado los labios</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274320"/>
            <a:ext cx="11277295" cy="457200"/>
          </a:xfrm>
          <a:prstGeom prst="rect">
            <a:avLst/>
          </a:prstGeom>
          <a:noFill/>
        </p:spPr>
        <p:txBody>
          <a:bodyPr wrap="square">
            <a:spAutoFit/>
          </a:bodyPr>
          <a:lstStyle/>
          <a:p>
            <a:pPr algn="l">
              <a:defRPr sz="2400" b="1" i="0">
                <a:solidFill>
                  <a:srgbClr val="999999"/>
                </a:solidFill>
                <a:latin typeface="Calibri"/>
              </a:defRPr>
            </a:pPr>
            <a:r>
              <a:t>ALELUYA</a:t>
            </a:r>
          </a:p>
        </p:txBody>
      </p:sp>
      <p:sp>
        <p:nvSpPr>
          <p:cNvPr id="3" name="TextBox 2"/>
          <p:cNvSpPr txBox="1"/>
          <p:nvPr/>
        </p:nvSpPr>
        <p:spPr>
          <a:xfrm>
            <a:off x="457200" y="822960"/>
            <a:ext cx="11277295" cy="457200"/>
          </a:xfrm>
          <a:prstGeom prst="rect">
            <a:avLst/>
          </a:prstGeom>
          <a:noFill/>
        </p:spPr>
        <p:txBody>
          <a:bodyPr wrap="square">
            <a:spAutoFit/>
          </a:bodyPr>
          <a:lstStyle/>
          <a:p>
            <a:pPr algn="l">
              <a:defRPr sz="3600" b="1" i="0">
                <a:solidFill>
                  <a:srgbClr val="333333"/>
                </a:solidFill>
                <a:latin typeface="Calibri"/>
              </a:defRPr>
            </a:pPr>
            <a:r>
              <a:t>CANTAD CON GOZO</a:t>
            </a:r>
          </a:p>
        </p:txBody>
      </p:sp>
      <p:sp>
        <p:nvSpPr>
          <p:cNvPr id="4" name="TextBox 3"/>
          <p:cNvSpPr txBox="1"/>
          <p:nvPr/>
        </p:nvSpPr>
        <p:spPr>
          <a:xfrm>
            <a:off x="457200" y="1645920"/>
            <a:ext cx="11277295" cy="4754880"/>
          </a:xfrm>
          <a:prstGeom prst="rect">
            <a:avLst/>
          </a:prstGeom>
          <a:noFill/>
        </p:spPr>
        <p:txBody>
          <a:bodyPr wrap="square">
            <a:spAutoFit/>
          </a:bodyPr>
          <a:lstStyle/>
          <a:p>
            <a:pPr algn="ctr">
              <a:lnSpc>
                <a:spcPct val="150000"/>
              </a:lnSpc>
              <a:defRPr sz="2000" b="0" i="0">
                <a:solidFill>
                  <a:srgbClr val="333333"/>
                </a:solidFill>
                <a:latin typeface="Calibri"/>
              </a:defRPr>
            </a:pPr>
            <a:r>
              <a:t>CANTAD CON GOZO (ADVIENTO)</a:t>
            </a:r>
            <a:br/>
            <a:r>
              <a:t>CANTAD CON GOZO,</a:t>
            </a:r>
            <a:br/>
            <a:r>
              <a:t>CON ILUSION,</a:t>
            </a:r>
            <a:br/>
            <a:r>
              <a:t>YA SE ACERCA EL SEÑOR (BIS)</a:t>
            </a:r>
            <a:br/>
            <a:r>
              <a:t>Os anunciamos el gozo de Adviento</a:t>
            </a:r>
            <a:br/>
            <a:r>
              <a:t>Con primera vela ardiendo</a:t>
            </a:r>
            <a:br/>
            <a:r>
              <a:t>Se acerca ya el tiempo de salvación</a:t>
            </a:r>
            <a:br/>
            <a:r>
              <a:t>Disponed pues senda al Señor.</a:t>
            </a:r>
            <a:br/>
            <a:r>
              <a:t>Os anunciamos el gozo de Adviento</a:t>
            </a:r>
            <a:br/>
            <a:r>
              <a:t>Con segunda vela ardiendo</a:t>
            </a:r>
            <a:br/>
            <a:r>
              <a:t>El primer ejemplo Cristo nos dió</a:t>
            </a:r>
            <a:br/>
            <a:r>
              <a:t>Vivid unidos en el amor</a:t>
            </a:r>
            <a:br/>
            <a:r>
              <a:t>Os anunciamos el gozo de Adviento</a:t>
            </a:r>
            <a:br/>
            <a:r>
              <a:t>con tercera vela ardiendo</a:t>
            </a:r>
            <a:br/>
            <a:r>
              <a:t>El mundo que vive en oscuridad</a:t>
            </a:r>
            <a:br/>
            <a:r>
              <a:t>Brille con esta claridad</a:t>
            </a:r>
            <a:br/>
            <a:r>
              <a:t>Os anunciamos el gozo de Adviento</a:t>
            </a:r>
            <a:br/>
            <a:r>
              <a:t>Mirad cuarta vela ardiendo</a:t>
            </a:r>
            <a:br/>
            <a:r>
              <a:t>El Señor está cerca, fuera el temor</a:t>
            </a:r>
            <a:br/>
            <a:r>
              <a:t>Estar punto es lo mejor.</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274320"/>
            <a:ext cx="11277295" cy="457200"/>
          </a:xfrm>
          <a:prstGeom prst="rect">
            <a:avLst/>
          </a:prstGeom>
          <a:noFill/>
        </p:spPr>
        <p:txBody>
          <a:bodyPr wrap="square">
            <a:spAutoFit/>
          </a:bodyPr>
          <a:lstStyle/>
          <a:p>
            <a:pPr algn="l">
              <a:defRPr sz="2400" b="1" i="0">
                <a:solidFill>
                  <a:srgbClr val="999999"/>
                </a:solidFill>
                <a:latin typeface="Calibri"/>
              </a:defRPr>
            </a:pPr>
            <a:r>
              <a:t>OFERTORIO</a:t>
            </a:r>
          </a:p>
        </p:txBody>
      </p:sp>
      <p:sp>
        <p:nvSpPr>
          <p:cNvPr id="3" name="TextBox 2"/>
          <p:cNvSpPr txBox="1"/>
          <p:nvPr/>
        </p:nvSpPr>
        <p:spPr>
          <a:xfrm>
            <a:off x="457200" y="822960"/>
            <a:ext cx="11277295" cy="457200"/>
          </a:xfrm>
          <a:prstGeom prst="rect">
            <a:avLst/>
          </a:prstGeom>
          <a:noFill/>
        </p:spPr>
        <p:txBody>
          <a:bodyPr wrap="square">
            <a:spAutoFit/>
          </a:bodyPr>
          <a:lstStyle/>
          <a:p>
            <a:pPr algn="l">
              <a:defRPr sz="3600" b="1" i="0">
                <a:solidFill>
                  <a:srgbClr val="333333"/>
                </a:solidFill>
                <a:latin typeface="Calibri"/>
              </a:defRPr>
            </a:pPr>
            <a:r>
              <a:t>HOY COMO AYER</a:t>
            </a:r>
          </a:p>
        </p:txBody>
      </p:sp>
      <p:sp>
        <p:nvSpPr>
          <p:cNvPr id="4" name="TextBox 3"/>
          <p:cNvSpPr txBox="1"/>
          <p:nvPr/>
        </p:nvSpPr>
        <p:spPr>
          <a:xfrm>
            <a:off x="457200" y="1645920"/>
            <a:ext cx="11277295" cy="4754880"/>
          </a:xfrm>
          <a:prstGeom prst="rect">
            <a:avLst/>
          </a:prstGeom>
          <a:noFill/>
        </p:spPr>
        <p:txBody>
          <a:bodyPr wrap="square">
            <a:spAutoFit/>
          </a:bodyPr>
          <a:lstStyle/>
          <a:p>
            <a:pPr algn="ctr">
              <a:lnSpc>
                <a:spcPct val="150000"/>
              </a:lnSpc>
              <a:defRPr sz="2000" b="0" i="0">
                <a:solidFill>
                  <a:srgbClr val="333333"/>
                </a:solidFill>
                <a:latin typeface="Calibri"/>
              </a:defRPr>
            </a:pPr>
            <a:r>
              <a:t>HOY COMO AYER</a:t>
            </a:r>
            <a:br/>
            <a:r>
              <a:t>Hoy como ayer calla quien no tiene voz,</a:t>
            </a:r>
            <a:br/>
            <a:r>
              <a:t>aquél quien nadie enseñó decir su palabra.</a:t>
            </a:r>
            <a:br/>
            <a:r>
              <a:t>Hoy como ayer quien sabe podrá dominar</a:t>
            </a:r>
            <a:br/>
            <a:r>
              <a:t>y el pobre tendrá que bajar otra vez mirada.</a:t>
            </a:r>
            <a:br/>
            <a:r>
              <a:t>CORO</a:t>
            </a:r>
            <a:br/>
            <a:r>
              <a:t>Calasanz nos enseñó como hacer realidad</a:t>
            </a:r>
            <a:br/>
            <a:r>
              <a:t>un mañana de esperanza, una nueva humanidad</a:t>
            </a:r>
            <a:br/>
            <a:r>
              <a:t>despertando razón, conciencia y dignidad,</a:t>
            </a:r>
            <a:br/>
            <a:r>
              <a:t>educando al hombre nuevo en amor y libertad.</a:t>
            </a:r>
            <a:br/>
            <a:r>
              <a:t>Calasanz nos enseñó como hacer realidad</a:t>
            </a:r>
            <a:br/>
            <a:r>
              <a:t>un mañana de esperanza, una nueva humanidad</a:t>
            </a:r>
            <a:br/>
            <a:r>
              <a:t>ayudando descubrir que Jesús de Nazaret</a:t>
            </a:r>
            <a:br/>
            <a:r>
              <a:t>sigue vivo y su camino juntos hay que recorrer.</a:t>
            </a:r>
            <a:br/>
            <a:r>
              <a:t>Mira y verás que hay niños que nunca sabrán</a:t>
            </a:r>
            <a:br/>
            <a:r>
              <a:t>que tienen derecho reír y jugar en plaza.</a:t>
            </a:r>
            <a:br/>
            <a:r>
              <a:t>Mira y verás que muchos explotan sin fin</a:t>
            </a:r>
            <a:br/>
            <a:r>
              <a:t>fuerza de juventud para hacer su ganancia</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274320"/>
            <a:ext cx="11277295" cy="457200"/>
          </a:xfrm>
          <a:prstGeom prst="rect">
            <a:avLst/>
          </a:prstGeom>
          <a:noFill/>
        </p:spPr>
        <p:txBody>
          <a:bodyPr wrap="square">
            <a:spAutoFit/>
          </a:bodyPr>
          <a:lstStyle/>
          <a:p>
            <a:pPr algn="l">
              <a:defRPr sz="2400" b="1" i="0">
                <a:solidFill>
                  <a:srgbClr val="999999"/>
                </a:solidFill>
                <a:latin typeface="Calibri"/>
              </a:defRPr>
            </a:pPr>
            <a:r>
              <a:t>SANTO</a:t>
            </a:r>
          </a:p>
        </p:txBody>
      </p:sp>
      <p:sp>
        <p:nvSpPr>
          <p:cNvPr id="3" name="TextBox 2"/>
          <p:cNvSpPr txBox="1"/>
          <p:nvPr/>
        </p:nvSpPr>
        <p:spPr>
          <a:xfrm>
            <a:off x="457200" y="822960"/>
            <a:ext cx="11277295" cy="457200"/>
          </a:xfrm>
          <a:prstGeom prst="rect">
            <a:avLst/>
          </a:prstGeom>
          <a:noFill/>
        </p:spPr>
        <p:txBody>
          <a:bodyPr wrap="square">
            <a:spAutoFit/>
          </a:bodyPr>
          <a:lstStyle/>
          <a:p>
            <a:pPr algn="l">
              <a:defRPr sz="3600" b="1" i="0">
                <a:solidFill>
                  <a:srgbClr val="333333"/>
                </a:solidFill>
                <a:latin typeface="Calibri"/>
              </a:defRPr>
            </a:pPr>
            <a:r>
              <a:t>GLORIA TE DAMOS GRACIAS, SEÑOR (R. CARISMÁTICA)</a:t>
            </a:r>
          </a:p>
        </p:txBody>
      </p:sp>
      <p:sp>
        <p:nvSpPr>
          <p:cNvPr id="4" name="TextBox 3"/>
          <p:cNvSpPr txBox="1"/>
          <p:nvPr/>
        </p:nvSpPr>
        <p:spPr>
          <a:xfrm>
            <a:off x="457200" y="1645920"/>
            <a:ext cx="11277295" cy="4754880"/>
          </a:xfrm>
          <a:prstGeom prst="rect">
            <a:avLst/>
          </a:prstGeom>
          <a:noFill/>
        </p:spPr>
        <p:txBody>
          <a:bodyPr wrap="square">
            <a:spAutoFit/>
          </a:bodyPr>
          <a:lstStyle/>
          <a:p>
            <a:pPr algn="ctr">
              <a:lnSpc>
                <a:spcPct val="150000"/>
              </a:lnSpc>
              <a:defRPr sz="2000" b="0" i="0">
                <a:solidFill>
                  <a:srgbClr val="333333"/>
                </a:solidFill>
                <a:latin typeface="Calibri"/>
              </a:defRPr>
            </a:pPr>
            <a:r>
              <a:t>GLORIA TE DAMOS GRACIAS SEÑOR (R. CARISMÁTICA)</a:t>
            </a:r>
            <a:br/>
            <a:r>
              <a:t>Te damos gracias, Señor,</a:t>
            </a:r>
            <a:br/>
            <a:r>
              <a:t>por tierra y el</a:t>
            </a:r>
            <a:br/>
            <a:r>
              <a:t>por luna y las estrellas;</a:t>
            </a:r>
            <a:br/>
            <a:r>
              <a:t>bendecimos tu nombre</a:t>
            </a:r>
            <a:br/>
            <a:r>
              <a:t>alzando las manos,</a:t>
            </a:r>
            <a:br/>
            <a:r>
              <a:t>cantando para Ti, Señor.</a:t>
            </a:r>
            <a:br/>
            <a:r>
              <a:t>Te damos gracias, Jesús,</a:t>
            </a:r>
            <a:br/>
            <a:r>
              <a:t>por el fuego y luz,</a:t>
            </a:r>
            <a:br/>
            <a:r>
              <a:t>por noche y por el día;</a:t>
            </a:r>
            <a:br/>
            <a:r>
              <a:t>bendecimos tu nombre</a:t>
            </a:r>
            <a:br/>
            <a:r>
              <a:t>alzando las manos,</a:t>
            </a:r>
            <a:br/>
            <a:r>
              <a:t>cantando para Ti, Señor.</a:t>
            </a:r>
            <a:br/>
            <a:r>
              <a:t>¡GLORIA DIOS!</a:t>
            </a:r>
            <a:br/>
            <a:r>
              <a:t>( él sea el poder),</a:t>
            </a:r>
            <a:br/>
            <a:r>
              <a:t>¡GLORIA DIOS!</a:t>
            </a:r>
            <a:br/>
            <a:r>
              <a:t>( él sea el honor).</a:t>
            </a:r>
            <a:br/>
            <a:r>
              <a:t>¡GLORIA DIOS POR SIEMPRE,</a:t>
            </a:r>
            <a:br/>
            <a:r>
              <a:t>GLORIA TODO EL CIELO!,</a:t>
            </a:r>
            <a:br/>
            <a:r>
              <a:t>¡GLORIA PARA NUESTRO DIOS! (Bis)</a:t>
            </a:r>
            <a:br/>
            <a:r>
              <a:t>Te damos gracias, Señor,</a:t>
            </a:r>
            <a:br/>
            <a:r>
              <a:t>por los campos en flor,</a:t>
            </a:r>
            <a:br/>
            <a:r>
              <a:t>por nieve de los montes;</a:t>
            </a:r>
            <a:br/>
            <a:r>
              <a:t>bendecimos tu nombre</a:t>
            </a:r>
            <a:br/>
            <a:r>
              <a:t>alzando las manos,</a:t>
            </a:r>
            <a:br/>
            <a:r>
              <a:t>cantando para Ti, Señor.</a:t>
            </a:r>
            <a:br/>
            <a:r>
              <a:t>Te damos gracias, Jesús,</a:t>
            </a:r>
            <a:br/>
            <a:r>
              <a:t>por las olas del mar,</a:t>
            </a:r>
            <a:br/>
            <a:r>
              <a:t>por el canto de las aves;</a:t>
            </a:r>
            <a:br/>
            <a:r>
              <a:t>bendecimos tu nombre</a:t>
            </a:r>
            <a:br/>
            <a:r>
              <a:t>alzando las manos,</a:t>
            </a:r>
            <a:br/>
            <a:r>
              <a:t>cantando para Ti, Señor.</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274320"/>
            <a:ext cx="11277295" cy="457200"/>
          </a:xfrm>
          <a:prstGeom prst="rect">
            <a:avLst/>
          </a:prstGeom>
          <a:noFill/>
        </p:spPr>
        <p:txBody>
          <a:bodyPr wrap="square">
            <a:spAutoFit/>
          </a:bodyPr>
          <a:lstStyle/>
          <a:p>
            <a:pPr algn="l">
              <a:defRPr sz="2400" b="1" i="0">
                <a:solidFill>
                  <a:srgbClr val="999999"/>
                </a:solidFill>
                <a:latin typeface="Calibri"/>
              </a:defRPr>
            </a:pPr>
            <a:r>
              <a:t>PADRE_NUESTRO</a:t>
            </a:r>
          </a:p>
        </p:txBody>
      </p:sp>
      <p:sp>
        <p:nvSpPr>
          <p:cNvPr id="3" name="TextBox 2"/>
          <p:cNvSpPr txBox="1"/>
          <p:nvPr/>
        </p:nvSpPr>
        <p:spPr>
          <a:xfrm>
            <a:off x="457200" y="822960"/>
            <a:ext cx="11277295" cy="457200"/>
          </a:xfrm>
          <a:prstGeom prst="rect">
            <a:avLst/>
          </a:prstGeom>
          <a:noFill/>
        </p:spPr>
        <p:txBody>
          <a:bodyPr wrap="square">
            <a:spAutoFit/>
          </a:bodyPr>
          <a:lstStyle/>
          <a:p>
            <a:pPr algn="l">
              <a:defRPr sz="3600" b="1" i="0">
                <a:solidFill>
                  <a:srgbClr val="333333"/>
                </a:solidFill>
                <a:latin typeface="Calibri"/>
              </a:defRPr>
            </a:pPr>
            <a:r>
              <a:t>EL ESPÍRITU DEL SEÑOR, PENTECOSTÉS (KAIROI)</a:t>
            </a:r>
          </a:p>
        </p:txBody>
      </p:sp>
      <p:sp>
        <p:nvSpPr>
          <p:cNvPr id="4" name="TextBox 3"/>
          <p:cNvSpPr txBox="1"/>
          <p:nvPr/>
        </p:nvSpPr>
        <p:spPr>
          <a:xfrm>
            <a:off x="457200" y="1645920"/>
            <a:ext cx="11277295" cy="4754880"/>
          </a:xfrm>
          <a:prstGeom prst="rect">
            <a:avLst/>
          </a:prstGeom>
          <a:noFill/>
        </p:spPr>
        <p:txBody>
          <a:bodyPr wrap="square">
            <a:spAutoFit/>
          </a:bodyPr>
          <a:lstStyle/>
          <a:p>
            <a:pPr algn="ctr">
              <a:lnSpc>
                <a:spcPct val="150000"/>
              </a:lnSpc>
              <a:defRPr sz="2000" b="0" i="0">
                <a:solidFill>
                  <a:srgbClr val="333333"/>
                </a:solidFill>
                <a:latin typeface="Calibri"/>
              </a:defRPr>
            </a:pPr>
            <a:r>
              <a:t>EL ESPÍRITU DEL SEÑOR, PENTECOSTÉS (KAIROI)</a:t>
            </a:r>
            <a:br/>
            <a:r>
              <a:t>EL SEÑOR OS DARÁ SU ESPÍRITU SANTO,</a:t>
            </a:r>
            <a:br/>
            <a:r>
              <a:t>YA NO TEMÁIS, ABRID EL CORAZÓN.</a:t>
            </a:r>
            <a:br/>
            <a:r>
              <a:t>(</a:t>
            </a:r>
            <a:br/>
            <a:r>
              <a:t>)</a:t>
            </a:r>
            <a:br/>
            <a:r>
              <a:t>DERRAMARÁ TODO SU AMOR. (2)</a:t>
            </a:r>
            <a:br/>
            <a:r>
              <a:t>El transformará hoy vuestra vida.</a:t>
            </a:r>
            <a:br/>
            <a:r>
              <a:t>Os dará fuerza para amar.</a:t>
            </a:r>
            <a:br/>
            <a:r>
              <a:t>No perdáis vuestra esperanza. El os salvará.</a:t>
            </a:r>
            <a:br/>
            <a:r>
              <a:t>El transformará todas las penas,</a:t>
            </a:r>
            <a:br/>
            <a:r>
              <a:t>como hijos os acogerá;</a:t>
            </a:r>
            <a:br/>
            <a:r>
              <a:t>abrid vuestros corazones libertad.</a:t>
            </a:r>
            <a:br/>
            <a:r>
              <a:t>Fortalecerá todo cansancio</a:t>
            </a:r>
            <a:br/>
            <a:r>
              <a:t>al orar dejáis que os dé su paz.</a:t>
            </a:r>
            <a:br/>
            <a:r>
              <a:t>Brotará vuestra alabanza. El os hablará.</a:t>
            </a:r>
            <a:br/>
            <a:r>
              <a:t>Os inundará de nuevo gozo</a:t>
            </a:r>
            <a:br/>
            <a:r>
              <a:t>con el don de fraternidad.</a:t>
            </a:r>
            <a:br/>
            <a:r>
              <a:t>Abrid vuestros corazones libertad.</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274320"/>
            <a:ext cx="11277295" cy="457200"/>
          </a:xfrm>
          <a:prstGeom prst="rect">
            <a:avLst/>
          </a:prstGeom>
          <a:noFill/>
        </p:spPr>
        <p:txBody>
          <a:bodyPr wrap="square">
            <a:spAutoFit/>
          </a:bodyPr>
          <a:lstStyle/>
          <a:p>
            <a:pPr algn="l">
              <a:defRPr sz="2400" b="1" i="0">
                <a:solidFill>
                  <a:srgbClr val="999999"/>
                </a:solidFill>
                <a:latin typeface="Calibri"/>
              </a:defRPr>
            </a:pPr>
            <a:r>
              <a:t>PAZ</a:t>
            </a:r>
          </a:p>
        </p:txBody>
      </p:sp>
      <p:sp>
        <p:nvSpPr>
          <p:cNvPr id="3" name="TextBox 2"/>
          <p:cNvSpPr txBox="1"/>
          <p:nvPr/>
        </p:nvSpPr>
        <p:spPr>
          <a:xfrm>
            <a:off x="457200" y="822960"/>
            <a:ext cx="11277295" cy="457200"/>
          </a:xfrm>
          <a:prstGeom prst="rect">
            <a:avLst/>
          </a:prstGeom>
          <a:noFill/>
        </p:spPr>
        <p:txBody>
          <a:bodyPr wrap="square">
            <a:spAutoFit/>
          </a:bodyPr>
          <a:lstStyle/>
          <a:p>
            <a:pPr algn="l">
              <a:defRPr sz="3600" b="1" i="0">
                <a:solidFill>
                  <a:srgbClr val="333333"/>
                </a:solidFill>
                <a:latin typeface="Calibri"/>
              </a:defRPr>
            </a:pPr>
            <a:r>
              <a:t>HOY COMO AYER</a:t>
            </a:r>
          </a:p>
        </p:txBody>
      </p:sp>
      <p:sp>
        <p:nvSpPr>
          <p:cNvPr id="4" name="TextBox 3"/>
          <p:cNvSpPr txBox="1"/>
          <p:nvPr/>
        </p:nvSpPr>
        <p:spPr>
          <a:xfrm>
            <a:off x="457200" y="1645920"/>
            <a:ext cx="11277295" cy="4754880"/>
          </a:xfrm>
          <a:prstGeom prst="rect">
            <a:avLst/>
          </a:prstGeom>
          <a:noFill/>
        </p:spPr>
        <p:txBody>
          <a:bodyPr wrap="square">
            <a:spAutoFit/>
          </a:bodyPr>
          <a:lstStyle/>
          <a:p>
            <a:pPr algn="ctr">
              <a:lnSpc>
                <a:spcPct val="150000"/>
              </a:lnSpc>
              <a:defRPr sz="2000" b="0" i="0">
                <a:solidFill>
                  <a:srgbClr val="333333"/>
                </a:solidFill>
                <a:latin typeface="Calibri"/>
              </a:defRPr>
            </a:pPr>
            <a:r>
              <a:t>HOY COMO AYER</a:t>
            </a:r>
            <a:br/>
            <a:r>
              <a:t>Hoy como ayer calla quien no tiene voz,</a:t>
            </a:r>
            <a:br/>
            <a:r>
              <a:t>aquél quien nadie enseñó decir su palabra.</a:t>
            </a:r>
            <a:br/>
            <a:r>
              <a:t>Hoy como ayer quien sabe podrá dominar</a:t>
            </a:r>
            <a:br/>
            <a:r>
              <a:t>y el pobre tendrá que bajar otra vez mirada.</a:t>
            </a:r>
            <a:br/>
            <a:r>
              <a:t>CORO</a:t>
            </a:r>
            <a:br/>
            <a:r>
              <a:t>Calasanz nos enseñó como hacer realidad</a:t>
            </a:r>
            <a:br/>
            <a:r>
              <a:t>un mañana de esperanza, una nueva humanidad</a:t>
            </a:r>
            <a:br/>
            <a:r>
              <a:t>despertando razón, conciencia y dignidad,</a:t>
            </a:r>
            <a:br/>
            <a:r>
              <a:t>educando al hombre nuevo en amor y libertad.</a:t>
            </a:r>
            <a:br/>
            <a:r>
              <a:t>Calasanz nos enseñó como hacer realidad</a:t>
            </a:r>
            <a:br/>
            <a:r>
              <a:t>un mañana de esperanza, una nueva humanidad</a:t>
            </a:r>
            <a:br/>
            <a:r>
              <a:t>ayudando descubrir que Jesús de Nazaret</a:t>
            </a:r>
            <a:br/>
            <a:r>
              <a:t>sigue vivo y su camino juntos hay que recorrer.</a:t>
            </a:r>
            <a:br/>
            <a:r>
              <a:t>Mira y verás que hay niños que nunca sabrán</a:t>
            </a:r>
            <a:br/>
            <a:r>
              <a:t>que tienen derecho reír y jugar en plaza.</a:t>
            </a:r>
            <a:br/>
            <a:r>
              <a:t>Mira y verás que muchos explotan sin fin</a:t>
            </a:r>
            <a:br/>
            <a:r>
              <a:t>fuerza de juventud para hacer su ganancia</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274320"/>
            <a:ext cx="11277295" cy="457200"/>
          </a:xfrm>
          <a:prstGeom prst="rect">
            <a:avLst/>
          </a:prstGeom>
          <a:noFill/>
        </p:spPr>
        <p:txBody>
          <a:bodyPr wrap="square">
            <a:spAutoFit/>
          </a:bodyPr>
          <a:lstStyle/>
          <a:p>
            <a:pPr algn="l">
              <a:defRPr sz="2400" b="1" i="0">
                <a:solidFill>
                  <a:srgbClr val="999999"/>
                </a:solidFill>
                <a:latin typeface="Calibri"/>
              </a:defRPr>
            </a:pPr>
            <a:r>
              <a:t>COMUNION</a:t>
            </a:r>
          </a:p>
        </p:txBody>
      </p:sp>
      <p:sp>
        <p:nvSpPr>
          <p:cNvPr id="3" name="TextBox 2"/>
          <p:cNvSpPr txBox="1"/>
          <p:nvPr/>
        </p:nvSpPr>
        <p:spPr>
          <a:xfrm>
            <a:off x="457200" y="822960"/>
            <a:ext cx="11277295" cy="457200"/>
          </a:xfrm>
          <a:prstGeom prst="rect">
            <a:avLst/>
          </a:prstGeom>
          <a:noFill/>
        </p:spPr>
        <p:txBody>
          <a:bodyPr wrap="square">
            <a:spAutoFit/>
          </a:bodyPr>
          <a:lstStyle/>
          <a:p>
            <a:pPr algn="l">
              <a:defRPr sz="3600" b="1" i="0">
                <a:solidFill>
                  <a:srgbClr val="333333"/>
                </a:solidFill>
                <a:latin typeface="Calibri"/>
              </a:defRPr>
            </a:pPr>
            <a:r>
              <a:t>MARÍA, MÚSICA DE DIOS</a:t>
            </a:r>
          </a:p>
        </p:txBody>
      </p:sp>
      <p:sp>
        <p:nvSpPr>
          <p:cNvPr id="4" name="TextBox 3"/>
          <p:cNvSpPr txBox="1"/>
          <p:nvPr/>
        </p:nvSpPr>
        <p:spPr>
          <a:xfrm>
            <a:off x="457200" y="1645920"/>
            <a:ext cx="11277295" cy="4754880"/>
          </a:xfrm>
          <a:prstGeom prst="rect">
            <a:avLst/>
          </a:prstGeom>
          <a:noFill/>
        </p:spPr>
        <p:txBody>
          <a:bodyPr wrap="square">
            <a:spAutoFit/>
          </a:bodyPr>
          <a:lstStyle/>
          <a:p>
            <a:pPr algn="ctr">
              <a:lnSpc>
                <a:spcPct val="150000"/>
              </a:lnSpc>
              <a:defRPr sz="2000" b="0" i="0">
                <a:solidFill>
                  <a:srgbClr val="333333"/>
                </a:solidFill>
                <a:latin typeface="Calibri"/>
              </a:defRPr>
            </a:pPr>
            <a:r>
              <a:t>MARÍA, MÚSICA DE DIOS</a:t>
            </a:r>
            <a:br/>
            <a:r>
              <a:t>Me quedé sin voz con qué cantar</a:t>
            </a:r>
            <a:br/>
            <a:r>
              <a:t>y alma vacía dormía en sequedad</a:t>
            </a:r>
            <a:br/>
            <a:r>
              <a:t>Y pensé para mí: me pondré en sus manos</a:t>
            </a:r>
            <a:br/>
            <a:r>
              <a:t>manos de Madre, me dejaré en su amor</a:t>
            </a:r>
            <a:br/>
            <a:r>
              <a:t>Y tú, María, házme música de Dios</a:t>
            </a:r>
            <a:br/>
            <a:r>
              <a:t>Y tú, María, anima tú las cuerdas de alma</a:t>
            </a:r>
            <a:br/>
            <a:r>
              <a:t>Aleluya, Amén</a:t>
            </a:r>
            <a:br/>
            <a:r>
              <a:t>Y tú, María, házme música de Dios</a:t>
            </a:r>
            <a:br/>
            <a:r>
              <a:t>Y tú, María, anima tú las cuerdas de alma</a:t>
            </a:r>
            <a:br/>
            <a:r>
              <a:t>Aleluya, Amén</a:t>
            </a:r>
            <a:br/>
            <a:r>
              <a:t>María, acompaña tú caminar</a:t>
            </a:r>
            <a:br/>
            <a:r>
              <a:t>yo sola no puedo, ayúdame andar</a:t>
            </a:r>
            <a:br/>
            <a:r>
              <a:t>Y pensé para mí: me pondré en sus manos</a:t>
            </a:r>
            <a:br/>
            <a:r>
              <a:t>manos de Madre, me dejaré en su amor</a:t>
            </a:r>
            <a:br/>
            <a:r>
              <a:t>Y tú, María, házme música de Dios</a:t>
            </a:r>
            <a:br/>
            <a:r>
              <a:t>Y tú, María, anima tú las cuerdas de alma</a:t>
            </a:r>
            <a:br/>
            <a:r>
              <a:t>Aleluya, Amén</a:t>
            </a:r>
            <a:br/>
            <a:r>
              <a:t>Y tú, María, házme música de Dios</a:t>
            </a:r>
            <a:br/>
            <a:r>
              <a:t>Y tú, María, anima tú las cuerdas de alma</a:t>
            </a:r>
            <a:br/>
            <a:r>
              <a:t>Aleluya, Amén</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274320"/>
            <a:ext cx="11277295" cy="457200"/>
          </a:xfrm>
          <a:prstGeom prst="rect">
            <a:avLst/>
          </a:prstGeom>
          <a:noFill/>
        </p:spPr>
        <p:txBody>
          <a:bodyPr wrap="square">
            <a:spAutoFit/>
          </a:bodyPr>
          <a:lstStyle/>
          <a:p>
            <a:pPr algn="l">
              <a:defRPr sz="2400" b="1" i="0">
                <a:solidFill>
                  <a:srgbClr val="999999"/>
                </a:solidFill>
                <a:latin typeface="Calibri"/>
              </a:defRPr>
            </a:pPr>
            <a:r>
              <a:t>MARIA</a:t>
            </a:r>
          </a:p>
        </p:txBody>
      </p:sp>
      <p:sp>
        <p:nvSpPr>
          <p:cNvPr id="3" name="TextBox 2"/>
          <p:cNvSpPr txBox="1"/>
          <p:nvPr/>
        </p:nvSpPr>
        <p:spPr>
          <a:xfrm>
            <a:off x="457200" y="822960"/>
            <a:ext cx="11277295" cy="457200"/>
          </a:xfrm>
          <a:prstGeom prst="rect">
            <a:avLst/>
          </a:prstGeom>
          <a:noFill/>
        </p:spPr>
        <p:txBody>
          <a:bodyPr wrap="square">
            <a:spAutoFit/>
          </a:bodyPr>
          <a:lstStyle/>
          <a:p>
            <a:pPr algn="l">
              <a:defRPr sz="3600" b="1" i="0">
                <a:solidFill>
                  <a:srgbClr val="333333"/>
                </a:solidFill>
                <a:latin typeface="Calibri"/>
              </a:defRPr>
            </a:pPr>
            <a:r>
              <a:t>MARÍA, MÚSICA DE DIOS</a:t>
            </a:r>
          </a:p>
        </p:txBody>
      </p:sp>
      <p:sp>
        <p:nvSpPr>
          <p:cNvPr id="4" name="TextBox 3"/>
          <p:cNvSpPr txBox="1"/>
          <p:nvPr/>
        </p:nvSpPr>
        <p:spPr>
          <a:xfrm>
            <a:off x="457200" y="1645920"/>
            <a:ext cx="11277295" cy="4754880"/>
          </a:xfrm>
          <a:prstGeom prst="rect">
            <a:avLst/>
          </a:prstGeom>
          <a:noFill/>
        </p:spPr>
        <p:txBody>
          <a:bodyPr wrap="square">
            <a:spAutoFit/>
          </a:bodyPr>
          <a:lstStyle/>
          <a:p>
            <a:pPr algn="ctr">
              <a:lnSpc>
                <a:spcPct val="150000"/>
              </a:lnSpc>
              <a:defRPr sz="2000" b="0" i="0">
                <a:solidFill>
                  <a:srgbClr val="333333"/>
                </a:solidFill>
                <a:latin typeface="Calibri"/>
              </a:defRPr>
            </a:pPr>
            <a:r>
              <a:t>MARÍA, MÚSICA DE DIOS</a:t>
            </a:r>
            <a:br/>
            <a:r>
              <a:t>Me quedé sin voz con qué cantar</a:t>
            </a:r>
            <a:br/>
            <a:r>
              <a:t>y alma vacía dormía en sequedad</a:t>
            </a:r>
            <a:br/>
            <a:r>
              <a:t>Y pensé para mí: me pondré en sus manos</a:t>
            </a:r>
            <a:br/>
            <a:r>
              <a:t>manos de Madre, me dejaré en su amor</a:t>
            </a:r>
            <a:br/>
            <a:r>
              <a:t>Y tú, María, házme música de Dios</a:t>
            </a:r>
            <a:br/>
            <a:r>
              <a:t>Y tú, María, anima tú las cuerdas de alma</a:t>
            </a:r>
            <a:br/>
            <a:r>
              <a:t>Aleluya, Amén</a:t>
            </a:r>
            <a:br/>
            <a:r>
              <a:t>Y tú, María, házme música de Dios</a:t>
            </a:r>
            <a:br/>
            <a:r>
              <a:t>Y tú, María, anima tú las cuerdas de alma</a:t>
            </a:r>
            <a:br/>
            <a:r>
              <a:t>Aleluya, Amén</a:t>
            </a:r>
            <a:br/>
            <a:r>
              <a:t>María, acompaña tú caminar</a:t>
            </a:r>
            <a:br/>
            <a:r>
              <a:t>yo sola no puedo, ayúdame andar</a:t>
            </a:r>
            <a:br/>
            <a:r>
              <a:t>Y pensé para mí: me pondré en sus manos</a:t>
            </a:r>
            <a:br/>
            <a:r>
              <a:t>manos de Madre, me dejaré en su amor</a:t>
            </a:r>
            <a:br/>
            <a:r>
              <a:t>Y tú, María, házme música de Dios</a:t>
            </a:r>
            <a:br/>
            <a:r>
              <a:t>Y tú, María, anima tú las cuerdas de alma</a:t>
            </a:r>
            <a:br/>
            <a:r>
              <a:t>Aleluya, Amén</a:t>
            </a:r>
            <a:br/>
            <a:r>
              <a:t>Y tú, María, házme música de Dios</a:t>
            </a:r>
            <a:br/>
            <a:r>
              <a:t>Y tú, María, anima tú las cuerdas de alma</a:t>
            </a:r>
            <a:br/>
            <a:r>
              <a:t>Aleluya, Amén</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274320"/>
            <a:ext cx="11277295" cy="457200"/>
          </a:xfrm>
          <a:prstGeom prst="rect">
            <a:avLst/>
          </a:prstGeom>
          <a:noFill/>
        </p:spPr>
        <p:txBody>
          <a:bodyPr wrap="square">
            <a:spAutoFit/>
          </a:bodyPr>
          <a:lstStyle/>
          <a:p>
            <a:pPr algn="l">
              <a:defRPr sz="2400" b="1" i="0">
                <a:solidFill>
                  <a:srgbClr val="999999"/>
                </a:solidFill>
                <a:latin typeface="Calibri"/>
              </a:defRPr>
            </a:pPr>
            <a:r>
              <a:t>DESPEDIDA</a:t>
            </a:r>
          </a:p>
        </p:txBody>
      </p:sp>
      <p:sp>
        <p:nvSpPr>
          <p:cNvPr id="3" name="TextBox 2"/>
          <p:cNvSpPr txBox="1"/>
          <p:nvPr/>
        </p:nvSpPr>
        <p:spPr>
          <a:xfrm>
            <a:off x="457200" y="822960"/>
            <a:ext cx="11277295" cy="457200"/>
          </a:xfrm>
          <a:prstGeom prst="rect">
            <a:avLst/>
          </a:prstGeom>
          <a:noFill/>
        </p:spPr>
        <p:txBody>
          <a:bodyPr wrap="square">
            <a:spAutoFit/>
          </a:bodyPr>
          <a:lstStyle/>
          <a:p>
            <a:pPr algn="l">
              <a:defRPr sz="3600" b="1" i="0">
                <a:solidFill>
                  <a:srgbClr val="333333"/>
                </a:solidFill>
                <a:latin typeface="Calibri"/>
              </a:defRPr>
            </a:pPr>
            <a:r>
              <a:t>PREPARAD EL CAMINO</a:t>
            </a:r>
          </a:p>
        </p:txBody>
      </p:sp>
      <p:sp>
        <p:nvSpPr>
          <p:cNvPr id="4" name="TextBox 3"/>
          <p:cNvSpPr txBox="1"/>
          <p:nvPr/>
        </p:nvSpPr>
        <p:spPr>
          <a:xfrm>
            <a:off x="457200" y="1645920"/>
            <a:ext cx="11277295" cy="4754880"/>
          </a:xfrm>
          <a:prstGeom prst="rect">
            <a:avLst/>
          </a:prstGeom>
          <a:noFill/>
        </p:spPr>
        <p:txBody>
          <a:bodyPr wrap="square">
            <a:spAutoFit/>
          </a:bodyPr>
          <a:lstStyle/>
          <a:p>
            <a:pPr algn="ctr">
              <a:lnSpc>
                <a:spcPct val="150000"/>
              </a:lnSpc>
              <a:defRPr sz="2000" b="0" i="0">
                <a:solidFill>
                  <a:srgbClr val="333333"/>
                </a:solidFill>
                <a:latin typeface="Calibri"/>
              </a:defRPr>
            </a:pPr>
            <a:r>
              <a:t>PREPARAD EL CAMINO</a:t>
            </a:r>
            <a:br/>
            <a:r>
              <a:t>PREPARAD EL CAMINO AL SEÑOR</a:t>
            </a:r>
            <a:br/>
            <a:r>
              <a:t>Y ESCUCHAD PALABRA DE DIOS.(Bis)</a:t>
            </a:r>
            <a:br/>
            <a:r>
              <a:t>Voz que clama en el desierto:</a:t>
            </a:r>
            <a:br/>
            <a:r>
              <a:t>preparad los caminos de Dios,</a:t>
            </a:r>
            <a:br/>
            <a:r>
              <a:t>desterrad mentira por siempre,</a:t>
            </a:r>
            <a:br/>
            <a:r>
              <a:t>preparad los caminos de Dios(Bis)</a:t>
            </a:r>
          </a:p>
        </p:txBody>
      </p:sp>
    </p:spTree>
  </p:cSld>
  <p:clrMapOvr>
    <a:masterClrMapping/>
  </p:clrMapOvr>
</p:sld>
</file>

<file path=ppt/theme/theme1.xml><?xml version="1.0" encoding="utf-8"?>
<a:theme xmlns:a="http://schemas.openxmlformats.org/drawingml/2006/main" name="Office 2013 - Tema de 2022">
  <a:themeElements>
    <a:clrScheme name="Office 2013 - Tema de 2022">
      <a:dk1>
        <a:sysClr val="windowText" lastClr="000000"/>
      </a:dk1>
      <a:lt1>
        <a:sysClr val="window" lastClr="FFFFFF"/>
      </a:lt1>
      <a:dk2>
        <a:srgbClr val="44546A"/>
      </a:dk2>
      <a:lt2>
        <a:srgbClr val="E7E6E6"/>
      </a:lt2>
      <a:accent1>
        <a:srgbClr val="1D9A78"/>
      </a:accent1>
      <a:accent2>
        <a:srgbClr val="8BC145"/>
      </a:accent2>
      <a:accent3>
        <a:srgbClr val="36AFCE"/>
      </a:accent3>
      <a:accent4>
        <a:srgbClr val="1D6FA9"/>
      </a:accent4>
      <a:accent5>
        <a:srgbClr val="B74919"/>
      </a:accent5>
      <a:accent6>
        <a:srgbClr val="F19D19"/>
      </a:accent6>
      <a:hlink>
        <a:srgbClr val="0563C1"/>
      </a:hlink>
      <a:folHlink>
        <a:srgbClr val="954F72"/>
      </a:folHlink>
    </a:clrScheme>
    <a:fontScheme name="Office 2013 - Tema de 2022">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2013 - Tema de 2022">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2013 - 2022 Theme" id="{62F939B6-93AF-4DB8-9C6B-D6C7DFDC589F}" vid="{AE6F2518-B084-4896-AF52-66CC2144AA26}"/>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2013 - 2022 Theme</Template>
  <TotalTime>0</TotalTime>
  <Words>9463</Words>
  <Application>Microsoft Office PowerPoint</Application>
  <PresentationFormat>Panorámica</PresentationFormat>
  <Paragraphs>1549</Paragraphs>
  <Slides>109</Slides>
  <Notes>24</Notes>
  <HiddenSlides>85</HiddenSlides>
  <MMClips>0</MMClips>
  <ScaleCrop>false</ScaleCrop>
  <HeadingPairs>
    <vt:vector size="6" baseType="variant">
      <vt:variant>
        <vt:lpstr>Fuentes usadas</vt:lpstr>
      </vt:variant>
      <vt:variant>
        <vt:i4>14</vt:i4>
      </vt:variant>
      <vt:variant>
        <vt:lpstr>Tema</vt:lpstr>
      </vt:variant>
      <vt:variant>
        <vt:i4>2</vt:i4>
      </vt:variant>
      <vt:variant>
        <vt:lpstr>Títulos de diapositiva</vt:lpstr>
      </vt:variant>
      <vt:variant>
        <vt:i4>109</vt:i4>
      </vt:variant>
    </vt:vector>
  </HeadingPairs>
  <TitlesOfParts>
    <vt:vector size="125" baseType="lpstr">
      <vt:lpstr>Andalus</vt:lpstr>
      <vt:lpstr>Arial</vt:lpstr>
      <vt:lpstr>ArialMT</vt:lpstr>
      <vt:lpstr>Bradley Hand</vt:lpstr>
      <vt:lpstr>Calibri</vt:lpstr>
      <vt:lpstr>Calibri Light</vt:lpstr>
      <vt:lpstr>Century Gothic</vt:lpstr>
      <vt:lpstr>Dubai</vt:lpstr>
      <vt:lpstr>Maiandra GD</vt:lpstr>
      <vt:lpstr>Noto Sans</vt:lpstr>
      <vt:lpstr>Open Sans</vt:lpstr>
      <vt:lpstr>Overlock</vt:lpstr>
      <vt:lpstr>Tahoma</vt:lpstr>
      <vt:lpstr>Times New Roman</vt:lpstr>
      <vt:lpstr>Office 2013 - Tema de 2022</vt:lpstr>
      <vt:lpstr>Tema de Office</vt:lpstr>
      <vt:lpstr>Presentación de PowerPoint</vt:lpstr>
      <vt:lpstr>Presentación de PowerPoint</vt:lpstr>
      <vt:lpstr>Presentación de PowerPoint</vt:lpstr>
      <vt:lpstr>Como Tus brazos</vt:lpstr>
      <vt:lpstr>EL ESPIRITU DE DIOS</vt:lpstr>
      <vt:lpstr>Al encuentro voy</vt:lpstr>
      <vt:lpstr>Dios está aquí</vt:lpstr>
      <vt:lpstr>He Venido a Servir</vt:lpstr>
      <vt:lpstr>Yo celebraré</vt:lpstr>
      <vt:lpstr>Al calor de la palabra</vt:lpstr>
      <vt:lpstr>Presentación de PowerPoint</vt:lpstr>
      <vt:lpstr>AGUA LÁVAME</vt:lpstr>
      <vt:lpstr>EN MI DEBILIDAD</vt:lpstr>
      <vt:lpstr>Necesito de Ti</vt:lpstr>
      <vt:lpstr>Perdónanos, Señor</vt:lpstr>
      <vt:lpstr>Presentación de PowerPoint</vt:lpstr>
      <vt:lpstr>Alabo tu bondad</vt:lpstr>
      <vt:lpstr>Gloria</vt:lpstr>
      <vt:lpstr>LAUDATO SII</vt:lpstr>
      <vt:lpstr>GLORIA (I)</vt:lpstr>
      <vt:lpstr>Presentación de PowerPoint</vt:lpstr>
      <vt:lpstr>Presentación de PowerPoint</vt:lpstr>
      <vt:lpstr>Presentación de PowerPoint</vt:lpstr>
      <vt:lpstr>Jeremías 20,10-13</vt:lpstr>
      <vt:lpstr>Salmo</vt:lpstr>
      <vt:lpstr>Salmo</vt:lpstr>
      <vt:lpstr>Romanos 5,12-15</vt:lpstr>
      <vt:lpstr>Presentación de PowerPoint</vt:lpstr>
      <vt:lpstr>Aleluya </vt:lpstr>
      <vt:lpstr>Aleluya de la Tierra</vt:lpstr>
      <vt:lpstr>Aleluya de la Tierra</vt:lpstr>
      <vt:lpstr>¡Ale Aleluya!</vt:lpstr>
      <vt:lpstr>Aleluya (Leonard Cohen)</vt:lpstr>
      <vt:lpstr>Canta Aleluya</vt:lpstr>
      <vt:lpstr>¡Escucha Tú!</vt:lpstr>
      <vt:lpstr>Presentación de PowerPoint</vt:lpstr>
      <vt:lpstr>Presentación de PowerPoint</vt:lpstr>
      <vt:lpstr>Mateo 10,26-33</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NO OS PREOCUPEIS</vt:lpstr>
      <vt:lpstr>Ofertorio</vt:lpstr>
      <vt:lpstr>EN MI DEBILIDAD</vt:lpstr>
      <vt:lpstr>PONGO MI VIDA EN TUS MANOS</vt:lpstr>
      <vt:lpstr>DAME DE TU PAN</vt:lpstr>
      <vt:lpstr>QUE TE PUEDO DAR</vt:lpstr>
      <vt:lpstr>EN SU MESA HAY AMOR</vt:lpstr>
      <vt:lpstr>Presentación de PowerPoint</vt:lpstr>
      <vt:lpstr>Presentación de PowerPoint</vt:lpstr>
      <vt:lpstr>Santo</vt:lpstr>
      <vt:lpstr>Santo Rey León</vt:lpstr>
      <vt:lpstr>SANTO AFRICANO</vt:lpstr>
      <vt:lpstr>SANTO (EL SADDAY)</vt:lpstr>
      <vt:lpstr>SANTO (Brotes de olivo)</vt:lpstr>
      <vt:lpstr>SANTO, SANTO (R. CARISMÁTICA)</vt:lpstr>
      <vt:lpstr>Presentación de PowerPoint</vt:lpstr>
      <vt:lpstr>Presentación de PowerPoint</vt:lpstr>
      <vt:lpstr>Presentación de PowerPoint</vt:lpstr>
      <vt:lpstr>La Paz te doy</vt:lpstr>
      <vt:lpstr>Pon tu mano</vt:lpstr>
      <vt:lpstr>Llevad la buena noticia</vt:lpstr>
      <vt:lpstr>Pon un poco de Paz</vt:lpstr>
      <vt:lpstr>PAZ SEÑOR</vt:lpstr>
      <vt:lpstr> Paz en la Tierra </vt:lpstr>
      <vt:lpstr>Presentación de PowerPoint</vt:lpstr>
      <vt:lpstr>Presentación de PowerPoint</vt:lpstr>
      <vt:lpstr>EL ESPIRITU DE DIOS</vt:lpstr>
      <vt:lpstr>BIENAVENTURANZAS</vt:lpstr>
      <vt:lpstr>ESO ES AMOR</vt:lpstr>
      <vt:lpstr>YA VIENE EL SOL</vt:lpstr>
      <vt:lpstr>Presentación de PowerPoint</vt:lpstr>
      <vt:lpstr>Presentación de PowerPoint</vt:lpstr>
      <vt:lpstr>ALMA MISIONERA</vt:lpstr>
      <vt:lpstr>Como Tus brazos</vt:lpstr>
      <vt:lpstr>Presentación de PowerPoint</vt:lpstr>
      <vt:lpstr>El calor de la palabra</vt:lpstr>
      <vt:lpstr>Sé fiel </vt:lpstr>
      <vt:lpstr>Punta de lanza</vt:lpstr>
      <vt:lpstr>JESUS, ¿Quién eres tú?</vt:lpstr>
      <vt:lpstr>CUENTA CONMIGO, SEÑOR </vt:lpstr>
      <vt:lpstr>AMAOS</vt:lpstr>
      <vt:lpstr>A TI QUE ESTÁS SENTADO</vt:lpstr>
      <vt:lpstr>GRACIAS (Brotes de Olivo)</vt:lpstr>
      <vt:lpstr>LOS MISERICORDIOSOS</vt:lpstr>
      <vt:lpstr>Presentación de PowerPoint</vt:lpstr>
      <vt:lpstr>Presentación de PowerPoint</vt:lpstr>
      <vt:lpstr>Presentación de PowerPoint</vt:lpstr>
      <vt:lpstr>A tu Amparo y Protección</vt:lpstr>
      <vt:lpstr>JUNTO A TI MARÍA</vt:lpstr>
      <vt:lpstr>MADRE</vt:lpstr>
      <vt:lpstr>Presentación de PowerPoint</vt:lpstr>
      <vt:lpstr>SALVE (P. JUAN JOSE GALVIN)</vt:lpstr>
      <vt:lpstr>María Mírame</vt:lpstr>
      <vt:lpstr>Presentación de PowerPoint</vt:lpstr>
      <vt:lpstr>Estoy alegre</vt:lpstr>
      <vt:lpstr>Como Corre un Río</vt:lpstr>
      <vt:lpstr>SANTA MARÍA DEL CAMINO</vt:lpstr>
      <vt:lpstr>Presentación de PowerPoint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Celebración inicio de curso</dc:title>
  <dc:creator>Carlos Alarcón Melgar</dc:creator>
  <cp:lastModifiedBy>Rafael Torres Parish</cp:lastModifiedBy>
  <cp:revision>205</cp:revision>
  <dcterms:created xsi:type="dcterms:W3CDTF">2021-09-14T08:25:31Z</dcterms:created>
  <dcterms:modified xsi:type="dcterms:W3CDTF">2026-06-20T22:03:56Z</dcterms:modified>
</cp:coreProperties>
</file>